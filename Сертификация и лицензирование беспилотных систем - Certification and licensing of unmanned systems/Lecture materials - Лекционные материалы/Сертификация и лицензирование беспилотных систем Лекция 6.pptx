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7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46A51-C8E9-4462-A29C-AEE16A1A786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0322FC2-7DB1-4266-B6DE-C6A6FAF8A85A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дорожная разметка (включая интеллектуальную разметку с RFID-метками);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29F15050-78D6-44C9-AABE-E4AB301808A5}" type="parTrans" cxnId="{508105E6-078B-47C1-B63E-C2F3D0EC5018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C2F04B32-6386-40CC-B3BD-1EB4E178169E}" type="sibTrans" cxnId="{508105E6-078B-47C1-B63E-C2F3D0EC5018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4E75CC12-772E-4CA4-8082-4C5A726A0EA4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дорожные знаки (цифровые, динамические, адаптированные для ВАТС);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C6897D4-49EB-4567-84F4-22C093ACEEE1}" type="parTrans" cxnId="{8AC2CDD1-B12B-4858-A12C-E4C34D933449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50868AEF-DABE-4D22-A4E9-39AE41583A27}" type="sibTrans" cxnId="{8AC2CDD1-B12B-4858-A12C-E4C34D933449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2CE41792-8E92-454F-803F-F1D3C966F2D0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системы связи (беспроводные сети, дорожные сенсоры, пункты обмена данными);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661DAD1-ECF8-469C-AE4A-CD87ADA668CF}" type="parTrans" cxnId="{CB9F887A-DB5A-4988-84AF-6D54427028AB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03754056-3166-4DA3-A60D-D35B4338F30E}" type="sibTrans" cxnId="{CB9F887A-DB5A-4988-84AF-6D54427028AB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B4D5DA21-CEFB-4A3D-889F-2C39B9584C12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элементы обустройства дорог (ограждения, светофоры, табло с изменяющейся информацией).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C3ADB58-EA80-44E3-9320-397CE16F98FF}" type="parTrans" cxnId="{2032208E-B622-4253-A44C-64EEA7257E79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98072C0C-3D4D-46C5-B9E3-F3E15469C4BC}" type="sibTrans" cxnId="{2032208E-B622-4253-A44C-64EEA7257E79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706CE065-4826-4B5D-93AC-DEB57564E87E}" type="pres">
      <dgm:prSet presAssocID="{67D46A51-C8E9-4462-A29C-AEE16A1A786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5E3F05D-D0E1-43F4-B154-72E2EE10E766}" type="pres">
      <dgm:prSet presAssocID="{20322FC2-7DB1-4266-B6DE-C6A6FAF8A85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0DD2A06-AF4B-4990-93FB-4469C787A4E8}" type="pres">
      <dgm:prSet presAssocID="{C2F04B32-6386-40CC-B3BD-1EB4E178169E}" presName="sibTrans" presStyleCnt="0"/>
      <dgm:spPr/>
    </dgm:pt>
    <dgm:pt modelId="{FA35F434-2B62-4FCA-B0BF-7414F5B2C4A6}" type="pres">
      <dgm:prSet presAssocID="{4E75CC12-772E-4CA4-8082-4C5A726A0EA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9CC935-5455-4824-96B3-49D381976EEC}" type="pres">
      <dgm:prSet presAssocID="{50868AEF-DABE-4D22-A4E9-39AE41583A27}" presName="sibTrans" presStyleCnt="0"/>
      <dgm:spPr/>
    </dgm:pt>
    <dgm:pt modelId="{055AD0B0-86EF-4039-8C25-45A74B94CD50}" type="pres">
      <dgm:prSet presAssocID="{2CE41792-8E92-454F-803F-F1D3C966F2D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E76728-B547-4193-8FB7-2FCA66DC9739}" type="pres">
      <dgm:prSet presAssocID="{03754056-3166-4DA3-A60D-D35B4338F30E}" presName="sibTrans" presStyleCnt="0"/>
      <dgm:spPr/>
    </dgm:pt>
    <dgm:pt modelId="{D72A66A6-4475-4C8E-AC5F-7BF9C91B2E2C}" type="pres">
      <dgm:prSet presAssocID="{B4D5DA21-CEFB-4A3D-889F-2C39B9584C1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324170F-4906-4979-8DE8-45088EACC0DC}" type="presOf" srcId="{67D46A51-C8E9-4462-A29C-AEE16A1A7868}" destId="{706CE065-4826-4B5D-93AC-DEB57564E87E}" srcOrd="0" destOrd="0" presId="urn:microsoft.com/office/officeart/2005/8/layout/default"/>
    <dgm:cxn modelId="{8AC2CDD1-B12B-4858-A12C-E4C34D933449}" srcId="{67D46A51-C8E9-4462-A29C-AEE16A1A7868}" destId="{4E75CC12-772E-4CA4-8082-4C5A726A0EA4}" srcOrd="1" destOrd="0" parTransId="{9C6897D4-49EB-4567-84F4-22C093ACEEE1}" sibTransId="{50868AEF-DABE-4D22-A4E9-39AE41583A27}"/>
    <dgm:cxn modelId="{B54A5649-3D2A-4BA6-8A3C-2082415844FE}" type="presOf" srcId="{4E75CC12-772E-4CA4-8082-4C5A726A0EA4}" destId="{FA35F434-2B62-4FCA-B0BF-7414F5B2C4A6}" srcOrd="0" destOrd="0" presId="urn:microsoft.com/office/officeart/2005/8/layout/default"/>
    <dgm:cxn modelId="{8AF6D3BE-9FBB-458A-99C9-D5103E351948}" type="presOf" srcId="{B4D5DA21-CEFB-4A3D-889F-2C39B9584C12}" destId="{D72A66A6-4475-4C8E-AC5F-7BF9C91B2E2C}" srcOrd="0" destOrd="0" presId="urn:microsoft.com/office/officeart/2005/8/layout/default"/>
    <dgm:cxn modelId="{508105E6-078B-47C1-B63E-C2F3D0EC5018}" srcId="{67D46A51-C8E9-4462-A29C-AEE16A1A7868}" destId="{20322FC2-7DB1-4266-B6DE-C6A6FAF8A85A}" srcOrd="0" destOrd="0" parTransId="{29F15050-78D6-44C9-AABE-E4AB301808A5}" sibTransId="{C2F04B32-6386-40CC-B3BD-1EB4E178169E}"/>
    <dgm:cxn modelId="{2032208E-B622-4253-A44C-64EEA7257E79}" srcId="{67D46A51-C8E9-4462-A29C-AEE16A1A7868}" destId="{B4D5DA21-CEFB-4A3D-889F-2C39B9584C12}" srcOrd="3" destOrd="0" parTransId="{AC3ADB58-EA80-44E3-9320-397CE16F98FF}" sibTransId="{98072C0C-3D4D-46C5-B9E3-F3E15469C4BC}"/>
    <dgm:cxn modelId="{3F0299E4-89E3-4A3F-81F4-96A93D3CF8D2}" type="presOf" srcId="{20322FC2-7DB1-4266-B6DE-C6A6FAF8A85A}" destId="{45E3F05D-D0E1-43F4-B154-72E2EE10E766}" srcOrd="0" destOrd="0" presId="urn:microsoft.com/office/officeart/2005/8/layout/default"/>
    <dgm:cxn modelId="{BEDB2048-6775-4968-835C-95FBB057426E}" type="presOf" srcId="{2CE41792-8E92-454F-803F-F1D3C966F2D0}" destId="{055AD0B0-86EF-4039-8C25-45A74B94CD50}" srcOrd="0" destOrd="0" presId="urn:microsoft.com/office/officeart/2005/8/layout/default"/>
    <dgm:cxn modelId="{CB9F887A-DB5A-4988-84AF-6D54427028AB}" srcId="{67D46A51-C8E9-4462-A29C-AEE16A1A7868}" destId="{2CE41792-8E92-454F-803F-F1D3C966F2D0}" srcOrd="2" destOrd="0" parTransId="{8661DAD1-ECF8-469C-AE4A-CD87ADA668CF}" sibTransId="{03754056-3166-4DA3-A60D-D35B4338F30E}"/>
    <dgm:cxn modelId="{AE10B752-3B97-4703-A99A-BAB583BC091F}" type="presParOf" srcId="{706CE065-4826-4B5D-93AC-DEB57564E87E}" destId="{45E3F05D-D0E1-43F4-B154-72E2EE10E766}" srcOrd="0" destOrd="0" presId="urn:microsoft.com/office/officeart/2005/8/layout/default"/>
    <dgm:cxn modelId="{1E66A819-3147-470F-9B5C-A69FABCAE8F6}" type="presParOf" srcId="{706CE065-4826-4B5D-93AC-DEB57564E87E}" destId="{60DD2A06-AF4B-4990-93FB-4469C787A4E8}" srcOrd="1" destOrd="0" presId="urn:microsoft.com/office/officeart/2005/8/layout/default"/>
    <dgm:cxn modelId="{93340BED-E6C2-458E-B220-A5A88FA9EFD1}" type="presParOf" srcId="{706CE065-4826-4B5D-93AC-DEB57564E87E}" destId="{FA35F434-2B62-4FCA-B0BF-7414F5B2C4A6}" srcOrd="2" destOrd="0" presId="urn:microsoft.com/office/officeart/2005/8/layout/default"/>
    <dgm:cxn modelId="{6A27F561-0B42-4DDF-84C2-1B9E1E59E616}" type="presParOf" srcId="{706CE065-4826-4B5D-93AC-DEB57564E87E}" destId="{CD9CC935-5455-4824-96B3-49D381976EEC}" srcOrd="3" destOrd="0" presId="urn:microsoft.com/office/officeart/2005/8/layout/default"/>
    <dgm:cxn modelId="{EBF0B9A6-4459-42E6-A036-38076AD8D9B9}" type="presParOf" srcId="{706CE065-4826-4B5D-93AC-DEB57564E87E}" destId="{055AD0B0-86EF-4039-8C25-45A74B94CD50}" srcOrd="4" destOrd="0" presId="urn:microsoft.com/office/officeart/2005/8/layout/default"/>
    <dgm:cxn modelId="{F752E54E-DDF4-42A1-8C3C-51C1DD61EBFE}" type="presParOf" srcId="{706CE065-4826-4B5D-93AC-DEB57564E87E}" destId="{B7E76728-B547-4193-8FB7-2FCA66DC9739}" srcOrd="5" destOrd="0" presId="urn:microsoft.com/office/officeart/2005/8/layout/default"/>
    <dgm:cxn modelId="{CBE61330-32F6-4A30-8628-127F4E3AD1BD}" type="presParOf" srcId="{706CE065-4826-4B5D-93AC-DEB57564E87E}" destId="{D72A66A6-4475-4C8E-AC5F-7BF9C91B2E2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8A9D9A-7052-4DBE-BF3A-2521A1202B8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C5835B3-957E-4C38-B047-6344F48E70D0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Анализ проектной документации и соответствие стандартам.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7B94AF25-B911-4815-9ECE-3531103EF621}" type="parTrans" cxnId="{EE438683-4D43-463C-9F61-4C3B3CB31E0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6876203-2DB5-474A-8BC8-B199B01E6B6C}" type="sibTrans" cxnId="{EE438683-4D43-463C-9F61-4C3B3CB31E0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6B7B23D-9395-4C42-BACA-E3F0B6D6185A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Испытания образцов (разметки, знаков, сенсоров) в лабораторных и полевых условиях.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B5D3F191-A9C2-4F11-8E74-4C479A2A1B53}" type="parTrans" cxnId="{1E6B86FE-B5D5-4E81-9EB2-47DD805F8FD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60E7E67-BB8C-476D-AC3D-A7FF81C70F68}" type="sibTrans" cxnId="{1E6B86FE-B5D5-4E81-9EB2-47DD805F8FD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D657DCD-FDD0-4211-BA91-4F18025F0920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Проверка интеграции с системами управления движением.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44B1A9F8-3553-4ED8-A35C-4BDEDA285B44}" type="parTrans" cxnId="{029F9C79-09B4-4EC3-946D-349C9434977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BC18A4E-2166-40EE-845D-7B0FE54FBF69}" type="sibTrans" cxnId="{029F9C79-09B4-4EC3-946D-349C9434977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EA049D9-F4CF-43C7-BA2D-460245C7F2A2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Оформление декларации или сертификата соответствия.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CEEDBF5C-D60F-4744-B19B-962601D1B5F1}" type="parTrans" cxnId="{5937C1F1-0246-475E-9F39-5169AD85DA0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FB34757-CE45-4B14-81A4-77072D8F9EE7}" type="sibTrans" cxnId="{5937C1F1-0246-475E-9F39-5169AD85DA0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2988142-FA3D-4BE4-BC49-6E98010446CE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Маркировка единым знаком обращения продукции (ЕАС).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17BFE764-10FE-42C0-85A2-D9A0CAADEAEC}" type="parTrans" cxnId="{51081EEB-298B-4EB9-BFA0-527EB98C3DB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6146622-659E-4AF6-A7C7-108E2E359199}" type="sibTrans" cxnId="{51081EEB-298B-4EB9-BFA0-527EB98C3DB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4817218-3D33-43BC-80FF-1227A9CCD065}" type="pres">
      <dgm:prSet presAssocID="{B98A9D9A-7052-4DBE-BF3A-2521A1202B8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93ED1B1-A0FF-4A3C-BA86-50E24585FB8B}" type="pres">
      <dgm:prSet presAssocID="{0C5835B3-957E-4C38-B047-6344F48E70D0}" presName="parentLin" presStyleCnt="0"/>
      <dgm:spPr/>
    </dgm:pt>
    <dgm:pt modelId="{CE0579C4-9816-46DD-9886-9440A3B17544}" type="pres">
      <dgm:prSet presAssocID="{0C5835B3-957E-4C38-B047-6344F48E70D0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89DFE4D2-1DB1-49DA-9B21-69C0AAAFBD58}" type="pres">
      <dgm:prSet presAssocID="{0C5835B3-957E-4C38-B047-6344F48E70D0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1AFFE3-0B8C-41F2-B954-296BD8C0B19E}" type="pres">
      <dgm:prSet presAssocID="{0C5835B3-957E-4C38-B047-6344F48E70D0}" presName="negativeSpace" presStyleCnt="0"/>
      <dgm:spPr/>
    </dgm:pt>
    <dgm:pt modelId="{F2CAEE11-E83A-43C5-A79B-6849A58D7788}" type="pres">
      <dgm:prSet presAssocID="{0C5835B3-957E-4C38-B047-6344F48E70D0}" presName="childText" presStyleLbl="conFgAcc1" presStyleIdx="0" presStyleCnt="5">
        <dgm:presLayoutVars>
          <dgm:bulletEnabled val="1"/>
        </dgm:presLayoutVars>
      </dgm:prSet>
      <dgm:spPr/>
    </dgm:pt>
    <dgm:pt modelId="{06D8A9BF-3BC5-40B3-9BB8-BD34A8CDD748}" type="pres">
      <dgm:prSet presAssocID="{C6876203-2DB5-474A-8BC8-B199B01E6B6C}" presName="spaceBetweenRectangles" presStyleCnt="0"/>
      <dgm:spPr/>
    </dgm:pt>
    <dgm:pt modelId="{1680797C-CC8A-4292-9A70-F5ADBE9685D9}" type="pres">
      <dgm:prSet presAssocID="{C6B7B23D-9395-4C42-BACA-E3F0B6D6185A}" presName="parentLin" presStyleCnt="0"/>
      <dgm:spPr/>
    </dgm:pt>
    <dgm:pt modelId="{424F9DE0-B059-4ECC-B242-152B6A5191F0}" type="pres">
      <dgm:prSet presAssocID="{C6B7B23D-9395-4C42-BACA-E3F0B6D6185A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AE9B1D69-42FE-4026-8F5D-7A4495A90B6A}" type="pres">
      <dgm:prSet presAssocID="{C6B7B23D-9395-4C42-BACA-E3F0B6D6185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E88DEE8-FF62-40C0-A077-4E221EC944FE}" type="pres">
      <dgm:prSet presAssocID="{C6B7B23D-9395-4C42-BACA-E3F0B6D6185A}" presName="negativeSpace" presStyleCnt="0"/>
      <dgm:spPr/>
    </dgm:pt>
    <dgm:pt modelId="{ADBBAB09-3965-44B4-A5A1-4EA0E1B425E9}" type="pres">
      <dgm:prSet presAssocID="{C6B7B23D-9395-4C42-BACA-E3F0B6D6185A}" presName="childText" presStyleLbl="conFgAcc1" presStyleIdx="1" presStyleCnt="5">
        <dgm:presLayoutVars>
          <dgm:bulletEnabled val="1"/>
        </dgm:presLayoutVars>
      </dgm:prSet>
      <dgm:spPr/>
    </dgm:pt>
    <dgm:pt modelId="{F33EFE15-4B29-44B2-9580-FD9488602D73}" type="pres">
      <dgm:prSet presAssocID="{460E7E67-BB8C-476D-AC3D-A7FF81C70F68}" presName="spaceBetweenRectangles" presStyleCnt="0"/>
      <dgm:spPr/>
    </dgm:pt>
    <dgm:pt modelId="{62883977-0247-41B1-B27E-2211E71A2D6B}" type="pres">
      <dgm:prSet presAssocID="{0D657DCD-FDD0-4211-BA91-4F18025F0920}" presName="parentLin" presStyleCnt="0"/>
      <dgm:spPr/>
    </dgm:pt>
    <dgm:pt modelId="{A9656831-6D44-47AF-95C3-FF744F5828BE}" type="pres">
      <dgm:prSet presAssocID="{0D657DCD-FDD0-4211-BA91-4F18025F0920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BC1F2A91-FC8B-4CD0-BE6E-DC08F8960601}" type="pres">
      <dgm:prSet presAssocID="{0D657DCD-FDD0-4211-BA91-4F18025F0920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CECCB8-97A0-402E-A965-F087CE62E209}" type="pres">
      <dgm:prSet presAssocID="{0D657DCD-FDD0-4211-BA91-4F18025F0920}" presName="negativeSpace" presStyleCnt="0"/>
      <dgm:spPr/>
    </dgm:pt>
    <dgm:pt modelId="{A7895E5D-A951-43C0-B34C-6A2133BC40AA}" type="pres">
      <dgm:prSet presAssocID="{0D657DCD-FDD0-4211-BA91-4F18025F0920}" presName="childText" presStyleLbl="conFgAcc1" presStyleIdx="2" presStyleCnt="5">
        <dgm:presLayoutVars>
          <dgm:bulletEnabled val="1"/>
        </dgm:presLayoutVars>
      </dgm:prSet>
      <dgm:spPr/>
    </dgm:pt>
    <dgm:pt modelId="{722D66B9-FE8E-493C-9782-264F840F39FA}" type="pres">
      <dgm:prSet presAssocID="{7BC18A4E-2166-40EE-845D-7B0FE54FBF69}" presName="spaceBetweenRectangles" presStyleCnt="0"/>
      <dgm:spPr/>
    </dgm:pt>
    <dgm:pt modelId="{F6EC2C0F-4796-414B-82D3-648F2BBEBDE2}" type="pres">
      <dgm:prSet presAssocID="{0EA049D9-F4CF-43C7-BA2D-460245C7F2A2}" presName="parentLin" presStyleCnt="0"/>
      <dgm:spPr/>
    </dgm:pt>
    <dgm:pt modelId="{1484154F-1185-4F67-84EB-4371191F84C4}" type="pres">
      <dgm:prSet presAssocID="{0EA049D9-F4CF-43C7-BA2D-460245C7F2A2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6C8C6B2A-43BE-4DF4-9AFF-E1D662D93A86}" type="pres">
      <dgm:prSet presAssocID="{0EA049D9-F4CF-43C7-BA2D-460245C7F2A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B625C1-EF81-4544-8165-0F5170C4BFEF}" type="pres">
      <dgm:prSet presAssocID="{0EA049D9-F4CF-43C7-BA2D-460245C7F2A2}" presName="negativeSpace" presStyleCnt="0"/>
      <dgm:spPr/>
    </dgm:pt>
    <dgm:pt modelId="{2C5E1B56-AF56-4322-9E4C-003D90B14482}" type="pres">
      <dgm:prSet presAssocID="{0EA049D9-F4CF-43C7-BA2D-460245C7F2A2}" presName="childText" presStyleLbl="conFgAcc1" presStyleIdx="3" presStyleCnt="5">
        <dgm:presLayoutVars>
          <dgm:bulletEnabled val="1"/>
        </dgm:presLayoutVars>
      </dgm:prSet>
      <dgm:spPr/>
    </dgm:pt>
    <dgm:pt modelId="{B6D7B5FB-54B6-4017-9A0D-48DE35AA24FC}" type="pres">
      <dgm:prSet presAssocID="{EFB34757-CE45-4B14-81A4-77072D8F9EE7}" presName="spaceBetweenRectangles" presStyleCnt="0"/>
      <dgm:spPr/>
    </dgm:pt>
    <dgm:pt modelId="{F16C4F10-0764-4814-90B1-D49B0CA960EF}" type="pres">
      <dgm:prSet presAssocID="{72988142-FA3D-4BE4-BC49-6E98010446CE}" presName="parentLin" presStyleCnt="0"/>
      <dgm:spPr/>
    </dgm:pt>
    <dgm:pt modelId="{06F36791-820D-4832-B7DC-92E9323CF298}" type="pres">
      <dgm:prSet presAssocID="{72988142-FA3D-4BE4-BC49-6E98010446CE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FC3DC0D3-933A-454A-801C-726E3D8C57A5}" type="pres">
      <dgm:prSet presAssocID="{72988142-FA3D-4BE4-BC49-6E98010446C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4ABB9BD-EFF6-4368-B8D2-376749FF918B}" type="pres">
      <dgm:prSet presAssocID="{72988142-FA3D-4BE4-BC49-6E98010446CE}" presName="negativeSpace" presStyleCnt="0"/>
      <dgm:spPr/>
    </dgm:pt>
    <dgm:pt modelId="{BA76AD5C-AD56-4F3D-83B6-111B90A858BD}" type="pres">
      <dgm:prSet presAssocID="{72988142-FA3D-4BE4-BC49-6E98010446C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BD7FEED-6111-4005-B741-F766D724CD33}" type="presOf" srcId="{B98A9D9A-7052-4DBE-BF3A-2521A1202B89}" destId="{14817218-3D33-43BC-80FF-1227A9CCD065}" srcOrd="0" destOrd="0" presId="urn:microsoft.com/office/officeart/2005/8/layout/list1"/>
    <dgm:cxn modelId="{E6883710-8DFD-4D6C-991B-21ACBBB3DD74}" type="presOf" srcId="{C6B7B23D-9395-4C42-BACA-E3F0B6D6185A}" destId="{AE9B1D69-42FE-4026-8F5D-7A4495A90B6A}" srcOrd="1" destOrd="0" presId="urn:microsoft.com/office/officeart/2005/8/layout/list1"/>
    <dgm:cxn modelId="{EE438683-4D43-463C-9F61-4C3B3CB31E0C}" srcId="{B98A9D9A-7052-4DBE-BF3A-2521A1202B89}" destId="{0C5835B3-957E-4C38-B047-6344F48E70D0}" srcOrd="0" destOrd="0" parTransId="{7B94AF25-B911-4815-9ECE-3531103EF621}" sibTransId="{C6876203-2DB5-474A-8BC8-B199B01E6B6C}"/>
    <dgm:cxn modelId="{82162FBE-61E9-4058-9359-04758AFD8A1F}" type="presOf" srcId="{72988142-FA3D-4BE4-BC49-6E98010446CE}" destId="{06F36791-820D-4832-B7DC-92E9323CF298}" srcOrd="0" destOrd="0" presId="urn:microsoft.com/office/officeart/2005/8/layout/list1"/>
    <dgm:cxn modelId="{5937C1F1-0246-475E-9F39-5169AD85DA04}" srcId="{B98A9D9A-7052-4DBE-BF3A-2521A1202B89}" destId="{0EA049D9-F4CF-43C7-BA2D-460245C7F2A2}" srcOrd="3" destOrd="0" parTransId="{CEEDBF5C-D60F-4744-B19B-962601D1B5F1}" sibTransId="{EFB34757-CE45-4B14-81A4-77072D8F9EE7}"/>
    <dgm:cxn modelId="{C874CB4E-EE70-4608-BAB2-A7A4CAD122F7}" type="presOf" srcId="{0D657DCD-FDD0-4211-BA91-4F18025F0920}" destId="{BC1F2A91-FC8B-4CD0-BE6E-DC08F8960601}" srcOrd="1" destOrd="0" presId="urn:microsoft.com/office/officeart/2005/8/layout/list1"/>
    <dgm:cxn modelId="{D23BB0C1-E956-469A-BA98-75A39C332066}" type="presOf" srcId="{0EA049D9-F4CF-43C7-BA2D-460245C7F2A2}" destId="{1484154F-1185-4F67-84EB-4371191F84C4}" srcOrd="0" destOrd="0" presId="urn:microsoft.com/office/officeart/2005/8/layout/list1"/>
    <dgm:cxn modelId="{029F9C79-09B4-4EC3-946D-349C9434977A}" srcId="{B98A9D9A-7052-4DBE-BF3A-2521A1202B89}" destId="{0D657DCD-FDD0-4211-BA91-4F18025F0920}" srcOrd="2" destOrd="0" parTransId="{44B1A9F8-3553-4ED8-A35C-4BDEDA285B44}" sibTransId="{7BC18A4E-2166-40EE-845D-7B0FE54FBF69}"/>
    <dgm:cxn modelId="{620EACC2-0826-4E87-A191-A0DFCB59832B}" type="presOf" srcId="{0C5835B3-957E-4C38-B047-6344F48E70D0}" destId="{89DFE4D2-1DB1-49DA-9B21-69C0AAAFBD58}" srcOrd="1" destOrd="0" presId="urn:microsoft.com/office/officeart/2005/8/layout/list1"/>
    <dgm:cxn modelId="{959088AE-245E-4579-9385-22AAEFA52D11}" type="presOf" srcId="{0D657DCD-FDD0-4211-BA91-4F18025F0920}" destId="{A9656831-6D44-47AF-95C3-FF744F5828BE}" srcOrd="0" destOrd="0" presId="urn:microsoft.com/office/officeart/2005/8/layout/list1"/>
    <dgm:cxn modelId="{DAE04CD8-2A06-4376-A6C3-FED33C6CF2E1}" type="presOf" srcId="{72988142-FA3D-4BE4-BC49-6E98010446CE}" destId="{FC3DC0D3-933A-454A-801C-726E3D8C57A5}" srcOrd="1" destOrd="0" presId="urn:microsoft.com/office/officeart/2005/8/layout/list1"/>
    <dgm:cxn modelId="{0989BA82-66A4-447D-BBE2-F9113E4D2A8C}" type="presOf" srcId="{0EA049D9-F4CF-43C7-BA2D-460245C7F2A2}" destId="{6C8C6B2A-43BE-4DF4-9AFF-E1D662D93A86}" srcOrd="1" destOrd="0" presId="urn:microsoft.com/office/officeart/2005/8/layout/list1"/>
    <dgm:cxn modelId="{94148DF9-791D-4108-A36E-DBE470BEDDE5}" type="presOf" srcId="{0C5835B3-957E-4C38-B047-6344F48E70D0}" destId="{CE0579C4-9816-46DD-9886-9440A3B17544}" srcOrd="0" destOrd="0" presId="urn:microsoft.com/office/officeart/2005/8/layout/list1"/>
    <dgm:cxn modelId="{1E6B86FE-B5D5-4E81-9EB2-47DD805F8FD6}" srcId="{B98A9D9A-7052-4DBE-BF3A-2521A1202B89}" destId="{C6B7B23D-9395-4C42-BACA-E3F0B6D6185A}" srcOrd="1" destOrd="0" parTransId="{B5D3F191-A9C2-4F11-8E74-4C479A2A1B53}" sibTransId="{460E7E67-BB8C-476D-AC3D-A7FF81C70F68}"/>
    <dgm:cxn modelId="{66250D92-C1CC-4698-AB45-9A7C852797AB}" type="presOf" srcId="{C6B7B23D-9395-4C42-BACA-E3F0B6D6185A}" destId="{424F9DE0-B059-4ECC-B242-152B6A5191F0}" srcOrd="0" destOrd="0" presId="urn:microsoft.com/office/officeart/2005/8/layout/list1"/>
    <dgm:cxn modelId="{51081EEB-298B-4EB9-BFA0-527EB98C3DB9}" srcId="{B98A9D9A-7052-4DBE-BF3A-2521A1202B89}" destId="{72988142-FA3D-4BE4-BC49-6E98010446CE}" srcOrd="4" destOrd="0" parTransId="{17BFE764-10FE-42C0-85A2-D9A0CAADEAEC}" sibTransId="{76146622-659E-4AF6-A7C7-108E2E359199}"/>
    <dgm:cxn modelId="{44A53961-9C75-4FD0-BA22-27717CE32A25}" type="presParOf" srcId="{14817218-3D33-43BC-80FF-1227A9CCD065}" destId="{193ED1B1-A0FF-4A3C-BA86-50E24585FB8B}" srcOrd="0" destOrd="0" presId="urn:microsoft.com/office/officeart/2005/8/layout/list1"/>
    <dgm:cxn modelId="{7BF13E40-6AA2-499C-8E57-87BF50960FB4}" type="presParOf" srcId="{193ED1B1-A0FF-4A3C-BA86-50E24585FB8B}" destId="{CE0579C4-9816-46DD-9886-9440A3B17544}" srcOrd="0" destOrd="0" presId="urn:microsoft.com/office/officeart/2005/8/layout/list1"/>
    <dgm:cxn modelId="{99CA6F0B-0201-4CB5-A7B6-E2F3D5A588A4}" type="presParOf" srcId="{193ED1B1-A0FF-4A3C-BA86-50E24585FB8B}" destId="{89DFE4D2-1DB1-49DA-9B21-69C0AAAFBD58}" srcOrd="1" destOrd="0" presId="urn:microsoft.com/office/officeart/2005/8/layout/list1"/>
    <dgm:cxn modelId="{66E777F8-6C9B-4CF8-9DEE-81F18A013A87}" type="presParOf" srcId="{14817218-3D33-43BC-80FF-1227A9CCD065}" destId="{B91AFFE3-0B8C-41F2-B954-296BD8C0B19E}" srcOrd="1" destOrd="0" presId="urn:microsoft.com/office/officeart/2005/8/layout/list1"/>
    <dgm:cxn modelId="{02EF655C-FA60-4F4F-81FA-9590071D07FB}" type="presParOf" srcId="{14817218-3D33-43BC-80FF-1227A9CCD065}" destId="{F2CAEE11-E83A-43C5-A79B-6849A58D7788}" srcOrd="2" destOrd="0" presId="urn:microsoft.com/office/officeart/2005/8/layout/list1"/>
    <dgm:cxn modelId="{2603A95C-EE1E-4A92-B493-C50394772673}" type="presParOf" srcId="{14817218-3D33-43BC-80FF-1227A9CCD065}" destId="{06D8A9BF-3BC5-40B3-9BB8-BD34A8CDD748}" srcOrd="3" destOrd="0" presId="urn:microsoft.com/office/officeart/2005/8/layout/list1"/>
    <dgm:cxn modelId="{A9DB2E8B-D807-4729-972E-7B5C535A6D12}" type="presParOf" srcId="{14817218-3D33-43BC-80FF-1227A9CCD065}" destId="{1680797C-CC8A-4292-9A70-F5ADBE9685D9}" srcOrd="4" destOrd="0" presId="urn:microsoft.com/office/officeart/2005/8/layout/list1"/>
    <dgm:cxn modelId="{68B9D933-393E-464D-8D6C-5B38DCB7755F}" type="presParOf" srcId="{1680797C-CC8A-4292-9A70-F5ADBE9685D9}" destId="{424F9DE0-B059-4ECC-B242-152B6A5191F0}" srcOrd="0" destOrd="0" presId="urn:microsoft.com/office/officeart/2005/8/layout/list1"/>
    <dgm:cxn modelId="{8B0242B2-52E8-48E3-92A0-5D3D1032C255}" type="presParOf" srcId="{1680797C-CC8A-4292-9A70-F5ADBE9685D9}" destId="{AE9B1D69-42FE-4026-8F5D-7A4495A90B6A}" srcOrd="1" destOrd="0" presId="urn:microsoft.com/office/officeart/2005/8/layout/list1"/>
    <dgm:cxn modelId="{E7E976D1-4FB3-446E-B6AB-16CAD413153E}" type="presParOf" srcId="{14817218-3D33-43BC-80FF-1227A9CCD065}" destId="{6E88DEE8-FF62-40C0-A077-4E221EC944FE}" srcOrd="5" destOrd="0" presId="urn:microsoft.com/office/officeart/2005/8/layout/list1"/>
    <dgm:cxn modelId="{C4F4A89B-1A3C-425B-A0DC-A12E601CE5EB}" type="presParOf" srcId="{14817218-3D33-43BC-80FF-1227A9CCD065}" destId="{ADBBAB09-3965-44B4-A5A1-4EA0E1B425E9}" srcOrd="6" destOrd="0" presId="urn:microsoft.com/office/officeart/2005/8/layout/list1"/>
    <dgm:cxn modelId="{A18EA4B0-6C13-4465-87A5-B6AE1563CE4C}" type="presParOf" srcId="{14817218-3D33-43BC-80FF-1227A9CCD065}" destId="{F33EFE15-4B29-44B2-9580-FD9488602D73}" srcOrd="7" destOrd="0" presId="urn:microsoft.com/office/officeart/2005/8/layout/list1"/>
    <dgm:cxn modelId="{8464044A-BFDA-4FCA-ABA8-3D765A7149AB}" type="presParOf" srcId="{14817218-3D33-43BC-80FF-1227A9CCD065}" destId="{62883977-0247-41B1-B27E-2211E71A2D6B}" srcOrd="8" destOrd="0" presId="urn:microsoft.com/office/officeart/2005/8/layout/list1"/>
    <dgm:cxn modelId="{56E9FB84-FE21-4950-9926-4087941C83B1}" type="presParOf" srcId="{62883977-0247-41B1-B27E-2211E71A2D6B}" destId="{A9656831-6D44-47AF-95C3-FF744F5828BE}" srcOrd="0" destOrd="0" presId="urn:microsoft.com/office/officeart/2005/8/layout/list1"/>
    <dgm:cxn modelId="{D801861D-1107-43E1-8C88-F47A6EE8AA9E}" type="presParOf" srcId="{62883977-0247-41B1-B27E-2211E71A2D6B}" destId="{BC1F2A91-FC8B-4CD0-BE6E-DC08F8960601}" srcOrd="1" destOrd="0" presId="urn:microsoft.com/office/officeart/2005/8/layout/list1"/>
    <dgm:cxn modelId="{AE2AF85D-10FF-48FD-A31A-F96067BAF74C}" type="presParOf" srcId="{14817218-3D33-43BC-80FF-1227A9CCD065}" destId="{FECECCB8-97A0-402E-A965-F087CE62E209}" srcOrd="9" destOrd="0" presId="urn:microsoft.com/office/officeart/2005/8/layout/list1"/>
    <dgm:cxn modelId="{188ED092-4E52-4E6A-8766-E7A601662978}" type="presParOf" srcId="{14817218-3D33-43BC-80FF-1227A9CCD065}" destId="{A7895E5D-A951-43C0-B34C-6A2133BC40AA}" srcOrd="10" destOrd="0" presId="urn:microsoft.com/office/officeart/2005/8/layout/list1"/>
    <dgm:cxn modelId="{734DE8AD-EECA-4D02-9E37-DC2221CC3846}" type="presParOf" srcId="{14817218-3D33-43BC-80FF-1227A9CCD065}" destId="{722D66B9-FE8E-493C-9782-264F840F39FA}" srcOrd="11" destOrd="0" presId="urn:microsoft.com/office/officeart/2005/8/layout/list1"/>
    <dgm:cxn modelId="{A3366F12-4AC6-469F-B3E2-95F55AC4B370}" type="presParOf" srcId="{14817218-3D33-43BC-80FF-1227A9CCD065}" destId="{F6EC2C0F-4796-414B-82D3-648F2BBEBDE2}" srcOrd="12" destOrd="0" presId="urn:microsoft.com/office/officeart/2005/8/layout/list1"/>
    <dgm:cxn modelId="{BC9F9C5B-EDD9-452F-A89B-2999A70DB889}" type="presParOf" srcId="{F6EC2C0F-4796-414B-82D3-648F2BBEBDE2}" destId="{1484154F-1185-4F67-84EB-4371191F84C4}" srcOrd="0" destOrd="0" presId="urn:microsoft.com/office/officeart/2005/8/layout/list1"/>
    <dgm:cxn modelId="{C2FE2EF9-2C65-4BDC-9936-CAD4683D18C1}" type="presParOf" srcId="{F6EC2C0F-4796-414B-82D3-648F2BBEBDE2}" destId="{6C8C6B2A-43BE-4DF4-9AFF-E1D662D93A86}" srcOrd="1" destOrd="0" presId="urn:microsoft.com/office/officeart/2005/8/layout/list1"/>
    <dgm:cxn modelId="{BA6AAC7E-F494-4108-A933-F8A7E2C80199}" type="presParOf" srcId="{14817218-3D33-43BC-80FF-1227A9CCD065}" destId="{ACB625C1-EF81-4544-8165-0F5170C4BFEF}" srcOrd="13" destOrd="0" presId="urn:microsoft.com/office/officeart/2005/8/layout/list1"/>
    <dgm:cxn modelId="{90DEC580-952D-4A93-8D69-1EC5753CB0C9}" type="presParOf" srcId="{14817218-3D33-43BC-80FF-1227A9CCD065}" destId="{2C5E1B56-AF56-4322-9E4C-003D90B14482}" srcOrd="14" destOrd="0" presId="urn:microsoft.com/office/officeart/2005/8/layout/list1"/>
    <dgm:cxn modelId="{B2C85525-79D8-4AC9-A3D3-0AF6DB0CA1F6}" type="presParOf" srcId="{14817218-3D33-43BC-80FF-1227A9CCD065}" destId="{B6D7B5FB-54B6-4017-9A0D-48DE35AA24FC}" srcOrd="15" destOrd="0" presId="urn:microsoft.com/office/officeart/2005/8/layout/list1"/>
    <dgm:cxn modelId="{F305633E-0170-4E3A-B412-44BC2E59B7D3}" type="presParOf" srcId="{14817218-3D33-43BC-80FF-1227A9CCD065}" destId="{F16C4F10-0764-4814-90B1-D49B0CA960EF}" srcOrd="16" destOrd="0" presId="urn:microsoft.com/office/officeart/2005/8/layout/list1"/>
    <dgm:cxn modelId="{C1AAA5A6-5C59-4C4C-BCB5-2BA79CA655E9}" type="presParOf" srcId="{F16C4F10-0764-4814-90B1-D49B0CA960EF}" destId="{06F36791-820D-4832-B7DC-92E9323CF298}" srcOrd="0" destOrd="0" presId="urn:microsoft.com/office/officeart/2005/8/layout/list1"/>
    <dgm:cxn modelId="{ACCC3417-97F9-4B26-BD9C-7E123AD68A65}" type="presParOf" srcId="{F16C4F10-0764-4814-90B1-D49B0CA960EF}" destId="{FC3DC0D3-933A-454A-801C-726E3D8C57A5}" srcOrd="1" destOrd="0" presId="urn:microsoft.com/office/officeart/2005/8/layout/list1"/>
    <dgm:cxn modelId="{424E8F27-31AA-425F-B65F-14BA33593C69}" type="presParOf" srcId="{14817218-3D33-43BC-80FF-1227A9CCD065}" destId="{44ABB9BD-EFF6-4368-B8D2-376749FF918B}" srcOrd="17" destOrd="0" presId="urn:microsoft.com/office/officeart/2005/8/layout/list1"/>
    <dgm:cxn modelId="{32E844C5-4B1F-476D-9D73-D941421D493C}" type="presParOf" srcId="{14817218-3D33-43BC-80FF-1227A9CCD065}" destId="{BA76AD5C-AD56-4F3D-83B6-111B90A858BD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267F50-077C-40CA-B410-EDC0207A559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B9F38D7-05A5-4C6E-9186-D11383A6D19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серверные комплексы и системы хранения данных;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806DCFD-91A6-46A7-8E2C-F3142D964F47}" type="parTrans" cxnId="{B162481F-6964-458B-8800-FBB340715A0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FB4B2B1-79B5-48F5-8C58-0109CB327519}" type="sibTrans" cxnId="{B162481F-6964-458B-8800-FBB340715A0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463F542-C714-496A-B993-CD731D02AF0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программно-аппаратные комплексы моделирования и прогнозирования трафика;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A7C7872-F649-4053-98A0-4C03A8DC319B}" type="parTrans" cxnId="{49E8BF23-5206-4CD6-B580-EF2CE9BA88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A82AF85-C18F-4F57-B622-CABDCCFC5489}" type="sibTrans" cxnId="{49E8BF23-5206-4CD6-B580-EF2CE9BA88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7568DC0-3952-4E6F-9878-CF7180F96BB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системы связи и передачи данных (LTE, 5G, Wi-Fi);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A049D3D-0B03-41B4-AF7F-084793642FC5}" type="parTrans" cxnId="{9CD1B8AB-5A45-4309-A0B6-2FB8DAD577A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8B91686-5E79-4B92-9F91-C3763C88F0A1}" type="sibTrans" cxnId="{9CD1B8AB-5A45-4309-A0B6-2FB8DAD577A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13AEBD6-995C-488E-9896-D92BD970799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интерфейсы взаимодействия с ВАТС и дорожной инфраструктурой;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2A6E139-85ED-4B3E-8AAC-72057A0AD723}" type="parTrans" cxnId="{0CEB1A81-21E6-4D7C-83A9-09248670CB1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7DA74F5-F3C0-42BE-91D6-87711712740F}" type="sibTrans" cxnId="{0CEB1A81-21E6-4D7C-83A9-09248670CB1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C292F6F-3E7F-41EC-A0CC-21801104120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системы кибербезопасности и защиты от несанкционированного доступа.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699C54E-9FBE-4514-B530-69CA3974BC87}" type="parTrans" cxnId="{B98B0B2A-2EC5-44AA-8616-3FE12F4F4C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22488D7-7AFC-48CC-AEA5-88E9C60E85F9}" type="sibTrans" cxnId="{B98B0B2A-2EC5-44AA-8616-3FE12F4F4C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DDD6BD3-A5F0-4FCD-97F6-FE91BEF49500}" type="pres">
      <dgm:prSet presAssocID="{81267F50-077C-40CA-B410-EDC0207A559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F4366E3-E004-4E50-872C-452D6726C8A7}" type="pres">
      <dgm:prSet presAssocID="{3B9F38D7-05A5-4C6E-9186-D11383A6D19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E1012F6-2F8D-4999-8207-DC59D9F70A9B}" type="pres">
      <dgm:prSet presAssocID="{7FB4B2B1-79B5-48F5-8C58-0109CB327519}" presName="sibTrans" presStyleCnt="0"/>
      <dgm:spPr/>
    </dgm:pt>
    <dgm:pt modelId="{866C783E-B18B-4117-AF5C-B6747271BC55}" type="pres">
      <dgm:prSet presAssocID="{9463F542-C714-496A-B993-CD731D02AF0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895168-48BA-4872-8A91-C01FE4C78860}" type="pres">
      <dgm:prSet presAssocID="{4A82AF85-C18F-4F57-B622-CABDCCFC5489}" presName="sibTrans" presStyleCnt="0"/>
      <dgm:spPr/>
    </dgm:pt>
    <dgm:pt modelId="{9828359B-9968-4739-9C32-1A6C4958B891}" type="pres">
      <dgm:prSet presAssocID="{E7568DC0-3952-4E6F-9878-CF7180F96BB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FE868C-F953-411D-A372-481AB2FEF4B0}" type="pres">
      <dgm:prSet presAssocID="{58B91686-5E79-4B92-9F91-C3763C88F0A1}" presName="sibTrans" presStyleCnt="0"/>
      <dgm:spPr/>
    </dgm:pt>
    <dgm:pt modelId="{BC931B84-FE38-42E3-9A13-D6FE102111CD}" type="pres">
      <dgm:prSet presAssocID="{B13AEBD6-995C-488E-9896-D92BD970799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5E91BB-6F0F-4BA2-B65F-2658D43724E2}" type="pres">
      <dgm:prSet presAssocID="{A7DA74F5-F3C0-42BE-91D6-87711712740F}" presName="sibTrans" presStyleCnt="0"/>
      <dgm:spPr/>
    </dgm:pt>
    <dgm:pt modelId="{DC102361-63E2-4929-AD48-09296C917862}" type="pres">
      <dgm:prSet presAssocID="{3C292F6F-3E7F-41EC-A0CC-21801104120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8535DB0-D774-453F-B2F3-F77831B52AAE}" type="presOf" srcId="{B13AEBD6-995C-488E-9896-D92BD9707995}" destId="{BC931B84-FE38-42E3-9A13-D6FE102111CD}" srcOrd="0" destOrd="0" presId="urn:microsoft.com/office/officeart/2005/8/layout/default"/>
    <dgm:cxn modelId="{4C298EE1-9414-4F5C-9803-A0D7045DD191}" type="presOf" srcId="{81267F50-077C-40CA-B410-EDC0207A5596}" destId="{6DDD6BD3-A5F0-4FCD-97F6-FE91BEF49500}" srcOrd="0" destOrd="0" presId="urn:microsoft.com/office/officeart/2005/8/layout/default"/>
    <dgm:cxn modelId="{0CEB1A81-21E6-4D7C-83A9-09248670CB1B}" srcId="{81267F50-077C-40CA-B410-EDC0207A5596}" destId="{B13AEBD6-995C-488E-9896-D92BD9707995}" srcOrd="3" destOrd="0" parTransId="{F2A6E139-85ED-4B3E-8AAC-72057A0AD723}" sibTransId="{A7DA74F5-F3C0-42BE-91D6-87711712740F}"/>
    <dgm:cxn modelId="{B162481F-6964-458B-8800-FBB340715A06}" srcId="{81267F50-077C-40CA-B410-EDC0207A5596}" destId="{3B9F38D7-05A5-4C6E-9186-D11383A6D19F}" srcOrd="0" destOrd="0" parTransId="{7806DCFD-91A6-46A7-8E2C-F3142D964F47}" sibTransId="{7FB4B2B1-79B5-48F5-8C58-0109CB327519}"/>
    <dgm:cxn modelId="{2C3A0443-E6FD-4E65-BDF6-3B48066B04BD}" type="presOf" srcId="{3B9F38D7-05A5-4C6E-9186-D11383A6D19F}" destId="{BF4366E3-E004-4E50-872C-452D6726C8A7}" srcOrd="0" destOrd="0" presId="urn:microsoft.com/office/officeart/2005/8/layout/default"/>
    <dgm:cxn modelId="{866CD743-A5FD-4F2C-A209-6DA2895DB766}" type="presOf" srcId="{E7568DC0-3952-4E6F-9878-CF7180F96BBD}" destId="{9828359B-9968-4739-9C32-1A6C4958B891}" srcOrd="0" destOrd="0" presId="urn:microsoft.com/office/officeart/2005/8/layout/default"/>
    <dgm:cxn modelId="{D89C33FA-4DCB-4C9F-A8D1-9B6E25A90AF6}" type="presOf" srcId="{3C292F6F-3E7F-41EC-A0CC-21801104120C}" destId="{DC102361-63E2-4929-AD48-09296C917862}" srcOrd="0" destOrd="0" presId="urn:microsoft.com/office/officeart/2005/8/layout/default"/>
    <dgm:cxn modelId="{9CD1B8AB-5A45-4309-A0B6-2FB8DAD577A6}" srcId="{81267F50-077C-40CA-B410-EDC0207A5596}" destId="{E7568DC0-3952-4E6F-9878-CF7180F96BBD}" srcOrd="2" destOrd="0" parTransId="{1A049D3D-0B03-41B4-AF7F-084793642FC5}" sibTransId="{58B91686-5E79-4B92-9F91-C3763C88F0A1}"/>
    <dgm:cxn modelId="{50B97022-05DC-423B-8CA9-3F3CDD1468B2}" type="presOf" srcId="{9463F542-C714-496A-B993-CD731D02AF0F}" destId="{866C783E-B18B-4117-AF5C-B6747271BC55}" srcOrd="0" destOrd="0" presId="urn:microsoft.com/office/officeart/2005/8/layout/default"/>
    <dgm:cxn modelId="{49E8BF23-5206-4CD6-B580-EF2CE9BA88C1}" srcId="{81267F50-077C-40CA-B410-EDC0207A5596}" destId="{9463F542-C714-496A-B993-CD731D02AF0F}" srcOrd="1" destOrd="0" parTransId="{CA7C7872-F649-4053-98A0-4C03A8DC319B}" sibTransId="{4A82AF85-C18F-4F57-B622-CABDCCFC5489}"/>
    <dgm:cxn modelId="{B98B0B2A-2EC5-44AA-8616-3FE12F4F4C17}" srcId="{81267F50-077C-40CA-B410-EDC0207A5596}" destId="{3C292F6F-3E7F-41EC-A0CC-21801104120C}" srcOrd="4" destOrd="0" parTransId="{C699C54E-9FBE-4514-B530-69CA3974BC87}" sibTransId="{722488D7-7AFC-48CC-AEA5-88E9C60E85F9}"/>
    <dgm:cxn modelId="{4E1E0699-B5D1-4EAF-9F23-A813B86B8B55}" type="presParOf" srcId="{6DDD6BD3-A5F0-4FCD-97F6-FE91BEF49500}" destId="{BF4366E3-E004-4E50-872C-452D6726C8A7}" srcOrd="0" destOrd="0" presId="urn:microsoft.com/office/officeart/2005/8/layout/default"/>
    <dgm:cxn modelId="{D2C4815A-9D05-4C5D-99B0-BBA59C269AED}" type="presParOf" srcId="{6DDD6BD3-A5F0-4FCD-97F6-FE91BEF49500}" destId="{4E1012F6-2F8D-4999-8207-DC59D9F70A9B}" srcOrd="1" destOrd="0" presId="urn:microsoft.com/office/officeart/2005/8/layout/default"/>
    <dgm:cxn modelId="{0E01F5C2-2482-41A1-B8F5-1BCDF0F51541}" type="presParOf" srcId="{6DDD6BD3-A5F0-4FCD-97F6-FE91BEF49500}" destId="{866C783E-B18B-4117-AF5C-B6747271BC55}" srcOrd="2" destOrd="0" presId="urn:microsoft.com/office/officeart/2005/8/layout/default"/>
    <dgm:cxn modelId="{135B2087-D499-4851-84F5-0F72E027413D}" type="presParOf" srcId="{6DDD6BD3-A5F0-4FCD-97F6-FE91BEF49500}" destId="{46895168-48BA-4872-8A91-C01FE4C78860}" srcOrd="3" destOrd="0" presId="urn:microsoft.com/office/officeart/2005/8/layout/default"/>
    <dgm:cxn modelId="{3881C4A6-A891-468C-A3A5-B33C7E6BCE0C}" type="presParOf" srcId="{6DDD6BD3-A5F0-4FCD-97F6-FE91BEF49500}" destId="{9828359B-9968-4739-9C32-1A6C4958B891}" srcOrd="4" destOrd="0" presId="urn:microsoft.com/office/officeart/2005/8/layout/default"/>
    <dgm:cxn modelId="{28B98251-A268-4B94-9A60-DF205F41F194}" type="presParOf" srcId="{6DDD6BD3-A5F0-4FCD-97F6-FE91BEF49500}" destId="{A8FE868C-F953-411D-A372-481AB2FEF4B0}" srcOrd="5" destOrd="0" presId="urn:microsoft.com/office/officeart/2005/8/layout/default"/>
    <dgm:cxn modelId="{AE0DB31D-6048-4563-B19B-ED76028E2404}" type="presParOf" srcId="{6DDD6BD3-A5F0-4FCD-97F6-FE91BEF49500}" destId="{BC931B84-FE38-42E3-9A13-D6FE102111CD}" srcOrd="6" destOrd="0" presId="urn:microsoft.com/office/officeart/2005/8/layout/default"/>
    <dgm:cxn modelId="{7F18461F-846F-4C0C-96FD-383BF75DD2E7}" type="presParOf" srcId="{6DDD6BD3-A5F0-4FCD-97F6-FE91BEF49500}" destId="{945E91BB-6F0F-4BA2-B65F-2658D43724E2}" srcOrd="7" destOrd="0" presId="urn:microsoft.com/office/officeart/2005/8/layout/default"/>
    <dgm:cxn modelId="{DF542BDB-6B44-41A9-8371-2A882D252A91}" type="presParOf" srcId="{6DDD6BD3-A5F0-4FCD-97F6-FE91BEF49500}" destId="{DC102361-63E2-4929-AD48-09296C91786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C5625F-97C2-4CF4-8254-113351F75CB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2CF08D9-83CF-460A-AC89-EA59D31A8982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Аудит существующих решений и анализ рисков.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09A1767-25F8-422B-A193-D82F7F16912D}" type="parTrans" cxnId="{4434AA39-6164-4144-899C-43EF69D1D06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0BA0694-36C8-4891-909F-B68DB7CD1FCC}" type="sibTrans" cxnId="{4434AA39-6164-4144-899C-43EF69D1D06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A70E8ED-B44E-4E59-A9AA-45E91242697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Тестирование на соответствие требованиям информационной безопасности.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F574505-54BE-4628-8B6B-9C9FB6278E9E}" type="parTrans" cxnId="{15AC3195-A5CB-4FC6-8A96-84CCBAF11C2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832B7F0-2E75-4275-B495-2C54CC56438F}" type="sibTrans" cxnId="{15AC3195-A5CB-4FC6-8A96-84CCBAF11C2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6F45FCD-998B-4E43-A382-638DDEEA891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Сертификация ПО и аппаратных средств.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C5CC076-2630-42E3-82F5-5084A415875D}" type="parTrans" cxnId="{01CB574F-B76B-4808-A48F-185F02514E9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CE5407A-3F41-4227-BACE-F8B13EDF272E}" type="sibTrans" cxnId="{01CB574F-B76B-4808-A48F-185F02514E9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F63D667-10FC-423C-87C8-9978CD555321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Испытания в условиях имитации аварийных ситуаций.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55683F1-C4B7-4175-B60B-626E89A8886B}" type="parTrans" cxnId="{236AFBB5-4BE9-4870-B0C7-25FC6E4971B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9527A2D-C180-4622-AE01-1D611195EC1A}" type="sibTrans" cxnId="{236AFBB5-4BE9-4870-B0C7-25FC6E4971B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F5A915-C938-4560-A164-0161D7831F53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Получение сертификата соответствия от аккредитованного органа.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3FE63EE-A5B0-41F5-9D1A-3A09248F5BD5}" type="parTrans" cxnId="{9656FA86-826B-489D-BC1B-7E07D727166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3B7A3C3-FD80-4113-8ECF-B01BC31F1EFD}" type="sibTrans" cxnId="{9656FA86-826B-489D-BC1B-7E07D727166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D1E744C-787F-4648-B1F0-AE1922268BC3}" type="pres">
      <dgm:prSet presAssocID="{6AC5625F-97C2-4CF4-8254-113351F75CB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A812659-86B2-4897-A178-0B69596E4AC7}" type="pres">
      <dgm:prSet presAssocID="{D2CF08D9-83CF-460A-AC89-EA59D31A8982}" presName="parentLin" presStyleCnt="0"/>
      <dgm:spPr/>
    </dgm:pt>
    <dgm:pt modelId="{5ECB69AB-80C2-412B-A5A5-DB3E552F44A0}" type="pres">
      <dgm:prSet presAssocID="{D2CF08D9-83CF-460A-AC89-EA59D31A8982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DEE1FC05-003E-4E9D-B022-377E478827E1}" type="pres">
      <dgm:prSet presAssocID="{D2CF08D9-83CF-460A-AC89-EA59D31A8982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049692-09BF-46AD-A4FA-EF4889FC33DD}" type="pres">
      <dgm:prSet presAssocID="{D2CF08D9-83CF-460A-AC89-EA59D31A8982}" presName="negativeSpace" presStyleCnt="0"/>
      <dgm:spPr/>
    </dgm:pt>
    <dgm:pt modelId="{444F4D89-E2AE-4CC9-8EBD-0B67788F2C9C}" type="pres">
      <dgm:prSet presAssocID="{D2CF08D9-83CF-460A-AC89-EA59D31A8982}" presName="childText" presStyleLbl="conFgAcc1" presStyleIdx="0" presStyleCnt="5">
        <dgm:presLayoutVars>
          <dgm:bulletEnabled val="1"/>
        </dgm:presLayoutVars>
      </dgm:prSet>
      <dgm:spPr/>
    </dgm:pt>
    <dgm:pt modelId="{1EACF472-7A75-4ECA-B69E-907A380C9CCC}" type="pres">
      <dgm:prSet presAssocID="{30BA0694-36C8-4891-909F-B68DB7CD1FCC}" presName="spaceBetweenRectangles" presStyleCnt="0"/>
      <dgm:spPr/>
    </dgm:pt>
    <dgm:pt modelId="{715418A0-2AE0-4FE6-B220-C492B3E43053}" type="pres">
      <dgm:prSet presAssocID="{1A70E8ED-B44E-4E59-A9AA-45E91242697E}" presName="parentLin" presStyleCnt="0"/>
      <dgm:spPr/>
    </dgm:pt>
    <dgm:pt modelId="{9F90CCD3-4412-4FBA-A529-899071AF14BA}" type="pres">
      <dgm:prSet presAssocID="{1A70E8ED-B44E-4E59-A9AA-45E91242697E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7FB402BC-51FA-4C79-9674-95997B73BFC7}" type="pres">
      <dgm:prSet presAssocID="{1A70E8ED-B44E-4E59-A9AA-45E91242697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96EA54-1C1D-44B4-A29C-7B4D73553822}" type="pres">
      <dgm:prSet presAssocID="{1A70E8ED-B44E-4E59-A9AA-45E91242697E}" presName="negativeSpace" presStyleCnt="0"/>
      <dgm:spPr/>
    </dgm:pt>
    <dgm:pt modelId="{57EB2D4F-7FC0-409E-8FAE-499F6F9A18A6}" type="pres">
      <dgm:prSet presAssocID="{1A70E8ED-B44E-4E59-A9AA-45E91242697E}" presName="childText" presStyleLbl="conFgAcc1" presStyleIdx="1" presStyleCnt="5">
        <dgm:presLayoutVars>
          <dgm:bulletEnabled val="1"/>
        </dgm:presLayoutVars>
      </dgm:prSet>
      <dgm:spPr/>
    </dgm:pt>
    <dgm:pt modelId="{777DB88A-200D-4F3C-9403-02CB05912503}" type="pres">
      <dgm:prSet presAssocID="{E832B7F0-2E75-4275-B495-2C54CC56438F}" presName="spaceBetweenRectangles" presStyleCnt="0"/>
      <dgm:spPr/>
    </dgm:pt>
    <dgm:pt modelId="{349C9306-FA84-4023-B9A5-6A20561048B8}" type="pres">
      <dgm:prSet presAssocID="{D6F45FCD-998B-4E43-A382-638DDEEA8917}" presName="parentLin" presStyleCnt="0"/>
      <dgm:spPr/>
    </dgm:pt>
    <dgm:pt modelId="{0C1F883F-44DF-4A17-BE14-5B0FB534EF02}" type="pres">
      <dgm:prSet presAssocID="{D6F45FCD-998B-4E43-A382-638DDEEA8917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79ADD740-7D12-4A4B-A4FD-0B17E0A1A488}" type="pres">
      <dgm:prSet presAssocID="{D6F45FCD-998B-4E43-A382-638DDEEA891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87E54A-01A7-4850-9080-0A6A788481BA}" type="pres">
      <dgm:prSet presAssocID="{D6F45FCD-998B-4E43-A382-638DDEEA8917}" presName="negativeSpace" presStyleCnt="0"/>
      <dgm:spPr/>
    </dgm:pt>
    <dgm:pt modelId="{2419D93E-F878-41FD-90A8-9A512D72996A}" type="pres">
      <dgm:prSet presAssocID="{D6F45FCD-998B-4E43-A382-638DDEEA8917}" presName="childText" presStyleLbl="conFgAcc1" presStyleIdx="2" presStyleCnt="5">
        <dgm:presLayoutVars>
          <dgm:bulletEnabled val="1"/>
        </dgm:presLayoutVars>
      </dgm:prSet>
      <dgm:spPr/>
    </dgm:pt>
    <dgm:pt modelId="{1C7D1D9F-BFAE-4EB7-B270-EB66A1A4FDD7}" type="pres">
      <dgm:prSet presAssocID="{1CE5407A-3F41-4227-BACE-F8B13EDF272E}" presName="spaceBetweenRectangles" presStyleCnt="0"/>
      <dgm:spPr/>
    </dgm:pt>
    <dgm:pt modelId="{D05D5403-A23A-4ECB-A8F9-A871E415A503}" type="pres">
      <dgm:prSet presAssocID="{1F63D667-10FC-423C-87C8-9978CD555321}" presName="parentLin" presStyleCnt="0"/>
      <dgm:spPr/>
    </dgm:pt>
    <dgm:pt modelId="{F12FE09E-ED1B-4C99-9EE3-A871AC84AC0F}" type="pres">
      <dgm:prSet presAssocID="{1F63D667-10FC-423C-87C8-9978CD555321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0BB727E7-6476-4E6F-91E9-7A86B3877B38}" type="pres">
      <dgm:prSet presAssocID="{1F63D667-10FC-423C-87C8-9978CD555321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4AA56CA-0FDB-4205-81A1-ED2CF7907BF6}" type="pres">
      <dgm:prSet presAssocID="{1F63D667-10FC-423C-87C8-9978CD555321}" presName="negativeSpace" presStyleCnt="0"/>
      <dgm:spPr/>
    </dgm:pt>
    <dgm:pt modelId="{E73564AC-08C1-4F5E-931D-4693EB8C4C75}" type="pres">
      <dgm:prSet presAssocID="{1F63D667-10FC-423C-87C8-9978CD555321}" presName="childText" presStyleLbl="conFgAcc1" presStyleIdx="3" presStyleCnt="5">
        <dgm:presLayoutVars>
          <dgm:bulletEnabled val="1"/>
        </dgm:presLayoutVars>
      </dgm:prSet>
      <dgm:spPr/>
    </dgm:pt>
    <dgm:pt modelId="{BD043EE3-5F52-4E03-BF7B-A8B227AC596C}" type="pres">
      <dgm:prSet presAssocID="{29527A2D-C180-4622-AE01-1D611195EC1A}" presName="spaceBetweenRectangles" presStyleCnt="0"/>
      <dgm:spPr/>
    </dgm:pt>
    <dgm:pt modelId="{2E9C7463-1E09-487F-BB39-58884BB0BE29}" type="pres">
      <dgm:prSet presAssocID="{F6F5A915-C938-4560-A164-0161D7831F53}" presName="parentLin" presStyleCnt="0"/>
      <dgm:spPr/>
    </dgm:pt>
    <dgm:pt modelId="{2B55D765-63AF-45B1-9511-F09AD55EC322}" type="pres">
      <dgm:prSet presAssocID="{F6F5A915-C938-4560-A164-0161D7831F53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FD28CDFB-67E7-4B6F-B47F-B8AECEBA8B3D}" type="pres">
      <dgm:prSet presAssocID="{F6F5A915-C938-4560-A164-0161D7831F53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5F2C19-1A00-4D58-8DE6-72621522C388}" type="pres">
      <dgm:prSet presAssocID="{F6F5A915-C938-4560-A164-0161D7831F53}" presName="negativeSpace" presStyleCnt="0"/>
      <dgm:spPr/>
    </dgm:pt>
    <dgm:pt modelId="{27BD1CD3-B110-4AB5-9313-2898303C3CE7}" type="pres">
      <dgm:prSet presAssocID="{F6F5A915-C938-4560-A164-0161D7831F5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3AFCBC3-619B-4F72-841D-EB9F974F5A4F}" type="presOf" srcId="{F6F5A915-C938-4560-A164-0161D7831F53}" destId="{2B55D765-63AF-45B1-9511-F09AD55EC322}" srcOrd="0" destOrd="0" presId="urn:microsoft.com/office/officeart/2005/8/layout/list1"/>
    <dgm:cxn modelId="{EBDC403F-9AF5-4DA8-A34C-82638352A906}" type="presOf" srcId="{1A70E8ED-B44E-4E59-A9AA-45E91242697E}" destId="{9F90CCD3-4412-4FBA-A529-899071AF14BA}" srcOrd="0" destOrd="0" presId="urn:microsoft.com/office/officeart/2005/8/layout/list1"/>
    <dgm:cxn modelId="{15AC3195-A5CB-4FC6-8A96-84CCBAF11C24}" srcId="{6AC5625F-97C2-4CF4-8254-113351F75CB0}" destId="{1A70E8ED-B44E-4E59-A9AA-45E91242697E}" srcOrd="1" destOrd="0" parTransId="{DF574505-54BE-4628-8B6B-9C9FB6278E9E}" sibTransId="{E832B7F0-2E75-4275-B495-2C54CC56438F}"/>
    <dgm:cxn modelId="{46159BC5-304E-4D69-A880-F02B6504B754}" type="presOf" srcId="{D2CF08D9-83CF-460A-AC89-EA59D31A8982}" destId="{5ECB69AB-80C2-412B-A5A5-DB3E552F44A0}" srcOrd="0" destOrd="0" presId="urn:microsoft.com/office/officeart/2005/8/layout/list1"/>
    <dgm:cxn modelId="{7CABF24D-F847-4DBB-A780-B71612A8B10D}" type="presOf" srcId="{1F63D667-10FC-423C-87C8-9978CD555321}" destId="{0BB727E7-6476-4E6F-91E9-7A86B3877B38}" srcOrd="1" destOrd="0" presId="urn:microsoft.com/office/officeart/2005/8/layout/list1"/>
    <dgm:cxn modelId="{01CB574F-B76B-4808-A48F-185F02514E93}" srcId="{6AC5625F-97C2-4CF4-8254-113351F75CB0}" destId="{D6F45FCD-998B-4E43-A382-638DDEEA8917}" srcOrd="2" destOrd="0" parTransId="{8C5CC076-2630-42E3-82F5-5084A415875D}" sibTransId="{1CE5407A-3F41-4227-BACE-F8B13EDF272E}"/>
    <dgm:cxn modelId="{34F9A014-B6D1-4297-987D-B61B5E01BB01}" type="presOf" srcId="{D6F45FCD-998B-4E43-A382-638DDEEA8917}" destId="{79ADD740-7D12-4A4B-A4FD-0B17E0A1A488}" srcOrd="1" destOrd="0" presId="urn:microsoft.com/office/officeart/2005/8/layout/list1"/>
    <dgm:cxn modelId="{B07D322C-3453-40B8-92BB-84C7C28035DC}" type="presOf" srcId="{D2CF08D9-83CF-460A-AC89-EA59D31A8982}" destId="{DEE1FC05-003E-4E9D-B022-377E478827E1}" srcOrd="1" destOrd="0" presId="urn:microsoft.com/office/officeart/2005/8/layout/list1"/>
    <dgm:cxn modelId="{6030C027-9FA0-42FD-B999-73E4060CEC69}" type="presOf" srcId="{1F63D667-10FC-423C-87C8-9978CD555321}" destId="{F12FE09E-ED1B-4C99-9EE3-A871AC84AC0F}" srcOrd="0" destOrd="0" presId="urn:microsoft.com/office/officeart/2005/8/layout/list1"/>
    <dgm:cxn modelId="{9656FA86-826B-489D-BC1B-7E07D727166F}" srcId="{6AC5625F-97C2-4CF4-8254-113351F75CB0}" destId="{F6F5A915-C938-4560-A164-0161D7831F53}" srcOrd="4" destOrd="0" parTransId="{93FE63EE-A5B0-41F5-9D1A-3A09248F5BD5}" sibTransId="{E3B7A3C3-FD80-4113-8ECF-B01BC31F1EFD}"/>
    <dgm:cxn modelId="{4434AA39-6164-4144-899C-43EF69D1D067}" srcId="{6AC5625F-97C2-4CF4-8254-113351F75CB0}" destId="{D2CF08D9-83CF-460A-AC89-EA59D31A8982}" srcOrd="0" destOrd="0" parTransId="{809A1767-25F8-422B-A193-D82F7F16912D}" sibTransId="{30BA0694-36C8-4891-909F-B68DB7CD1FCC}"/>
    <dgm:cxn modelId="{EAEABA5F-41E4-41C7-9070-EBE5755A686D}" type="presOf" srcId="{F6F5A915-C938-4560-A164-0161D7831F53}" destId="{FD28CDFB-67E7-4B6F-B47F-B8AECEBA8B3D}" srcOrd="1" destOrd="0" presId="urn:microsoft.com/office/officeart/2005/8/layout/list1"/>
    <dgm:cxn modelId="{F973B3F9-0D94-4F40-8EC0-B8CCBB4A3254}" type="presOf" srcId="{6AC5625F-97C2-4CF4-8254-113351F75CB0}" destId="{AD1E744C-787F-4648-B1F0-AE1922268BC3}" srcOrd="0" destOrd="0" presId="urn:microsoft.com/office/officeart/2005/8/layout/list1"/>
    <dgm:cxn modelId="{2307B22B-28AE-4A63-AFD2-87886DA89208}" type="presOf" srcId="{D6F45FCD-998B-4E43-A382-638DDEEA8917}" destId="{0C1F883F-44DF-4A17-BE14-5B0FB534EF02}" srcOrd="0" destOrd="0" presId="urn:microsoft.com/office/officeart/2005/8/layout/list1"/>
    <dgm:cxn modelId="{236AFBB5-4BE9-4870-B0C7-25FC6E4971B2}" srcId="{6AC5625F-97C2-4CF4-8254-113351F75CB0}" destId="{1F63D667-10FC-423C-87C8-9978CD555321}" srcOrd="3" destOrd="0" parTransId="{955683F1-C4B7-4175-B60B-626E89A8886B}" sibTransId="{29527A2D-C180-4622-AE01-1D611195EC1A}"/>
    <dgm:cxn modelId="{D7CFDCD4-DED3-4876-BFE8-8033C0C26423}" type="presOf" srcId="{1A70E8ED-B44E-4E59-A9AA-45E91242697E}" destId="{7FB402BC-51FA-4C79-9674-95997B73BFC7}" srcOrd="1" destOrd="0" presId="urn:microsoft.com/office/officeart/2005/8/layout/list1"/>
    <dgm:cxn modelId="{142B6C7E-FBC2-403F-B214-43DF18511561}" type="presParOf" srcId="{AD1E744C-787F-4648-B1F0-AE1922268BC3}" destId="{FA812659-86B2-4897-A178-0B69596E4AC7}" srcOrd="0" destOrd="0" presId="urn:microsoft.com/office/officeart/2005/8/layout/list1"/>
    <dgm:cxn modelId="{50A4A4DD-0766-4A2F-919D-4A677C4B40DD}" type="presParOf" srcId="{FA812659-86B2-4897-A178-0B69596E4AC7}" destId="{5ECB69AB-80C2-412B-A5A5-DB3E552F44A0}" srcOrd="0" destOrd="0" presId="urn:microsoft.com/office/officeart/2005/8/layout/list1"/>
    <dgm:cxn modelId="{559E0434-9497-4223-A379-36E21E2B1167}" type="presParOf" srcId="{FA812659-86B2-4897-A178-0B69596E4AC7}" destId="{DEE1FC05-003E-4E9D-B022-377E478827E1}" srcOrd="1" destOrd="0" presId="urn:microsoft.com/office/officeart/2005/8/layout/list1"/>
    <dgm:cxn modelId="{6F8ED80A-8F2B-44FF-A3C7-74C1D92674A8}" type="presParOf" srcId="{AD1E744C-787F-4648-B1F0-AE1922268BC3}" destId="{6A049692-09BF-46AD-A4FA-EF4889FC33DD}" srcOrd="1" destOrd="0" presId="urn:microsoft.com/office/officeart/2005/8/layout/list1"/>
    <dgm:cxn modelId="{2C82C7A1-2A67-484B-95C4-592B07E7E709}" type="presParOf" srcId="{AD1E744C-787F-4648-B1F0-AE1922268BC3}" destId="{444F4D89-E2AE-4CC9-8EBD-0B67788F2C9C}" srcOrd="2" destOrd="0" presId="urn:microsoft.com/office/officeart/2005/8/layout/list1"/>
    <dgm:cxn modelId="{6404C479-3D50-4FE3-B465-CE25D23F96C4}" type="presParOf" srcId="{AD1E744C-787F-4648-B1F0-AE1922268BC3}" destId="{1EACF472-7A75-4ECA-B69E-907A380C9CCC}" srcOrd="3" destOrd="0" presId="urn:microsoft.com/office/officeart/2005/8/layout/list1"/>
    <dgm:cxn modelId="{7D44EBF2-66C4-468B-8D71-ADACD3DFA4EC}" type="presParOf" srcId="{AD1E744C-787F-4648-B1F0-AE1922268BC3}" destId="{715418A0-2AE0-4FE6-B220-C492B3E43053}" srcOrd="4" destOrd="0" presId="urn:microsoft.com/office/officeart/2005/8/layout/list1"/>
    <dgm:cxn modelId="{4FF9F5C5-90B6-485A-B6F4-69F4EAA13094}" type="presParOf" srcId="{715418A0-2AE0-4FE6-B220-C492B3E43053}" destId="{9F90CCD3-4412-4FBA-A529-899071AF14BA}" srcOrd="0" destOrd="0" presId="urn:microsoft.com/office/officeart/2005/8/layout/list1"/>
    <dgm:cxn modelId="{5FEC393D-4E15-4675-9409-446AC5A01A52}" type="presParOf" srcId="{715418A0-2AE0-4FE6-B220-C492B3E43053}" destId="{7FB402BC-51FA-4C79-9674-95997B73BFC7}" srcOrd="1" destOrd="0" presId="urn:microsoft.com/office/officeart/2005/8/layout/list1"/>
    <dgm:cxn modelId="{DC1346B9-4F2C-4CC6-907F-4166F39605ED}" type="presParOf" srcId="{AD1E744C-787F-4648-B1F0-AE1922268BC3}" destId="{8996EA54-1C1D-44B4-A29C-7B4D73553822}" srcOrd="5" destOrd="0" presId="urn:microsoft.com/office/officeart/2005/8/layout/list1"/>
    <dgm:cxn modelId="{AD6F9ED8-AF49-48A3-B30C-9AE4438747CB}" type="presParOf" srcId="{AD1E744C-787F-4648-B1F0-AE1922268BC3}" destId="{57EB2D4F-7FC0-409E-8FAE-499F6F9A18A6}" srcOrd="6" destOrd="0" presId="urn:microsoft.com/office/officeart/2005/8/layout/list1"/>
    <dgm:cxn modelId="{BD6869D7-AB10-4DC2-90ED-611131564C3C}" type="presParOf" srcId="{AD1E744C-787F-4648-B1F0-AE1922268BC3}" destId="{777DB88A-200D-4F3C-9403-02CB05912503}" srcOrd="7" destOrd="0" presId="urn:microsoft.com/office/officeart/2005/8/layout/list1"/>
    <dgm:cxn modelId="{009E92B7-D519-43AA-8E2C-E1ED14E73B37}" type="presParOf" srcId="{AD1E744C-787F-4648-B1F0-AE1922268BC3}" destId="{349C9306-FA84-4023-B9A5-6A20561048B8}" srcOrd="8" destOrd="0" presId="urn:microsoft.com/office/officeart/2005/8/layout/list1"/>
    <dgm:cxn modelId="{46E80C3B-9B12-4BE7-BD8B-80266B97E401}" type="presParOf" srcId="{349C9306-FA84-4023-B9A5-6A20561048B8}" destId="{0C1F883F-44DF-4A17-BE14-5B0FB534EF02}" srcOrd="0" destOrd="0" presId="urn:microsoft.com/office/officeart/2005/8/layout/list1"/>
    <dgm:cxn modelId="{2D689E95-5B0D-4BAF-BB28-F2B9E7EF816D}" type="presParOf" srcId="{349C9306-FA84-4023-B9A5-6A20561048B8}" destId="{79ADD740-7D12-4A4B-A4FD-0B17E0A1A488}" srcOrd="1" destOrd="0" presId="urn:microsoft.com/office/officeart/2005/8/layout/list1"/>
    <dgm:cxn modelId="{530B897A-78B3-4A12-8056-1B65CFDE14C8}" type="presParOf" srcId="{AD1E744C-787F-4648-B1F0-AE1922268BC3}" destId="{1A87E54A-01A7-4850-9080-0A6A788481BA}" srcOrd="9" destOrd="0" presId="urn:microsoft.com/office/officeart/2005/8/layout/list1"/>
    <dgm:cxn modelId="{E37F0499-303D-4444-9300-5D991278BC31}" type="presParOf" srcId="{AD1E744C-787F-4648-B1F0-AE1922268BC3}" destId="{2419D93E-F878-41FD-90A8-9A512D72996A}" srcOrd="10" destOrd="0" presId="urn:microsoft.com/office/officeart/2005/8/layout/list1"/>
    <dgm:cxn modelId="{92CED191-26AA-42B3-95BA-CDA01AD8BEDC}" type="presParOf" srcId="{AD1E744C-787F-4648-B1F0-AE1922268BC3}" destId="{1C7D1D9F-BFAE-4EB7-B270-EB66A1A4FDD7}" srcOrd="11" destOrd="0" presId="urn:microsoft.com/office/officeart/2005/8/layout/list1"/>
    <dgm:cxn modelId="{0BDBE1E5-DDAB-459F-B43B-E2555DE0EFE2}" type="presParOf" srcId="{AD1E744C-787F-4648-B1F0-AE1922268BC3}" destId="{D05D5403-A23A-4ECB-A8F9-A871E415A503}" srcOrd="12" destOrd="0" presId="urn:microsoft.com/office/officeart/2005/8/layout/list1"/>
    <dgm:cxn modelId="{4DE053C8-10C4-443F-AE6E-165B47053B8B}" type="presParOf" srcId="{D05D5403-A23A-4ECB-A8F9-A871E415A503}" destId="{F12FE09E-ED1B-4C99-9EE3-A871AC84AC0F}" srcOrd="0" destOrd="0" presId="urn:microsoft.com/office/officeart/2005/8/layout/list1"/>
    <dgm:cxn modelId="{782ACE59-D4DF-48AA-8743-8866E1B8781F}" type="presParOf" srcId="{D05D5403-A23A-4ECB-A8F9-A871E415A503}" destId="{0BB727E7-6476-4E6F-91E9-7A86B3877B38}" srcOrd="1" destOrd="0" presId="urn:microsoft.com/office/officeart/2005/8/layout/list1"/>
    <dgm:cxn modelId="{C1105E6A-28BB-47B5-AA9C-3D1BB6B64396}" type="presParOf" srcId="{AD1E744C-787F-4648-B1F0-AE1922268BC3}" destId="{44AA56CA-0FDB-4205-81A1-ED2CF7907BF6}" srcOrd="13" destOrd="0" presId="urn:microsoft.com/office/officeart/2005/8/layout/list1"/>
    <dgm:cxn modelId="{66A28201-81B4-40D9-8981-9D959225056A}" type="presParOf" srcId="{AD1E744C-787F-4648-B1F0-AE1922268BC3}" destId="{E73564AC-08C1-4F5E-931D-4693EB8C4C75}" srcOrd="14" destOrd="0" presId="urn:microsoft.com/office/officeart/2005/8/layout/list1"/>
    <dgm:cxn modelId="{3B4C3A5F-DB07-492B-A52D-F4380EF47C87}" type="presParOf" srcId="{AD1E744C-787F-4648-B1F0-AE1922268BC3}" destId="{BD043EE3-5F52-4E03-BF7B-A8B227AC596C}" srcOrd="15" destOrd="0" presId="urn:microsoft.com/office/officeart/2005/8/layout/list1"/>
    <dgm:cxn modelId="{FE596A7A-9633-474D-A62B-C68B0939D5A1}" type="presParOf" srcId="{AD1E744C-787F-4648-B1F0-AE1922268BC3}" destId="{2E9C7463-1E09-487F-BB39-58884BB0BE29}" srcOrd="16" destOrd="0" presId="urn:microsoft.com/office/officeart/2005/8/layout/list1"/>
    <dgm:cxn modelId="{936C1EFE-0DC1-401F-814F-DF3C31FB587A}" type="presParOf" srcId="{2E9C7463-1E09-487F-BB39-58884BB0BE29}" destId="{2B55D765-63AF-45B1-9511-F09AD55EC322}" srcOrd="0" destOrd="0" presId="urn:microsoft.com/office/officeart/2005/8/layout/list1"/>
    <dgm:cxn modelId="{D90AF246-EA8C-4094-B79C-CC79085648BB}" type="presParOf" srcId="{2E9C7463-1E09-487F-BB39-58884BB0BE29}" destId="{FD28CDFB-67E7-4B6F-B47F-B8AECEBA8B3D}" srcOrd="1" destOrd="0" presId="urn:microsoft.com/office/officeart/2005/8/layout/list1"/>
    <dgm:cxn modelId="{B7753564-098D-4886-A934-6330C459A0E5}" type="presParOf" srcId="{AD1E744C-787F-4648-B1F0-AE1922268BC3}" destId="{E15F2C19-1A00-4D58-8DE6-72621522C388}" srcOrd="17" destOrd="0" presId="urn:microsoft.com/office/officeart/2005/8/layout/list1"/>
    <dgm:cxn modelId="{9034329E-8B73-48F4-A975-1BFF86878758}" type="presParOf" srcId="{AD1E744C-787F-4648-B1F0-AE1922268BC3}" destId="{27BD1CD3-B110-4AB5-9313-2898303C3CE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3F05D-D0E1-43F4-B154-72E2EE10E766}">
      <dsp:nvSpPr>
        <dsp:cNvPr id="0" name=""/>
        <dsp:cNvSpPr/>
      </dsp:nvSpPr>
      <dsp:spPr>
        <a:xfrm>
          <a:off x="218253" y="1604"/>
          <a:ext cx="2509083" cy="15054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дорожная разметка (включая интеллектуальную разметку с RFID-метками);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18253" y="1604"/>
        <a:ext cx="2509083" cy="1505450"/>
      </dsp:txXfrm>
    </dsp:sp>
    <dsp:sp modelId="{FA35F434-2B62-4FCA-B0BF-7414F5B2C4A6}">
      <dsp:nvSpPr>
        <dsp:cNvPr id="0" name=""/>
        <dsp:cNvSpPr/>
      </dsp:nvSpPr>
      <dsp:spPr>
        <a:xfrm>
          <a:off x="2978245" y="1604"/>
          <a:ext cx="2509083" cy="15054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дорожные знаки (цифровые, динамические, адаптированные для ВАТС);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2978245" y="1604"/>
        <a:ext cx="2509083" cy="1505450"/>
      </dsp:txXfrm>
    </dsp:sp>
    <dsp:sp modelId="{055AD0B0-86EF-4039-8C25-45A74B94CD50}">
      <dsp:nvSpPr>
        <dsp:cNvPr id="0" name=""/>
        <dsp:cNvSpPr/>
      </dsp:nvSpPr>
      <dsp:spPr>
        <a:xfrm>
          <a:off x="5738237" y="1604"/>
          <a:ext cx="2509083" cy="15054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системы связи (беспроводные сети, дорожные сенсоры, пункты обмена данными);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738237" y="1604"/>
        <a:ext cx="2509083" cy="1505450"/>
      </dsp:txXfrm>
    </dsp:sp>
    <dsp:sp modelId="{D72A66A6-4475-4C8E-AC5F-7BF9C91B2E2C}">
      <dsp:nvSpPr>
        <dsp:cNvPr id="0" name=""/>
        <dsp:cNvSpPr/>
      </dsp:nvSpPr>
      <dsp:spPr>
        <a:xfrm>
          <a:off x="2978245" y="1757962"/>
          <a:ext cx="2509083" cy="15054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элементы обустройства дорог (ограждения, светофоры, табло с изменяющейся информацией).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2978245" y="1757962"/>
        <a:ext cx="2509083" cy="1505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AEE11-E83A-43C5-A79B-6849A58D7788}">
      <dsp:nvSpPr>
        <dsp:cNvPr id="0" name=""/>
        <dsp:cNvSpPr/>
      </dsp:nvSpPr>
      <dsp:spPr>
        <a:xfrm>
          <a:off x="0" y="305079"/>
          <a:ext cx="832362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FE4D2-1DB1-49DA-9B21-69C0AAAFBD58}">
      <dsp:nvSpPr>
        <dsp:cNvPr id="0" name=""/>
        <dsp:cNvSpPr/>
      </dsp:nvSpPr>
      <dsp:spPr>
        <a:xfrm>
          <a:off x="416181" y="39399"/>
          <a:ext cx="582653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229" tIns="0" rIns="220229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Анализ проектной документации и соответствие стандартам.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2120" y="65338"/>
        <a:ext cx="5774656" cy="479482"/>
      </dsp:txXfrm>
    </dsp:sp>
    <dsp:sp modelId="{ADBBAB09-3965-44B4-A5A1-4EA0E1B425E9}">
      <dsp:nvSpPr>
        <dsp:cNvPr id="0" name=""/>
        <dsp:cNvSpPr/>
      </dsp:nvSpPr>
      <dsp:spPr>
        <a:xfrm>
          <a:off x="0" y="1121559"/>
          <a:ext cx="832362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B1D69-42FE-4026-8F5D-7A4495A90B6A}">
      <dsp:nvSpPr>
        <dsp:cNvPr id="0" name=""/>
        <dsp:cNvSpPr/>
      </dsp:nvSpPr>
      <dsp:spPr>
        <a:xfrm>
          <a:off x="416181" y="855879"/>
          <a:ext cx="582653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229" tIns="0" rIns="220229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Испытания образцов (разметки, знаков, сенсоров) в лабораторных и полевых условиях.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42120" y="881818"/>
        <a:ext cx="5774656" cy="479482"/>
      </dsp:txXfrm>
    </dsp:sp>
    <dsp:sp modelId="{A7895E5D-A951-43C0-B34C-6A2133BC40AA}">
      <dsp:nvSpPr>
        <dsp:cNvPr id="0" name=""/>
        <dsp:cNvSpPr/>
      </dsp:nvSpPr>
      <dsp:spPr>
        <a:xfrm>
          <a:off x="0" y="1938039"/>
          <a:ext cx="832362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F2A91-FC8B-4CD0-BE6E-DC08F8960601}">
      <dsp:nvSpPr>
        <dsp:cNvPr id="0" name=""/>
        <dsp:cNvSpPr/>
      </dsp:nvSpPr>
      <dsp:spPr>
        <a:xfrm>
          <a:off x="416181" y="1672359"/>
          <a:ext cx="582653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229" tIns="0" rIns="220229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Проверка интеграции с системами управления движением.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42120" y="1698298"/>
        <a:ext cx="5774656" cy="479482"/>
      </dsp:txXfrm>
    </dsp:sp>
    <dsp:sp modelId="{2C5E1B56-AF56-4322-9E4C-003D90B14482}">
      <dsp:nvSpPr>
        <dsp:cNvPr id="0" name=""/>
        <dsp:cNvSpPr/>
      </dsp:nvSpPr>
      <dsp:spPr>
        <a:xfrm>
          <a:off x="0" y="2754520"/>
          <a:ext cx="832362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C6B2A-43BE-4DF4-9AFF-E1D662D93A86}">
      <dsp:nvSpPr>
        <dsp:cNvPr id="0" name=""/>
        <dsp:cNvSpPr/>
      </dsp:nvSpPr>
      <dsp:spPr>
        <a:xfrm>
          <a:off x="416181" y="2488840"/>
          <a:ext cx="582653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229" tIns="0" rIns="220229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Оформление декларации или сертификата соответствия.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42120" y="2514779"/>
        <a:ext cx="5774656" cy="479482"/>
      </dsp:txXfrm>
    </dsp:sp>
    <dsp:sp modelId="{BA76AD5C-AD56-4F3D-83B6-111B90A858BD}">
      <dsp:nvSpPr>
        <dsp:cNvPr id="0" name=""/>
        <dsp:cNvSpPr/>
      </dsp:nvSpPr>
      <dsp:spPr>
        <a:xfrm>
          <a:off x="0" y="3571000"/>
          <a:ext cx="832362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DC0D3-933A-454A-801C-726E3D8C57A5}">
      <dsp:nvSpPr>
        <dsp:cNvPr id="0" name=""/>
        <dsp:cNvSpPr/>
      </dsp:nvSpPr>
      <dsp:spPr>
        <a:xfrm>
          <a:off x="416181" y="3305320"/>
          <a:ext cx="582653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229" tIns="0" rIns="220229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Маркировка единым знаком обращения продукции (ЕАС).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42120" y="3331259"/>
        <a:ext cx="5774656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366E3-E004-4E50-872C-452D6726C8A7}">
      <dsp:nvSpPr>
        <dsp:cNvPr id="0" name=""/>
        <dsp:cNvSpPr/>
      </dsp:nvSpPr>
      <dsp:spPr>
        <a:xfrm>
          <a:off x="0" y="239410"/>
          <a:ext cx="2537951" cy="1522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серверные комплексы и системы хранения данных;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239410"/>
        <a:ext cx="2537951" cy="1522770"/>
      </dsp:txXfrm>
    </dsp:sp>
    <dsp:sp modelId="{866C783E-B18B-4117-AF5C-B6747271BC55}">
      <dsp:nvSpPr>
        <dsp:cNvPr id="0" name=""/>
        <dsp:cNvSpPr/>
      </dsp:nvSpPr>
      <dsp:spPr>
        <a:xfrm>
          <a:off x="2791746" y="239410"/>
          <a:ext cx="2537951" cy="1522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программно-аппаратные комплексы моделирования и прогнозирования трафика;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791746" y="239410"/>
        <a:ext cx="2537951" cy="1522770"/>
      </dsp:txXfrm>
    </dsp:sp>
    <dsp:sp modelId="{9828359B-9968-4739-9C32-1A6C4958B891}">
      <dsp:nvSpPr>
        <dsp:cNvPr id="0" name=""/>
        <dsp:cNvSpPr/>
      </dsp:nvSpPr>
      <dsp:spPr>
        <a:xfrm>
          <a:off x="5583493" y="239410"/>
          <a:ext cx="2537951" cy="1522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системы связи и передачи данных (LTE, 5G, Wi-Fi);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5583493" y="239410"/>
        <a:ext cx="2537951" cy="1522770"/>
      </dsp:txXfrm>
    </dsp:sp>
    <dsp:sp modelId="{BC931B84-FE38-42E3-9A13-D6FE102111CD}">
      <dsp:nvSpPr>
        <dsp:cNvPr id="0" name=""/>
        <dsp:cNvSpPr/>
      </dsp:nvSpPr>
      <dsp:spPr>
        <a:xfrm>
          <a:off x="1395873" y="2015976"/>
          <a:ext cx="2537951" cy="1522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интерфейсы взаимодействия с ВАТС и дорожной инфраструктурой;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1395873" y="2015976"/>
        <a:ext cx="2537951" cy="1522770"/>
      </dsp:txXfrm>
    </dsp:sp>
    <dsp:sp modelId="{DC102361-63E2-4929-AD48-09296C917862}">
      <dsp:nvSpPr>
        <dsp:cNvPr id="0" name=""/>
        <dsp:cNvSpPr/>
      </dsp:nvSpPr>
      <dsp:spPr>
        <a:xfrm>
          <a:off x="4187620" y="2015976"/>
          <a:ext cx="2537951" cy="1522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системы кибербезопасности и защиты от несанкционированного доступа.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187620" y="2015976"/>
        <a:ext cx="2537951" cy="15227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4F4D89-E2AE-4CC9-8EBD-0B67788F2C9C}">
      <dsp:nvSpPr>
        <dsp:cNvPr id="0" name=""/>
        <dsp:cNvSpPr/>
      </dsp:nvSpPr>
      <dsp:spPr>
        <a:xfrm>
          <a:off x="0" y="305079"/>
          <a:ext cx="795921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1FC05-003E-4E9D-B022-377E478827E1}">
      <dsp:nvSpPr>
        <dsp:cNvPr id="0" name=""/>
        <dsp:cNvSpPr/>
      </dsp:nvSpPr>
      <dsp:spPr>
        <a:xfrm>
          <a:off x="397960" y="39399"/>
          <a:ext cx="55714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8" tIns="0" rIns="21058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Аудит существующих решений и анализ рисков.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3899" y="65338"/>
        <a:ext cx="5519571" cy="479482"/>
      </dsp:txXfrm>
    </dsp:sp>
    <dsp:sp modelId="{57EB2D4F-7FC0-409E-8FAE-499F6F9A18A6}">
      <dsp:nvSpPr>
        <dsp:cNvPr id="0" name=""/>
        <dsp:cNvSpPr/>
      </dsp:nvSpPr>
      <dsp:spPr>
        <a:xfrm>
          <a:off x="0" y="1121559"/>
          <a:ext cx="795921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402BC-51FA-4C79-9674-95997B73BFC7}">
      <dsp:nvSpPr>
        <dsp:cNvPr id="0" name=""/>
        <dsp:cNvSpPr/>
      </dsp:nvSpPr>
      <dsp:spPr>
        <a:xfrm>
          <a:off x="397960" y="855879"/>
          <a:ext cx="55714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8" tIns="0" rIns="21058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Тестирование на соответствие требованиям информационной безопасности.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23899" y="881818"/>
        <a:ext cx="5519571" cy="479482"/>
      </dsp:txXfrm>
    </dsp:sp>
    <dsp:sp modelId="{2419D93E-F878-41FD-90A8-9A512D72996A}">
      <dsp:nvSpPr>
        <dsp:cNvPr id="0" name=""/>
        <dsp:cNvSpPr/>
      </dsp:nvSpPr>
      <dsp:spPr>
        <a:xfrm>
          <a:off x="0" y="1938039"/>
          <a:ext cx="795921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DD740-7D12-4A4B-A4FD-0B17E0A1A488}">
      <dsp:nvSpPr>
        <dsp:cNvPr id="0" name=""/>
        <dsp:cNvSpPr/>
      </dsp:nvSpPr>
      <dsp:spPr>
        <a:xfrm>
          <a:off x="397960" y="1672359"/>
          <a:ext cx="55714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8" tIns="0" rIns="21058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Сертификация ПО и аппаратных средств.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23899" y="1698298"/>
        <a:ext cx="5519571" cy="479482"/>
      </dsp:txXfrm>
    </dsp:sp>
    <dsp:sp modelId="{E73564AC-08C1-4F5E-931D-4693EB8C4C75}">
      <dsp:nvSpPr>
        <dsp:cNvPr id="0" name=""/>
        <dsp:cNvSpPr/>
      </dsp:nvSpPr>
      <dsp:spPr>
        <a:xfrm>
          <a:off x="0" y="2754520"/>
          <a:ext cx="795921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727E7-6476-4E6F-91E9-7A86B3877B38}">
      <dsp:nvSpPr>
        <dsp:cNvPr id="0" name=""/>
        <dsp:cNvSpPr/>
      </dsp:nvSpPr>
      <dsp:spPr>
        <a:xfrm>
          <a:off x="397960" y="2488840"/>
          <a:ext cx="55714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8" tIns="0" rIns="21058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Испытания в условиях имитации аварийных ситуаций.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23899" y="2514779"/>
        <a:ext cx="5519571" cy="479482"/>
      </dsp:txXfrm>
    </dsp:sp>
    <dsp:sp modelId="{27BD1CD3-B110-4AB5-9313-2898303C3CE7}">
      <dsp:nvSpPr>
        <dsp:cNvPr id="0" name=""/>
        <dsp:cNvSpPr/>
      </dsp:nvSpPr>
      <dsp:spPr>
        <a:xfrm>
          <a:off x="0" y="3571000"/>
          <a:ext cx="795921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8CDFB-67E7-4B6F-B47F-B8AECEBA8B3D}">
      <dsp:nvSpPr>
        <dsp:cNvPr id="0" name=""/>
        <dsp:cNvSpPr/>
      </dsp:nvSpPr>
      <dsp:spPr>
        <a:xfrm>
          <a:off x="397960" y="3305320"/>
          <a:ext cx="55714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8" tIns="0" rIns="21058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Получение сертификата соответствия от аккредитованного органа.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23899" y="3331259"/>
        <a:ext cx="5519571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1995055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 Сертификация наземной инфраструктуры для беспилотных систем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Сертификация дорожной инфраструктуры для ВАТС (разметка, дорожные знаки, системы связи).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Сертификация центров управления движением ВАТС.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Требования к безопасности и надежности наземной инфраструктуры.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Стандарты и технические условия на элементы наземной инфраструктуры.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Порядок проведения сертификации элементов наземной инфраструктуры.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Сертификация дорожной инфраструктуры для ВАТС (разметка, дорожные знаки, системы связи)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933807"/>
            <a:ext cx="8323621" cy="1325587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Цель сертификации: подтверждение соответствия элементов дорожной инфраструктуры требованиям безопасности и эффективности для эксплуатации ВАТС.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Объекты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сертификации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634809640"/>
              </p:ext>
            </p:extLst>
          </p:nvPr>
        </p:nvGraphicFramePr>
        <p:xfrm>
          <a:off x="206478" y="3327512"/>
          <a:ext cx="8465574" cy="3265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7460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Сертификация дорожной инфраструктуры для ВАТС (разметка, дорожные знаки, системы связи)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933807"/>
            <a:ext cx="8323621" cy="44068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Процесс сертификации: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206930637"/>
              </p:ext>
            </p:extLst>
          </p:nvPr>
        </p:nvGraphicFramePr>
        <p:xfrm>
          <a:off x="348431" y="2416698"/>
          <a:ext cx="832362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433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 Сертификация центров управления движением ВАТС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172379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Цель: обеспечение надёжности и безопасности централизованного управления потоками ВАТС.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Компоненты центров управления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677933831"/>
              </p:ext>
            </p:extLst>
          </p:nvPr>
        </p:nvGraphicFramePr>
        <p:xfrm>
          <a:off x="521109" y="3067665"/>
          <a:ext cx="8121445" cy="3778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304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 Сертификация центров управления движением ВАТС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355037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Этапы сертификации: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84529273"/>
              </p:ext>
            </p:extLst>
          </p:nvPr>
        </p:nvGraphicFramePr>
        <p:xfrm>
          <a:off x="594851" y="1724309"/>
          <a:ext cx="795921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183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Порядок проведения сертификации элементов наземной инфраструктуры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Шаг 1. Подготовка документации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разработка технической документации (чертежи, спецификации, руководства по эксплуатации);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составление программы испытаний и методики оценки соответствия.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180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Порядок проведения сертификации элементов наземной инфраструктуры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Шаг 2. Выбор схемы сертификации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серийного производства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схема 1с (с инспекционным контролем);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партий продукции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схема 3с (без инспекционного контроля);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декларационного соответствия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схемы 1д, 3д, 4д по ТР ТС 014/2011.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70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Порядок проведения сертификации элементов наземной инфраструктуры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Шаг 3. Испытания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лабораторные испытания (механические, климатические, электромагнитные);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натурные испытания на тестовых участках дорог;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испытания на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кибербезопасность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пентесты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анализ уязвимостей);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проверка взаимодействия с ВАТС в реальных условиях.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029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Порядок проведения сертификации элементов наземной инфраструктуры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Шаг 4. Оценка соответствия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анализ результатов испытаний;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проверка документации и производственного процесса (для схемы 1с);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оформление акта оценки соответствия.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7724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Порядок проведения сертификации элементов наземной инфраструктуры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Шаг 5. Выдача сертификата или декларации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регистрация в государственном реестре;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присвоение знака ЕАС;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выдача сертификата на бланке установленного образца.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1825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354" y="373346"/>
            <a:ext cx="7886700" cy="13255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Порядок проведения сертификации элементов наземной инфраструктуры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430" y="1343872"/>
            <a:ext cx="8594624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Шаг 6. Инспекционный контроль (для схем с контролем)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периодические проверки производства и продукции;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контроль соблюдения требований безопасности и качества;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корректирующие мероприятия при выявлении несоответствий.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0707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5976</TotalTime>
  <Words>552</Words>
  <Application>Microsoft Office PowerPoint</Application>
  <PresentationFormat>Экран (4:3)</PresentationFormat>
  <Paragraphs>90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Специальное оформление</vt:lpstr>
      <vt:lpstr>1_Специальное оформление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 Сертификация наземной инфраструктуры для беспилотных систем</vt:lpstr>
      <vt:lpstr>План лекции</vt:lpstr>
      <vt:lpstr>1. Сертификация дорожной инфраструктуры для ВАТС (разметка, дорожные знаки, системы связи)</vt:lpstr>
      <vt:lpstr>1. Сертификация дорожной инфраструктуры для ВАТС (разметка, дорожные знаки, системы связи)</vt:lpstr>
      <vt:lpstr>2. Сертификация центров управления движением ВАТС</vt:lpstr>
      <vt:lpstr>2. Сертификация центров управления движением ВАТС</vt:lpstr>
      <vt:lpstr>Порядок проведения сертификации элементов наземной инфраструктуры</vt:lpstr>
      <vt:lpstr>Порядок проведения сертификации элементов наземной инфраструктуры</vt:lpstr>
      <vt:lpstr>Порядок проведения сертификации элементов наземной инфраструктуры</vt:lpstr>
      <vt:lpstr>Порядок проведения сертификации элементов наземной инфраструктуры</vt:lpstr>
      <vt:lpstr>Порядок проведения сертификации элементов наземной инфраструктуры</vt:lpstr>
      <vt:lpstr>Порядок проведения сертификации элементов наземной инфраструктуры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349</cp:revision>
  <dcterms:created xsi:type="dcterms:W3CDTF">2015-07-29T11:14:37Z</dcterms:created>
  <dcterms:modified xsi:type="dcterms:W3CDTF">2026-06-26T20:06:15Z</dcterms:modified>
</cp:coreProperties>
</file>