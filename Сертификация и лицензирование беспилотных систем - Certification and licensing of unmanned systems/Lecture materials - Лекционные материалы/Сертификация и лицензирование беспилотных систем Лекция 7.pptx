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</p:sldMasterIdLst>
  <p:sldIdLst>
    <p:sldId id="256" r:id="rId4"/>
    <p:sldId id="257" r:id="rId5"/>
    <p:sldId id="258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59" r:id="rId14"/>
  </p:sldIdLst>
  <p:sldSz cx="9144000" cy="6858000" type="screen4x3"/>
  <p:notesSz cx="7559675" cy="106918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52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1AEAF26-141D-4082-A6DD-14D83E2F9201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B46724D5-4298-48A3-AD92-2518DC1761C1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обеспечение соблюдения законодательства в сфере лицензируемой деятельности;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0374ADD4-5C71-48BD-8337-17D3AFDD25E6}" type="parTrans" cxnId="{4EA7EE5C-CEE3-4F07-A13F-9A86F9EAD18D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F9AB0215-1C4B-44C9-9677-188B181E2784}" type="sibTrans" cxnId="{4EA7EE5C-CEE3-4F07-A13F-9A86F9EAD18D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34A36AFF-3683-44D6-9FC1-FBAEC0D3AA3F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защита прав и законных интересов граждан и организаций;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923820A0-F13B-47B4-9854-1B74AF359BE0}" type="parTrans" cxnId="{12152A66-F379-426A-A8FC-1270AC018840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FF1C55B9-1591-41E6-A04B-A492A0D888C2}" type="sibTrans" cxnId="{12152A66-F379-426A-A8FC-1270AC018840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C8A56A13-C9B9-4EFD-AFB3-7B70BFADF39E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предотвращение угроз безопасности, здоровью людей, окружающей среде;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08758BDF-41E7-4D98-A3BF-75FC67EF2EF3}" type="parTrans" cxnId="{BA93BD22-4861-472B-AF63-615AA323A48A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BCBA10A4-0312-45F8-82AE-225251E73AE5}" type="sibTrans" cxnId="{BA93BD22-4861-472B-AF63-615AA323A48A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12DFE81D-0273-4D50-AB95-2283B5BE69FB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контроль за исполнением лицензионных требований и условий.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1AE8AC17-E692-4876-8AFE-40605A1B3087}" type="parTrans" cxnId="{8052087A-ACD0-4C98-8F29-77FD2B42F794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8F434594-FD55-4CD4-8AE9-0F0C7398828D}" type="sibTrans" cxnId="{8052087A-ACD0-4C98-8F29-77FD2B42F794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FD76C4D1-2760-48BD-9EED-A54BD282043E}" type="pres">
      <dgm:prSet presAssocID="{81AEAF26-141D-4082-A6DD-14D83E2F9201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F265214B-AD3E-4666-9FA8-064BFD611A95}" type="pres">
      <dgm:prSet presAssocID="{B46724D5-4298-48A3-AD92-2518DC1761C1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5D581F4-D225-4421-89DD-7C7604E91ACD}" type="pres">
      <dgm:prSet presAssocID="{F9AB0215-1C4B-44C9-9677-188B181E2784}" presName="sibTrans" presStyleCnt="0"/>
      <dgm:spPr/>
    </dgm:pt>
    <dgm:pt modelId="{3682442E-B852-4100-812D-ED4900010FBF}" type="pres">
      <dgm:prSet presAssocID="{34A36AFF-3683-44D6-9FC1-FBAEC0D3AA3F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5C8EAE4-6F5B-43AC-BF4C-F211E5AB2F59}" type="pres">
      <dgm:prSet presAssocID="{FF1C55B9-1591-41E6-A04B-A492A0D888C2}" presName="sibTrans" presStyleCnt="0"/>
      <dgm:spPr/>
    </dgm:pt>
    <dgm:pt modelId="{00582ECC-8FE1-44CD-A4C8-EC0B3FD15698}" type="pres">
      <dgm:prSet presAssocID="{C8A56A13-C9B9-4EFD-AFB3-7B70BFADF39E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E273758-F229-4ACB-B507-A2F9D6AB9A20}" type="pres">
      <dgm:prSet presAssocID="{BCBA10A4-0312-45F8-82AE-225251E73AE5}" presName="sibTrans" presStyleCnt="0"/>
      <dgm:spPr/>
    </dgm:pt>
    <dgm:pt modelId="{8DB37F6D-56DC-48A8-A471-5A84538CC703}" type="pres">
      <dgm:prSet presAssocID="{12DFE81D-0273-4D50-AB95-2283B5BE69FB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C2440D1B-052C-49A6-82F3-F677B1865E57}" type="presOf" srcId="{C8A56A13-C9B9-4EFD-AFB3-7B70BFADF39E}" destId="{00582ECC-8FE1-44CD-A4C8-EC0B3FD15698}" srcOrd="0" destOrd="0" presId="urn:microsoft.com/office/officeart/2005/8/layout/default"/>
    <dgm:cxn modelId="{A5AA04DA-D940-4223-A543-E55E2903300E}" type="presOf" srcId="{81AEAF26-141D-4082-A6DD-14D83E2F9201}" destId="{FD76C4D1-2760-48BD-9EED-A54BD282043E}" srcOrd="0" destOrd="0" presId="urn:microsoft.com/office/officeart/2005/8/layout/default"/>
    <dgm:cxn modelId="{9B5F9218-6A9C-4E1E-8779-5FF9F17219C9}" type="presOf" srcId="{12DFE81D-0273-4D50-AB95-2283B5BE69FB}" destId="{8DB37F6D-56DC-48A8-A471-5A84538CC703}" srcOrd="0" destOrd="0" presId="urn:microsoft.com/office/officeart/2005/8/layout/default"/>
    <dgm:cxn modelId="{BA93BD22-4861-472B-AF63-615AA323A48A}" srcId="{81AEAF26-141D-4082-A6DD-14D83E2F9201}" destId="{C8A56A13-C9B9-4EFD-AFB3-7B70BFADF39E}" srcOrd="2" destOrd="0" parTransId="{08758BDF-41E7-4D98-A3BF-75FC67EF2EF3}" sibTransId="{BCBA10A4-0312-45F8-82AE-225251E73AE5}"/>
    <dgm:cxn modelId="{AA292CFC-E247-49A4-8B78-47D25A3C2176}" type="presOf" srcId="{B46724D5-4298-48A3-AD92-2518DC1761C1}" destId="{F265214B-AD3E-4666-9FA8-064BFD611A95}" srcOrd="0" destOrd="0" presId="urn:microsoft.com/office/officeart/2005/8/layout/default"/>
    <dgm:cxn modelId="{12152A66-F379-426A-A8FC-1270AC018840}" srcId="{81AEAF26-141D-4082-A6DD-14D83E2F9201}" destId="{34A36AFF-3683-44D6-9FC1-FBAEC0D3AA3F}" srcOrd="1" destOrd="0" parTransId="{923820A0-F13B-47B4-9854-1B74AF359BE0}" sibTransId="{FF1C55B9-1591-41E6-A04B-A492A0D888C2}"/>
    <dgm:cxn modelId="{8052087A-ACD0-4C98-8F29-77FD2B42F794}" srcId="{81AEAF26-141D-4082-A6DD-14D83E2F9201}" destId="{12DFE81D-0273-4D50-AB95-2283B5BE69FB}" srcOrd="3" destOrd="0" parTransId="{1AE8AC17-E692-4876-8AFE-40605A1B3087}" sibTransId="{8F434594-FD55-4CD4-8AE9-0F0C7398828D}"/>
    <dgm:cxn modelId="{4EA7EE5C-CEE3-4F07-A13F-9A86F9EAD18D}" srcId="{81AEAF26-141D-4082-A6DD-14D83E2F9201}" destId="{B46724D5-4298-48A3-AD92-2518DC1761C1}" srcOrd="0" destOrd="0" parTransId="{0374ADD4-5C71-48BD-8337-17D3AFDD25E6}" sibTransId="{F9AB0215-1C4B-44C9-9677-188B181E2784}"/>
    <dgm:cxn modelId="{3E67A553-4923-4F8C-96BE-FC607379DFF8}" type="presOf" srcId="{34A36AFF-3683-44D6-9FC1-FBAEC0D3AA3F}" destId="{3682442E-B852-4100-812D-ED4900010FBF}" srcOrd="0" destOrd="0" presId="urn:microsoft.com/office/officeart/2005/8/layout/default"/>
    <dgm:cxn modelId="{8E9493F9-6AC1-46F0-B966-C5DBAD1EC1FA}" type="presParOf" srcId="{FD76C4D1-2760-48BD-9EED-A54BD282043E}" destId="{F265214B-AD3E-4666-9FA8-064BFD611A95}" srcOrd="0" destOrd="0" presId="urn:microsoft.com/office/officeart/2005/8/layout/default"/>
    <dgm:cxn modelId="{36D2280C-E11B-4CE0-A861-BDD05E8BBDD9}" type="presParOf" srcId="{FD76C4D1-2760-48BD-9EED-A54BD282043E}" destId="{D5D581F4-D225-4421-89DD-7C7604E91ACD}" srcOrd="1" destOrd="0" presId="urn:microsoft.com/office/officeart/2005/8/layout/default"/>
    <dgm:cxn modelId="{7ADD93DA-2D7D-47E0-AB7D-DC5DF113A391}" type="presParOf" srcId="{FD76C4D1-2760-48BD-9EED-A54BD282043E}" destId="{3682442E-B852-4100-812D-ED4900010FBF}" srcOrd="2" destOrd="0" presId="urn:microsoft.com/office/officeart/2005/8/layout/default"/>
    <dgm:cxn modelId="{FABCF639-A99D-4A21-A1C8-8C6FEE1918C4}" type="presParOf" srcId="{FD76C4D1-2760-48BD-9EED-A54BD282043E}" destId="{E5C8EAE4-6F5B-43AC-BF4C-F211E5AB2F59}" srcOrd="3" destOrd="0" presId="urn:microsoft.com/office/officeart/2005/8/layout/default"/>
    <dgm:cxn modelId="{AD6A55C5-684E-4988-ADF0-CE3CEB899FFB}" type="presParOf" srcId="{FD76C4D1-2760-48BD-9EED-A54BD282043E}" destId="{00582ECC-8FE1-44CD-A4C8-EC0B3FD15698}" srcOrd="4" destOrd="0" presId="urn:microsoft.com/office/officeart/2005/8/layout/default"/>
    <dgm:cxn modelId="{8A779BA0-BF76-43CC-A867-8B42265A8C26}" type="presParOf" srcId="{FD76C4D1-2760-48BD-9EED-A54BD282043E}" destId="{BE273758-F229-4ACB-B507-A2F9D6AB9A20}" srcOrd="5" destOrd="0" presId="urn:microsoft.com/office/officeart/2005/8/layout/default"/>
    <dgm:cxn modelId="{D6083253-4AB7-45F1-A881-988EFEEA4F21}" type="presParOf" srcId="{FD76C4D1-2760-48BD-9EED-A54BD282043E}" destId="{8DB37F6D-56DC-48A8-A471-5A84538CC703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647CC77-C9A1-45A0-B9B1-07FCCD4EFF64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45DD58F4-DEA5-42ED-88D4-7359ABAA0F1F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наложение штрафов (размер зависит от вида нарушения и субъекта - физическое, должностное или юридическое лицо);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14B380B1-1F41-4239-910B-93D9E9F7A190}" type="parTrans" cxnId="{E8845324-099D-4DC3-A3CF-55E47DC0A5DD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B9877718-31F8-4E55-9410-3F3480BFA115}" type="sibTrans" cxnId="{E8845324-099D-4DC3-A3CF-55E47DC0A5DD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1BB936C3-610C-48D9-8B47-EB4FD5D8C7A6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административное приостановление деятельности;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0B456C20-7027-4672-8074-2F7B074884F0}" type="parTrans" cxnId="{32D99E21-4C7B-4631-9E90-04753CAEE913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378C5170-0EDF-457F-B777-4A05D8290739}" type="sibTrans" cxnId="{32D99E21-4C7B-4631-9E90-04753CAEE913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199A4B55-9913-410F-A7AB-6D07ECDDF904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предписание об устранении нарушений в установленный срок.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95C16431-2C5B-404B-A94A-C57263436D68}" type="parTrans" cxnId="{EB0C11E0-A1BC-4E92-B77C-87DEB5C8E820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E7FF4AC2-7418-409C-9D11-2BD26737AB71}" type="sibTrans" cxnId="{EB0C11E0-A1BC-4E92-B77C-87DEB5C8E820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203BC658-386C-4549-A4A7-C33D0D05B1D3}" type="pres">
      <dgm:prSet presAssocID="{7647CC77-C9A1-45A0-B9B1-07FCCD4EFF64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3F471009-472B-4047-ABE5-B5FC6F1D1376}" type="pres">
      <dgm:prSet presAssocID="{45DD58F4-DEA5-42ED-88D4-7359ABAA0F1F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A18628D-E38B-4367-A4BE-B4ECD45A756F}" type="pres">
      <dgm:prSet presAssocID="{B9877718-31F8-4E55-9410-3F3480BFA115}" presName="sibTrans" presStyleCnt="0"/>
      <dgm:spPr/>
    </dgm:pt>
    <dgm:pt modelId="{41D240B6-7794-442D-883A-6686D7A72AEE}" type="pres">
      <dgm:prSet presAssocID="{1BB936C3-610C-48D9-8B47-EB4FD5D8C7A6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6876B17-78E8-4909-9E1D-79D692A1F942}" type="pres">
      <dgm:prSet presAssocID="{378C5170-0EDF-457F-B777-4A05D8290739}" presName="sibTrans" presStyleCnt="0"/>
      <dgm:spPr/>
    </dgm:pt>
    <dgm:pt modelId="{A263B9AC-C09F-4AF0-81CE-B9E1A9C2478B}" type="pres">
      <dgm:prSet presAssocID="{199A4B55-9913-410F-A7AB-6D07ECDDF904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7C2598A8-AD7D-41A7-BB0A-EA2AE74B545C}" type="presOf" srcId="{1BB936C3-610C-48D9-8B47-EB4FD5D8C7A6}" destId="{41D240B6-7794-442D-883A-6686D7A72AEE}" srcOrd="0" destOrd="0" presId="urn:microsoft.com/office/officeart/2005/8/layout/default"/>
    <dgm:cxn modelId="{EB0C11E0-A1BC-4E92-B77C-87DEB5C8E820}" srcId="{7647CC77-C9A1-45A0-B9B1-07FCCD4EFF64}" destId="{199A4B55-9913-410F-A7AB-6D07ECDDF904}" srcOrd="2" destOrd="0" parTransId="{95C16431-2C5B-404B-A94A-C57263436D68}" sibTransId="{E7FF4AC2-7418-409C-9D11-2BD26737AB71}"/>
    <dgm:cxn modelId="{283830FA-B4D2-47D2-866D-E02F95625F9D}" type="presOf" srcId="{45DD58F4-DEA5-42ED-88D4-7359ABAA0F1F}" destId="{3F471009-472B-4047-ABE5-B5FC6F1D1376}" srcOrd="0" destOrd="0" presId="urn:microsoft.com/office/officeart/2005/8/layout/default"/>
    <dgm:cxn modelId="{32D99E21-4C7B-4631-9E90-04753CAEE913}" srcId="{7647CC77-C9A1-45A0-B9B1-07FCCD4EFF64}" destId="{1BB936C3-610C-48D9-8B47-EB4FD5D8C7A6}" srcOrd="1" destOrd="0" parTransId="{0B456C20-7027-4672-8074-2F7B074884F0}" sibTransId="{378C5170-0EDF-457F-B777-4A05D8290739}"/>
    <dgm:cxn modelId="{1CDF479A-0260-4B5E-A531-4835BB018D25}" type="presOf" srcId="{7647CC77-C9A1-45A0-B9B1-07FCCD4EFF64}" destId="{203BC658-386C-4549-A4A7-C33D0D05B1D3}" srcOrd="0" destOrd="0" presId="urn:microsoft.com/office/officeart/2005/8/layout/default"/>
    <dgm:cxn modelId="{7EDFC340-591B-43B8-8D5E-8BBD6B677FE3}" type="presOf" srcId="{199A4B55-9913-410F-A7AB-6D07ECDDF904}" destId="{A263B9AC-C09F-4AF0-81CE-B9E1A9C2478B}" srcOrd="0" destOrd="0" presId="urn:microsoft.com/office/officeart/2005/8/layout/default"/>
    <dgm:cxn modelId="{E8845324-099D-4DC3-A3CF-55E47DC0A5DD}" srcId="{7647CC77-C9A1-45A0-B9B1-07FCCD4EFF64}" destId="{45DD58F4-DEA5-42ED-88D4-7359ABAA0F1F}" srcOrd="0" destOrd="0" parTransId="{14B380B1-1F41-4239-910B-93D9E9F7A190}" sibTransId="{B9877718-31F8-4E55-9410-3F3480BFA115}"/>
    <dgm:cxn modelId="{A62A0FB2-E635-44B6-8382-CEAB59852712}" type="presParOf" srcId="{203BC658-386C-4549-A4A7-C33D0D05B1D3}" destId="{3F471009-472B-4047-ABE5-B5FC6F1D1376}" srcOrd="0" destOrd="0" presId="urn:microsoft.com/office/officeart/2005/8/layout/default"/>
    <dgm:cxn modelId="{54D40B45-5A11-4743-8A3A-1702B85709BC}" type="presParOf" srcId="{203BC658-386C-4549-A4A7-C33D0D05B1D3}" destId="{9A18628D-E38B-4367-A4BE-B4ECD45A756F}" srcOrd="1" destOrd="0" presId="urn:microsoft.com/office/officeart/2005/8/layout/default"/>
    <dgm:cxn modelId="{2D87C088-C7FC-4DAC-9FC2-596391417CE6}" type="presParOf" srcId="{203BC658-386C-4549-A4A7-C33D0D05B1D3}" destId="{41D240B6-7794-442D-883A-6686D7A72AEE}" srcOrd="2" destOrd="0" presId="urn:microsoft.com/office/officeart/2005/8/layout/default"/>
    <dgm:cxn modelId="{04735E66-5798-4720-A973-A55D35ADE082}" type="presParOf" srcId="{203BC658-386C-4549-A4A7-C33D0D05B1D3}" destId="{96876B17-78E8-4909-9E1D-79D692A1F942}" srcOrd="3" destOrd="0" presId="urn:microsoft.com/office/officeart/2005/8/layout/default"/>
    <dgm:cxn modelId="{14F7AADA-0C9A-40A1-9141-27929911803B}" type="presParOf" srcId="{203BC658-386C-4549-A4A7-C33D0D05B1D3}" destId="{A263B9AC-C09F-4AF0-81CE-B9E1A9C2478B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FA854BA-F1AC-42F0-B02B-C6DABDC2941F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CAA01FDB-B0B7-4C7F-8C3F-8F1ED615A318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возмещение ущерба, причинённого третьим лицам вследствие нарушений при осуществлении лицензируемой деятельности;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DCAFA524-76F2-44E9-90CD-CC3220C60E56}" type="parTrans" cxnId="{6D606AB1-05C6-4D6A-8459-3B8D2DCD6427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23988974-B669-4AA0-974E-A763DB598454}" type="sibTrans" cxnId="{6D606AB1-05C6-4D6A-8459-3B8D2DCD6427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1DF6BC77-63D3-41C2-81F2-1F2F42D64FED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компенсация убытков, связанных с приостановлением или аннулированием лицензии.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54725BDE-A0E7-4962-8069-40565BF3C28E}" type="parTrans" cxnId="{CA153A3E-7279-43F6-9618-4789516D0D75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38B1B7BA-81CC-4E47-B61E-F071AE39F1CA}" type="sibTrans" cxnId="{CA153A3E-7279-43F6-9618-4789516D0D75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DD84960C-ED44-4C37-B4C3-E2EB342C13D1}" type="pres">
      <dgm:prSet presAssocID="{2FA854BA-F1AC-42F0-B02B-C6DABDC2941F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5F8D07A2-C092-4284-95C1-6923B7CB3706}" type="pres">
      <dgm:prSet presAssocID="{CAA01FDB-B0B7-4C7F-8C3F-8F1ED615A318}" presName="node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1F9DA03-02CD-4245-ACFB-7A47C61B5228}" type="pres">
      <dgm:prSet presAssocID="{23988974-B669-4AA0-974E-A763DB598454}" presName="sibTrans" presStyleCnt="0"/>
      <dgm:spPr/>
    </dgm:pt>
    <dgm:pt modelId="{AFAA4147-46BD-498F-816B-C6B2262ABD2D}" type="pres">
      <dgm:prSet presAssocID="{1DF6BC77-63D3-41C2-81F2-1F2F42D64FED}" presName="node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C3E5BF3C-0BA8-4EF5-AAB3-E59B28C22C28}" type="presOf" srcId="{CAA01FDB-B0B7-4C7F-8C3F-8F1ED615A318}" destId="{5F8D07A2-C092-4284-95C1-6923B7CB3706}" srcOrd="0" destOrd="0" presId="urn:microsoft.com/office/officeart/2005/8/layout/default"/>
    <dgm:cxn modelId="{A252F88E-A4AC-44E5-BD5B-1D596B4C2765}" type="presOf" srcId="{1DF6BC77-63D3-41C2-81F2-1F2F42D64FED}" destId="{AFAA4147-46BD-498F-816B-C6B2262ABD2D}" srcOrd="0" destOrd="0" presId="urn:microsoft.com/office/officeart/2005/8/layout/default"/>
    <dgm:cxn modelId="{6D606AB1-05C6-4D6A-8459-3B8D2DCD6427}" srcId="{2FA854BA-F1AC-42F0-B02B-C6DABDC2941F}" destId="{CAA01FDB-B0B7-4C7F-8C3F-8F1ED615A318}" srcOrd="0" destOrd="0" parTransId="{DCAFA524-76F2-44E9-90CD-CC3220C60E56}" sibTransId="{23988974-B669-4AA0-974E-A763DB598454}"/>
    <dgm:cxn modelId="{CA153A3E-7279-43F6-9618-4789516D0D75}" srcId="{2FA854BA-F1AC-42F0-B02B-C6DABDC2941F}" destId="{1DF6BC77-63D3-41C2-81F2-1F2F42D64FED}" srcOrd="1" destOrd="0" parTransId="{54725BDE-A0E7-4962-8069-40565BF3C28E}" sibTransId="{38B1B7BA-81CC-4E47-B61E-F071AE39F1CA}"/>
    <dgm:cxn modelId="{7021059E-7D38-498C-9ECC-5CEF226EF321}" type="presOf" srcId="{2FA854BA-F1AC-42F0-B02B-C6DABDC2941F}" destId="{DD84960C-ED44-4C37-B4C3-E2EB342C13D1}" srcOrd="0" destOrd="0" presId="urn:microsoft.com/office/officeart/2005/8/layout/default"/>
    <dgm:cxn modelId="{06B75A61-7820-4FCF-9CA5-369B57A861A8}" type="presParOf" srcId="{DD84960C-ED44-4C37-B4C3-E2EB342C13D1}" destId="{5F8D07A2-C092-4284-95C1-6923B7CB3706}" srcOrd="0" destOrd="0" presId="urn:microsoft.com/office/officeart/2005/8/layout/default"/>
    <dgm:cxn modelId="{44888772-EF25-4337-87DA-82CC6D942DDD}" type="presParOf" srcId="{DD84960C-ED44-4C37-B4C3-E2EB342C13D1}" destId="{11F9DA03-02CD-4245-ACFB-7A47C61B5228}" srcOrd="1" destOrd="0" presId="urn:microsoft.com/office/officeart/2005/8/layout/default"/>
    <dgm:cxn modelId="{8D806FB9-994C-4BAC-9312-D47A4BE18DC2}" type="presParOf" srcId="{DD84960C-ED44-4C37-B4C3-E2EB342C13D1}" destId="{AFAA4147-46BD-498F-816B-C6B2262ABD2D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94750B6-6939-42C2-904F-B0B658320835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56315A52-4F48-4D54-AA19-F6EAC546D241}">
      <dgm:prSet phldrT="[Текст]" custT="1"/>
      <dgm:spPr/>
      <dgm:t>
        <a:bodyPr/>
        <a:lstStyle/>
        <a:p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выявление грубых нарушений лицензионных требований при проверке;</a:t>
          </a:r>
          <a:endParaRPr lang="ru-RU" sz="2000" dirty="0">
            <a:latin typeface="Times New Roman" pitchFamily="18" charset="0"/>
            <a:cs typeface="Times New Roman" pitchFamily="18" charset="0"/>
          </a:endParaRPr>
        </a:p>
      </dgm:t>
    </dgm:pt>
    <dgm:pt modelId="{6183ECCA-B1FA-4573-BA14-C5EEADF6CB09}" type="parTrans" cxnId="{109D460A-5EC4-4C1C-A509-50FEB915CF18}">
      <dgm:prSet/>
      <dgm:spPr/>
      <dgm:t>
        <a:bodyPr/>
        <a:lstStyle/>
        <a:p>
          <a:endParaRPr lang="ru-RU" sz="1400">
            <a:latin typeface="Times New Roman" pitchFamily="18" charset="0"/>
            <a:cs typeface="Times New Roman" pitchFamily="18" charset="0"/>
          </a:endParaRPr>
        </a:p>
      </dgm:t>
    </dgm:pt>
    <dgm:pt modelId="{A6CCAC8B-7138-4F66-8FC7-A1654048CD7E}" type="sibTrans" cxnId="{109D460A-5EC4-4C1C-A509-50FEB915CF18}">
      <dgm:prSet/>
      <dgm:spPr/>
      <dgm:t>
        <a:bodyPr/>
        <a:lstStyle/>
        <a:p>
          <a:endParaRPr lang="ru-RU" sz="1400">
            <a:latin typeface="Times New Roman" pitchFamily="18" charset="0"/>
            <a:cs typeface="Times New Roman" pitchFamily="18" charset="0"/>
          </a:endParaRPr>
        </a:p>
      </dgm:t>
    </dgm:pt>
    <dgm:pt modelId="{B639183E-D6B3-4EA4-9500-3A9AE7246A07}">
      <dgm:prSet custT="1"/>
      <dgm:spPr/>
      <dgm:t>
        <a:bodyPr/>
        <a:lstStyle/>
        <a:p>
          <a:r>
            <a:rPr lang="ru-RU" sz="2000" smtClean="0">
              <a:latin typeface="Times New Roman" pitchFamily="18" charset="0"/>
              <a:cs typeface="Times New Roman" pitchFamily="18" charset="0"/>
            </a:rPr>
            <a:t>неисполнение предписаний об устранении нарушений в установленный срок;</a:t>
          </a:r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2AF727C6-16E3-40C5-B9F6-DF96D007176F}" type="parTrans" cxnId="{98EEED56-CB51-44B3-AE9A-5632653C450B}">
      <dgm:prSet/>
      <dgm:spPr/>
      <dgm:t>
        <a:bodyPr/>
        <a:lstStyle/>
        <a:p>
          <a:endParaRPr lang="ru-RU" sz="1400">
            <a:latin typeface="Times New Roman" pitchFamily="18" charset="0"/>
            <a:cs typeface="Times New Roman" pitchFamily="18" charset="0"/>
          </a:endParaRPr>
        </a:p>
      </dgm:t>
    </dgm:pt>
    <dgm:pt modelId="{89484C2C-5757-4AF8-A806-324D2D1B9F9A}" type="sibTrans" cxnId="{98EEED56-CB51-44B3-AE9A-5632653C450B}">
      <dgm:prSet/>
      <dgm:spPr/>
      <dgm:t>
        <a:bodyPr/>
        <a:lstStyle/>
        <a:p>
          <a:endParaRPr lang="ru-RU" sz="1400">
            <a:latin typeface="Times New Roman" pitchFamily="18" charset="0"/>
            <a:cs typeface="Times New Roman" pitchFamily="18" charset="0"/>
          </a:endParaRPr>
        </a:p>
      </dgm:t>
    </dgm:pt>
    <dgm:pt modelId="{F460C946-B89B-4530-9D28-B34979ABB8ED}">
      <dgm:prSet custT="1"/>
      <dgm:spPr/>
      <dgm:t>
        <a:bodyPr/>
        <a:lstStyle/>
        <a:p>
          <a:r>
            <a:rPr lang="ru-RU" sz="2000" smtClean="0">
              <a:latin typeface="Times New Roman" pitchFamily="18" charset="0"/>
              <a:cs typeface="Times New Roman" pitchFamily="18" charset="0"/>
            </a:rPr>
            <a:t>предоставление ложных сведений при получении лицензии;</a:t>
          </a:r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40A618E6-F5EA-4C0D-BFE2-128320B5CD17}" type="parTrans" cxnId="{DC80BFC7-C64E-4C10-B173-E26EAC28E9D8}">
      <dgm:prSet/>
      <dgm:spPr/>
      <dgm:t>
        <a:bodyPr/>
        <a:lstStyle/>
        <a:p>
          <a:endParaRPr lang="ru-RU" sz="1400">
            <a:latin typeface="Times New Roman" pitchFamily="18" charset="0"/>
            <a:cs typeface="Times New Roman" pitchFamily="18" charset="0"/>
          </a:endParaRPr>
        </a:p>
      </dgm:t>
    </dgm:pt>
    <dgm:pt modelId="{44ED1B64-3EB2-4154-AF4F-13E350DCE336}" type="sibTrans" cxnId="{DC80BFC7-C64E-4C10-B173-E26EAC28E9D8}">
      <dgm:prSet/>
      <dgm:spPr/>
      <dgm:t>
        <a:bodyPr/>
        <a:lstStyle/>
        <a:p>
          <a:endParaRPr lang="ru-RU" sz="1400">
            <a:latin typeface="Times New Roman" pitchFamily="18" charset="0"/>
            <a:cs typeface="Times New Roman" pitchFamily="18" charset="0"/>
          </a:endParaRPr>
        </a:p>
      </dgm:t>
    </dgm:pt>
    <dgm:pt modelId="{68742184-C343-4FFA-8F2D-53CCABAECAC3}">
      <dgm:prSet custT="1"/>
      <dgm:spPr/>
      <dgm:t>
        <a:bodyPr/>
        <a:lstStyle/>
        <a:p>
          <a:r>
            <a:rPr lang="ru-RU" sz="2000" smtClean="0">
              <a:latin typeface="Times New Roman" pitchFamily="18" charset="0"/>
              <a:cs typeface="Times New Roman" pitchFamily="18" charset="0"/>
            </a:rPr>
            <a:t>возникновение угрозы безопасности, здоровью людей, окружающей среде.</a:t>
          </a:r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84EF72ED-107E-4921-9B81-51262A5D618E}" type="parTrans" cxnId="{E4227A5D-EC46-4486-BBDB-EE73BF51FFA1}">
      <dgm:prSet/>
      <dgm:spPr/>
      <dgm:t>
        <a:bodyPr/>
        <a:lstStyle/>
        <a:p>
          <a:endParaRPr lang="ru-RU" sz="1400">
            <a:latin typeface="Times New Roman" pitchFamily="18" charset="0"/>
            <a:cs typeface="Times New Roman" pitchFamily="18" charset="0"/>
          </a:endParaRPr>
        </a:p>
      </dgm:t>
    </dgm:pt>
    <dgm:pt modelId="{80A7B978-C171-486B-B5C4-BF62B1972242}" type="sibTrans" cxnId="{E4227A5D-EC46-4486-BBDB-EE73BF51FFA1}">
      <dgm:prSet/>
      <dgm:spPr/>
      <dgm:t>
        <a:bodyPr/>
        <a:lstStyle/>
        <a:p>
          <a:endParaRPr lang="ru-RU" sz="1400">
            <a:latin typeface="Times New Roman" pitchFamily="18" charset="0"/>
            <a:cs typeface="Times New Roman" pitchFamily="18" charset="0"/>
          </a:endParaRPr>
        </a:p>
      </dgm:t>
    </dgm:pt>
    <dgm:pt modelId="{60BE66F2-A312-40CB-90E8-6E1F71F8D092}" type="pres">
      <dgm:prSet presAssocID="{D94750B6-6939-42C2-904F-B0B658320835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D0412325-56BD-41EC-98E4-4037D26D1D53}" type="pres">
      <dgm:prSet presAssocID="{56315A52-4F48-4D54-AA19-F6EAC546D241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BD0581E-48AD-47E9-A3D8-17832DDD8A4B}" type="pres">
      <dgm:prSet presAssocID="{A6CCAC8B-7138-4F66-8FC7-A1654048CD7E}" presName="sibTrans" presStyleCnt="0"/>
      <dgm:spPr/>
    </dgm:pt>
    <dgm:pt modelId="{352F9AFB-6977-4D2C-BB10-8CADAE74963D}" type="pres">
      <dgm:prSet presAssocID="{B639183E-D6B3-4EA4-9500-3A9AE7246A07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C4D1FB8-A168-4218-9CBA-555DA8E59942}" type="pres">
      <dgm:prSet presAssocID="{89484C2C-5757-4AF8-A806-324D2D1B9F9A}" presName="sibTrans" presStyleCnt="0"/>
      <dgm:spPr/>
    </dgm:pt>
    <dgm:pt modelId="{392D78A5-DFCB-4DB5-84EC-F9F727B5516F}" type="pres">
      <dgm:prSet presAssocID="{F460C946-B89B-4530-9D28-B34979ABB8ED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5F23EA6-85D2-41B6-AF46-D1620D0BF365}" type="pres">
      <dgm:prSet presAssocID="{44ED1B64-3EB2-4154-AF4F-13E350DCE336}" presName="sibTrans" presStyleCnt="0"/>
      <dgm:spPr/>
    </dgm:pt>
    <dgm:pt modelId="{9B74CB66-EBCD-4836-ACFF-B04846D4326F}" type="pres">
      <dgm:prSet presAssocID="{68742184-C343-4FFA-8F2D-53CCABAECAC3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DC80BFC7-C64E-4C10-B173-E26EAC28E9D8}" srcId="{D94750B6-6939-42C2-904F-B0B658320835}" destId="{F460C946-B89B-4530-9D28-B34979ABB8ED}" srcOrd="2" destOrd="0" parTransId="{40A618E6-F5EA-4C0D-BFE2-128320B5CD17}" sibTransId="{44ED1B64-3EB2-4154-AF4F-13E350DCE336}"/>
    <dgm:cxn modelId="{98EEED56-CB51-44B3-AE9A-5632653C450B}" srcId="{D94750B6-6939-42C2-904F-B0B658320835}" destId="{B639183E-D6B3-4EA4-9500-3A9AE7246A07}" srcOrd="1" destOrd="0" parTransId="{2AF727C6-16E3-40C5-B9F6-DF96D007176F}" sibTransId="{89484C2C-5757-4AF8-A806-324D2D1B9F9A}"/>
    <dgm:cxn modelId="{6F3E68B3-F39C-474B-831E-CF4AAA173405}" type="presOf" srcId="{68742184-C343-4FFA-8F2D-53CCABAECAC3}" destId="{9B74CB66-EBCD-4836-ACFF-B04846D4326F}" srcOrd="0" destOrd="0" presId="urn:microsoft.com/office/officeart/2005/8/layout/default"/>
    <dgm:cxn modelId="{0D045F41-A8A8-4454-B0C8-BED6E116D5C2}" type="presOf" srcId="{F460C946-B89B-4530-9D28-B34979ABB8ED}" destId="{392D78A5-DFCB-4DB5-84EC-F9F727B5516F}" srcOrd="0" destOrd="0" presId="urn:microsoft.com/office/officeart/2005/8/layout/default"/>
    <dgm:cxn modelId="{109D460A-5EC4-4C1C-A509-50FEB915CF18}" srcId="{D94750B6-6939-42C2-904F-B0B658320835}" destId="{56315A52-4F48-4D54-AA19-F6EAC546D241}" srcOrd="0" destOrd="0" parTransId="{6183ECCA-B1FA-4573-BA14-C5EEADF6CB09}" sibTransId="{A6CCAC8B-7138-4F66-8FC7-A1654048CD7E}"/>
    <dgm:cxn modelId="{E4227A5D-EC46-4486-BBDB-EE73BF51FFA1}" srcId="{D94750B6-6939-42C2-904F-B0B658320835}" destId="{68742184-C343-4FFA-8F2D-53CCABAECAC3}" srcOrd="3" destOrd="0" parTransId="{84EF72ED-107E-4921-9B81-51262A5D618E}" sibTransId="{80A7B978-C171-486B-B5C4-BF62B1972242}"/>
    <dgm:cxn modelId="{F6C44EBF-0CF7-4B5D-B983-2D26819D1AA0}" type="presOf" srcId="{D94750B6-6939-42C2-904F-B0B658320835}" destId="{60BE66F2-A312-40CB-90E8-6E1F71F8D092}" srcOrd="0" destOrd="0" presId="urn:microsoft.com/office/officeart/2005/8/layout/default"/>
    <dgm:cxn modelId="{CAA63013-75C4-4D60-8F1E-294D0D811D62}" type="presOf" srcId="{B639183E-D6B3-4EA4-9500-3A9AE7246A07}" destId="{352F9AFB-6977-4D2C-BB10-8CADAE74963D}" srcOrd="0" destOrd="0" presId="urn:microsoft.com/office/officeart/2005/8/layout/default"/>
    <dgm:cxn modelId="{0577490F-36F1-421D-A7BF-AB1B46560FCC}" type="presOf" srcId="{56315A52-4F48-4D54-AA19-F6EAC546D241}" destId="{D0412325-56BD-41EC-98E4-4037D26D1D53}" srcOrd="0" destOrd="0" presId="urn:microsoft.com/office/officeart/2005/8/layout/default"/>
    <dgm:cxn modelId="{139A22F1-CED6-4801-A333-38B19ABED1BC}" type="presParOf" srcId="{60BE66F2-A312-40CB-90E8-6E1F71F8D092}" destId="{D0412325-56BD-41EC-98E4-4037D26D1D53}" srcOrd="0" destOrd="0" presId="urn:microsoft.com/office/officeart/2005/8/layout/default"/>
    <dgm:cxn modelId="{9F09EBDB-C68B-4262-8B4C-39F7445724AD}" type="presParOf" srcId="{60BE66F2-A312-40CB-90E8-6E1F71F8D092}" destId="{4BD0581E-48AD-47E9-A3D8-17832DDD8A4B}" srcOrd="1" destOrd="0" presId="urn:microsoft.com/office/officeart/2005/8/layout/default"/>
    <dgm:cxn modelId="{57868C36-5A74-4CA6-A3C2-BCE13765878A}" type="presParOf" srcId="{60BE66F2-A312-40CB-90E8-6E1F71F8D092}" destId="{352F9AFB-6977-4D2C-BB10-8CADAE74963D}" srcOrd="2" destOrd="0" presId="urn:microsoft.com/office/officeart/2005/8/layout/default"/>
    <dgm:cxn modelId="{EEA60A87-B6B5-4F69-89E0-6BCC2ABAAE70}" type="presParOf" srcId="{60BE66F2-A312-40CB-90E8-6E1F71F8D092}" destId="{7C4D1FB8-A168-4218-9CBA-555DA8E59942}" srcOrd="3" destOrd="0" presId="urn:microsoft.com/office/officeart/2005/8/layout/default"/>
    <dgm:cxn modelId="{509F318C-138E-40A1-927C-AC629C481090}" type="presParOf" srcId="{60BE66F2-A312-40CB-90E8-6E1F71F8D092}" destId="{392D78A5-DFCB-4DB5-84EC-F9F727B5516F}" srcOrd="4" destOrd="0" presId="urn:microsoft.com/office/officeart/2005/8/layout/default"/>
    <dgm:cxn modelId="{944CA30F-E19E-4145-A3F0-1DEDA47D0FB7}" type="presParOf" srcId="{60BE66F2-A312-40CB-90E8-6E1F71F8D092}" destId="{85F23EA6-85D2-41B6-AF46-D1620D0BF365}" srcOrd="5" destOrd="0" presId="urn:microsoft.com/office/officeart/2005/8/layout/default"/>
    <dgm:cxn modelId="{987E1E14-4566-4F0B-B758-3FDBE800B3F0}" type="presParOf" srcId="{60BE66F2-A312-40CB-90E8-6E1F71F8D092}" destId="{9B74CB66-EBCD-4836-ACFF-B04846D4326F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3BAD2E0-5938-4795-AF3D-07F02650AC3B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F3F0EFF8-A366-4C05-A6B9-E2F9A72685F7}">
      <dgm:prSet phldrT="[Текст]"/>
      <dgm:spPr/>
      <dgm:t>
        <a:bodyPr/>
        <a:lstStyle/>
        <a:p>
          <a:r>
            <a:rPr lang="ru-RU" dirty="0" err="1" smtClean="0">
              <a:latin typeface="Times New Roman" pitchFamily="18" charset="0"/>
              <a:cs typeface="Times New Roman" pitchFamily="18" charset="0"/>
            </a:rPr>
            <a:t>неустранение</a:t>
          </a:r>
          <a:r>
            <a:rPr lang="ru-RU" dirty="0" smtClean="0">
              <a:latin typeface="Times New Roman" pitchFamily="18" charset="0"/>
              <a:cs typeface="Times New Roman" pitchFamily="18" charset="0"/>
            </a:rPr>
            <a:t> нарушений в срок, установленный при приостановлении лицензии;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5E2CEA80-0D61-4CC6-9B11-60801B8CEF67}" type="parTrans" cxnId="{F423E5BF-C000-4C8C-B900-46E27019C7C1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0389D30C-7928-48DA-8A1F-FC048B42D855}" type="sibTrans" cxnId="{F423E5BF-C000-4C8C-B900-46E27019C7C1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69E06C10-9439-4641-8BCE-31FC8B913697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систематическое несоблюдение лицензионных требований;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5CEB8868-7DC7-4C14-98DC-2E0A7B2BBA01}" type="parTrans" cxnId="{C78ECE95-B6D8-4854-9157-0AF93E34FD0F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D38DACD7-1F3C-4EE8-9602-09603FECA34B}" type="sibTrans" cxnId="{C78ECE95-B6D8-4854-9157-0AF93E34FD0F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A8FCCC9F-2F61-4F72-B225-2D1581DBBAB7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предоставление заведомо ложных сведений при получении лицензии;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C71AA110-C756-4C95-911C-93102B665D85}" type="parTrans" cxnId="{A067A668-976C-4482-892B-A3416A3A429D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E61B4D31-D8AC-4463-9719-FB5212CD4593}" type="sibTrans" cxnId="{A067A668-976C-4482-892B-A3416A3A429D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A6231A53-8D08-43AD-AC40-D8D3696E7F82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ликвидация организации или прекращение деятельности ИП;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80D2C4EF-0619-4498-B496-E33FE5897D5E}" type="parTrans" cxnId="{7F2AC06E-8C76-4726-BEC0-E6E9B2B13F26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C1AAD809-95D2-4BDA-95B3-5CDAA262C090}" type="sibTrans" cxnId="{7F2AC06E-8C76-4726-BEC0-E6E9B2B13F26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D6F8385D-BDC7-43CC-980F-A8A30E0D5986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решение суда о признании деятельности лицензиата незаконной;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C132A930-EBD0-4641-871D-06CB40BDFDAB}" type="parTrans" cxnId="{6CE9CC57-CDA2-4DB8-85CB-92403982F219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D252BE74-AF5C-40EA-917C-20C75B302E3B}" type="sibTrans" cxnId="{6CE9CC57-CDA2-4DB8-85CB-92403982F219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E4F832DD-30F2-4E60-BE0E-86F134A6D0CC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выявление фактов фальсификации документов, представленных для лицензирования.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1AFE92FB-A325-4634-A63B-1B0F0C4AE931}" type="parTrans" cxnId="{77005DB6-8E61-48B1-A569-59D6CA59BC04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7897A4BB-3A07-4D52-815D-05214B90DEB7}" type="sibTrans" cxnId="{77005DB6-8E61-48B1-A569-59D6CA59BC04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E559553A-6921-47DF-A358-B842349D35E4}" type="pres">
      <dgm:prSet presAssocID="{73BAD2E0-5938-4795-AF3D-07F02650AC3B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A9510066-7F79-4215-AF9C-8F2AD7AB13D6}" type="pres">
      <dgm:prSet presAssocID="{F3F0EFF8-A366-4C05-A6B9-E2F9A72685F7}" presName="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78B66DA-849B-4BEB-AC3D-8F15CD68182A}" type="pres">
      <dgm:prSet presAssocID="{0389D30C-7928-48DA-8A1F-FC048B42D855}" presName="sibTrans" presStyleCnt="0"/>
      <dgm:spPr/>
    </dgm:pt>
    <dgm:pt modelId="{B0542A79-BCF6-4B9A-8562-EDCF71E88673}" type="pres">
      <dgm:prSet presAssocID="{69E06C10-9439-4641-8BCE-31FC8B913697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377F0C5-1E6D-4BAD-B7A1-821ED3CB3AD8}" type="pres">
      <dgm:prSet presAssocID="{D38DACD7-1F3C-4EE8-9602-09603FECA34B}" presName="sibTrans" presStyleCnt="0"/>
      <dgm:spPr/>
    </dgm:pt>
    <dgm:pt modelId="{02DE6E24-313D-4ADE-B8D0-1A8ACF7CE4F8}" type="pres">
      <dgm:prSet presAssocID="{A8FCCC9F-2F61-4F72-B225-2D1581DBBAB7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9B18548-C42D-4335-91DE-1E94F46B0C32}" type="pres">
      <dgm:prSet presAssocID="{E61B4D31-D8AC-4463-9719-FB5212CD4593}" presName="sibTrans" presStyleCnt="0"/>
      <dgm:spPr/>
    </dgm:pt>
    <dgm:pt modelId="{B30137C8-032A-41BA-A204-A182A90FB27A}" type="pres">
      <dgm:prSet presAssocID="{A6231A53-8D08-43AD-AC40-D8D3696E7F82}" presName="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DF76C24-93D2-4499-9A94-B01AD868CEC6}" type="pres">
      <dgm:prSet presAssocID="{C1AAD809-95D2-4BDA-95B3-5CDAA262C090}" presName="sibTrans" presStyleCnt="0"/>
      <dgm:spPr/>
    </dgm:pt>
    <dgm:pt modelId="{86D7BE67-F6D1-49C3-AA60-550807D0E912}" type="pres">
      <dgm:prSet presAssocID="{D6F8385D-BDC7-43CC-980F-A8A30E0D5986}" presName="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1B26A52-22F9-40CB-9E4B-3E71FE76FB26}" type="pres">
      <dgm:prSet presAssocID="{D252BE74-AF5C-40EA-917C-20C75B302E3B}" presName="sibTrans" presStyleCnt="0"/>
      <dgm:spPr/>
    </dgm:pt>
    <dgm:pt modelId="{4875ACD1-45E2-49FC-B702-1A547B645540}" type="pres">
      <dgm:prSet presAssocID="{E4F832DD-30F2-4E60-BE0E-86F134A6D0CC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C78ECE95-B6D8-4854-9157-0AF93E34FD0F}" srcId="{73BAD2E0-5938-4795-AF3D-07F02650AC3B}" destId="{69E06C10-9439-4641-8BCE-31FC8B913697}" srcOrd="1" destOrd="0" parTransId="{5CEB8868-7DC7-4C14-98DC-2E0A7B2BBA01}" sibTransId="{D38DACD7-1F3C-4EE8-9602-09603FECA34B}"/>
    <dgm:cxn modelId="{6CE9CC57-CDA2-4DB8-85CB-92403982F219}" srcId="{73BAD2E0-5938-4795-AF3D-07F02650AC3B}" destId="{D6F8385D-BDC7-43CC-980F-A8A30E0D5986}" srcOrd="4" destOrd="0" parTransId="{C132A930-EBD0-4641-871D-06CB40BDFDAB}" sibTransId="{D252BE74-AF5C-40EA-917C-20C75B302E3B}"/>
    <dgm:cxn modelId="{091B2360-8C6D-4ED9-B71D-41B7B48247EF}" type="presOf" srcId="{A6231A53-8D08-43AD-AC40-D8D3696E7F82}" destId="{B30137C8-032A-41BA-A204-A182A90FB27A}" srcOrd="0" destOrd="0" presId="urn:microsoft.com/office/officeart/2005/8/layout/default"/>
    <dgm:cxn modelId="{A067A668-976C-4482-892B-A3416A3A429D}" srcId="{73BAD2E0-5938-4795-AF3D-07F02650AC3B}" destId="{A8FCCC9F-2F61-4F72-B225-2D1581DBBAB7}" srcOrd="2" destOrd="0" parTransId="{C71AA110-C756-4C95-911C-93102B665D85}" sibTransId="{E61B4D31-D8AC-4463-9719-FB5212CD4593}"/>
    <dgm:cxn modelId="{B2237880-8988-4A49-9D4F-68F999E4546E}" type="presOf" srcId="{D6F8385D-BDC7-43CC-980F-A8A30E0D5986}" destId="{86D7BE67-F6D1-49C3-AA60-550807D0E912}" srcOrd="0" destOrd="0" presId="urn:microsoft.com/office/officeart/2005/8/layout/default"/>
    <dgm:cxn modelId="{CF9AB6E0-5EB7-48B0-A44C-79201F9A41A3}" type="presOf" srcId="{F3F0EFF8-A366-4C05-A6B9-E2F9A72685F7}" destId="{A9510066-7F79-4215-AF9C-8F2AD7AB13D6}" srcOrd="0" destOrd="0" presId="urn:microsoft.com/office/officeart/2005/8/layout/default"/>
    <dgm:cxn modelId="{B3697214-8B48-4C8B-A292-D0A64C9C7B30}" type="presOf" srcId="{73BAD2E0-5938-4795-AF3D-07F02650AC3B}" destId="{E559553A-6921-47DF-A358-B842349D35E4}" srcOrd="0" destOrd="0" presId="urn:microsoft.com/office/officeart/2005/8/layout/default"/>
    <dgm:cxn modelId="{F423E5BF-C000-4C8C-B900-46E27019C7C1}" srcId="{73BAD2E0-5938-4795-AF3D-07F02650AC3B}" destId="{F3F0EFF8-A366-4C05-A6B9-E2F9A72685F7}" srcOrd="0" destOrd="0" parTransId="{5E2CEA80-0D61-4CC6-9B11-60801B8CEF67}" sibTransId="{0389D30C-7928-48DA-8A1F-FC048B42D855}"/>
    <dgm:cxn modelId="{E87F88E9-58CB-4754-86BC-D1486F68AB1E}" type="presOf" srcId="{A8FCCC9F-2F61-4F72-B225-2D1581DBBAB7}" destId="{02DE6E24-313D-4ADE-B8D0-1A8ACF7CE4F8}" srcOrd="0" destOrd="0" presId="urn:microsoft.com/office/officeart/2005/8/layout/default"/>
    <dgm:cxn modelId="{77005DB6-8E61-48B1-A569-59D6CA59BC04}" srcId="{73BAD2E0-5938-4795-AF3D-07F02650AC3B}" destId="{E4F832DD-30F2-4E60-BE0E-86F134A6D0CC}" srcOrd="5" destOrd="0" parTransId="{1AFE92FB-A325-4634-A63B-1B0F0C4AE931}" sibTransId="{7897A4BB-3A07-4D52-815D-05214B90DEB7}"/>
    <dgm:cxn modelId="{496C50AD-AC35-46E5-88E3-D811DE9DBDE2}" type="presOf" srcId="{69E06C10-9439-4641-8BCE-31FC8B913697}" destId="{B0542A79-BCF6-4B9A-8562-EDCF71E88673}" srcOrd="0" destOrd="0" presId="urn:microsoft.com/office/officeart/2005/8/layout/default"/>
    <dgm:cxn modelId="{0BBBD842-8877-4D18-B63E-575F91C643C7}" type="presOf" srcId="{E4F832DD-30F2-4E60-BE0E-86F134A6D0CC}" destId="{4875ACD1-45E2-49FC-B702-1A547B645540}" srcOrd="0" destOrd="0" presId="urn:microsoft.com/office/officeart/2005/8/layout/default"/>
    <dgm:cxn modelId="{7F2AC06E-8C76-4726-BEC0-E6E9B2B13F26}" srcId="{73BAD2E0-5938-4795-AF3D-07F02650AC3B}" destId="{A6231A53-8D08-43AD-AC40-D8D3696E7F82}" srcOrd="3" destOrd="0" parTransId="{80D2C4EF-0619-4498-B496-E33FE5897D5E}" sibTransId="{C1AAD809-95D2-4BDA-95B3-5CDAA262C090}"/>
    <dgm:cxn modelId="{5090BD24-4077-4F32-952A-90A9FE6545F5}" type="presParOf" srcId="{E559553A-6921-47DF-A358-B842349D35E4}" destId="{A9510066-7F79-4215-AF9C-8F2AD7AB13D6}" srcOrd="0" destOrd="0" presId="urn:microsoft.com/office/officeart/2005/8/layout/default"/>
    <dgm:cxn modelId="{72485596-9121-48B0-98A7-F13ECE9DA3C3}" type="presParOf" srcId="{E559553A-6921-47DF-A358-B842349D35E4}" destId="{E78B66DA-849B-4BEB-AC3D-8F15CD68182A}" srcOrd="1" destOrd="0" presId="urn:microsoft.com/office/officeart/2005/8/layout/default"/>
    <dgm:cxn modelId="{56C61B65-4407-4E47-93E5-C3309FE73881}" type="presParOf" srcId="{E559553A-6921-47DF-A358-B842349D35E4}" destId="{B0542A79-BCF6-4B9A-8562-EDCF71E88673}" srcOrd="2" destOrd="0" presId="urn:microsoft.com/office/officeart/2005/8/layout/default"/>
    <dgm:cxn modelId="{162E41AD-CA70-4065-A773-DB05117FFC6B}" type="presParOf" srcId="{E559553A-6921-47DF-A358-B842349D35E4}" destId="{1377F0C5-1E6D-4BAD-B7A1-821ED3CB3AD8}" srcOrd="3" destOrd="0" presId="urn:microsoft.com/office/officeart/2005/8/layout/default"/>
    <dgm:cxn modelId="{FA25DC4C-A01F-4BDC-ABC1-09A2F0B41AF0}" type="presParOf" srcId="{E559553A-6921-47DF-A358-B842349D35E4}" destId="{02DE6E24-313D-4ADE-B8D0-1A8ACF7CE4F8}" srcOrd="4" destOrd="0" presId="urn:microsoft.com/office/officeart/2005/8/layout/default"/>
    <dgm:cxn modelId="{B867B314-0E6D-44F2-9E83-43B3D34559ED}" type="presParOf" srcId="{E559553A-6921-47DF-A358-B842349D35E4}" destId="{D9B18548-C42D-4335-91DE-1E94F46B0C32}" srcOrd="5" destOrd="0" presId="urn:microsoft.com/office/officeart/2005/8/layout/default"/>
    <dgm:cxn modelId="{919BF589-0CF6-4E0D-98B9-E3DF0B9810C8}" type="presParOf" srcId="{E559553A-6921-47DF-A358-B842349D35E4}" destId="{B30137C8-032A-41BA-A204-A182A90FB27A}" srcOrd="6" destOrd="0" presId="urn:microsoft.com/office/officeart/2005/8/layout/default"/>
    <dgm:cxn modelId="{7BAC6D5D-F433-49F0-9DAB-AAEB5588417C}" type="presParOf" srcId="{E559553A-6921-47DF-A358-B842349D35E4}" destId="{DDF76C24-93D2-4499-9A94-B01AD868CEC6}" srcOrd="7" destOrd="0" presId="urn:microsoft.com/office/officeart/2005/8/layout/default"/>
    <dgm:cxn modelId="{BD9EE32F-7209-45AD-A054-CFE503DA2911}" type="presParOf" srcId="{E559553A-6921-47DF-A358-B842349D35E4}" destId="{86D7BE67-F6D1-49C3-AA60-550807D0E912}" srcOrd="8" destOrd="0" presId="urn:microsoft.com/office/officeart/2005/8/layout/default"/>
    <dgm:cxn modelId="{E89BB94A-3D52-4E2E-9EE0-5204091D6B58}" type="presParOf" srcId="{E559553A-6921-47DF-A358-B842349D35E4}" destId="{61B26A52-22F9-40CB-9E4B-3E71FE76FB26}" srcOrd="9" destOrd="0" presId="urn:microsoft.com/office/officeart/2005/8/layout/default"/>
    <dgm:cxn modelId="{8DF85672-A09E-4F60-A4BE-175B6EDF906E}" type="presParOf" srcId="{E559553A-6921-47DF-A358-B842349D35E4}" destId="{4875ACD1-45E2-49FC-B702-1A547B645540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65214B-AD3E-4666-9FA8-064BFD611A95}">
      <dsp:nvSpPr>
        <dsp:cNvPr id="0" name=""/>
        <dsp:cNvSpPr/>
      </dsp:nvSpPr>
      <dsp:spPr>
        <a:xfrm>
          <a:off x="679153" y="727"/>
          <a:ext cx="3125034" cy="18750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>
              <a:latin typeface="Times New Roman" pitchFamily="18" charset="0"/>
              <a:cs typeface="Times New Roman" pitchFamily="18" charset="0"/>
            </a:rPr>
            <a:t>обеспечение соблюдения законодательства в сфере лицензируемой деятельности;</a:t>
          </a:r>
          <a:endParaRPr lang="ru-RU" sz="24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679153" y="727"/>
        <a:ext cx="3125034" cy="1875020"/>
      </dsp:txXfrm>
    </dsp:sp>
    <dsp:sp modelId="{3682442E-B852-4100-812D-ED4900010FBF}">
      <dsp:nvSpPr>
        <dsp:cNvPr id="0" name=""/>
        <dsp:cNvSpPr/>
      </dsp:nvSpPr>
      <dsp:spPr>
        <a:xfrm>
          <a:off x="4116691" y="727"/>
          <a:ext cx="3125034" cy="18750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smtClean="0">
              <a:latin typeface="Times New Roman" pitchFamily="18" charset="0"/>
              <a:cs typeface="Times New Roman" pitchFamily="18" charset="0"/>
            </a:rPr>
            <a:t>защита прав и законных интересов граждан и организаций;</a:t>
          </a:r>
          <a:endParaRPr lang="ru-RU" sz="2400" kern="1200">
            <a:latin typeface="Times New Roman" pitchFamily="18" charset="0"/>
            <a:cs typeface="Times New Roman" pitchFamily="18" charset="0"/>
          </a:endParaRPr>
        </a:p>
      </dsp:txBody>
      <dsp:txXfrm>
        <a:off x="4116691" y="727"/>
        <a:ext cx="3125034" cy="1875020"/>
      </dsp:txXfrm>
    </dsp:sp>
    <dsp:sp modelId="{00582ECC-8FE1-44CD-A4C8-EC0B3FD15698}">
      <dsp:nvSpPr>
        <dsp:cNvPr id="0" name=""/>
        <dsp:cNvSpPr/>
      </dsp:nvSpPr>
      <dsp:spPr>
        <a:xfrm>
          <a:off x="679153" y="2188251"/>
          <a:ext cx="3125034" cy="18750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smtClean="0">
              <a:latin typeface="Times New Roman" pitchFamily="18" charset="0"/>
              <a:cs typeface="Times New Roman" pitchFamily="18" charset="0"/>
            </a:rPr>
            <a:t>предотвращение угроз безопасности, здоровью людей, окружающей среде;</a:t>
          </a:r>
          <a:endParaRPr lang="ru-RU" sz="2400" kern="1200">
            <a:latin typeface="Times New Roman" pitchFamily="18" charset="0"/>
            <a:cs typeface="Times New Roman" pitchFamily="18" charset="0"/>
          </a:endParaRPr>
        </a:p>
      </dsp:txBody>
      <dsp:txXfrm>
        <a:off x="679153" y="2188251"/>
        <a:ext cx="3125034" cy="1875020"/>
      </dsp:txXfrm>
    </dsp:sp>
    <dsp:sp modelId="{8DB37F6D-56DC-48A8-A471-5A84538CC703}">
      <dsp:nvSpPr>
        <dsp:cNvPr id="0" name=""/>
        <dsp:cNvSpPr/>
      </dsp:nvSpPr>
      <dsp:spPr>
        <a:xfrm>
          <a:off x="4116691" y="2188251"/>
          <a:ext cx="3125034" cy="18750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smtClean="0">
              <a:latin typeface="Times New Roman" pitchFamily="18" charset="0"/>
              <a:cs typeface="Times New Roman" pitchFamily="18" charset="0"/>
            </a:rPr>
            <a:t>контроль за исполнением лицензионных требований и условий.</a:t>
          </a:r>
          <a:endParaRPr lang="ru-RU" sz="2400" kern="1200">
            <a:latin typeface="Times New Roman" pitchFamily="18" charset="0"/>
            <a:cs typeface="Times New Roman" pitchFamily="18" charset="0"/>
          </a:endParaRPr>
        </a:p>
      </dsp:txBody>
      <dsp:txXfrm>
        <a:off x="4116691" y="2188251"/>
        <a:ext cx="3125034" cy="187502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471009-472B-4047-ABE5-B5FC6F1D1376}">
      <dsp:nvSpPr>
        <dsp:cNvPr id="0" name=""/>
        <dsp:cNvSpPr/>
      </dsp:nvSpPr>
      <dsp:spPr>
        <a:xfrm>
          <a:off x="0" y="867408"/>
          <a:ext cx="2596208" cy="15577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наложение штрафов (размер зависит от вида нарушения и субъекта - физическое, должностное или юридическое лицо);</a:t>
          </a:r>
          <a:endParaRPr lang="ru-RU" sz="18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0" y="867408"/>
        <a:ext cx="2596208" cy="1557724"/>
      </dsp:txXfrm>
    </dsp:sp>
    <dsp:sp modelId="{41D240B6-7794-442D-883A-6686D7A72AEE}">
      <dsp:nvSpPr>
        <dsp:cNvPr id="0" name=""/>
        <dsp:cNvSpPr/>
      </dsp:nvSpPr>
      <dsp:spPr>
        <a:xfrm>
          <a:off x="2855828" y="867408"/>
          <a:ext cx="2596208" cy="15577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smtClean="0">
              <a:latin typeface="Times New Roman" pitchFamily="18" charset="0"/>
              <a:cs typeface="Times New Roman" pitchFamily="18" charset="0"/>
            </a:rPr>
            <a:t>административное приостановление деятельности;</a:t>
          </a:r>
          <a:endParaRPr lang="ru-RU" sz="1800" kern="1200">
            <a:latin typeface="Times New Roman" pitchFamily="18" charset="0"/>
            <a:cs typeface="Times New Roman" pitchFamily="18" charset="0"/>
          </a:endParaRPr>
        </a:p>
      </dsp:txBody>
      <dsp:txXfrm>
        <a:off x="2855828" y="867408"/>
        <a:ext cx="2596208" cy="1557724"/>
      </dsp:txXfrm>
    </dsp:sp>
    <dsp:sp modelId="{A263B9AC-C09F-4AF0-81CE-B9E1A9C2478B}">
      <dsp:nvSpPr>
        <dsp:cNvPr id="0" name=""/>
        <dsp:cNvSpPr/>
      </dsp:nvSpPr>
      <dsp:spPr>
        <a:xfrm>
          <a:off x="5711657" y="867408"/>
          <a:ext cx="2596208" cy="15577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smtClean="0">
              <a:latin typeface="Times New Roman" pitchFamily="18" charset="0"/>
              <a:cs typeface="Times New Roman" pitchFamily="18" charset="0"/>
            </a:rPr>
            <a:t>предписание об устранении нарушений в установленный срок.</a:t>
          </a:r>
          <a:endParaRPr lang="ru-RU" sz="1800" kern="1200">
            <a:latin typeface="Times New Roman" pitchFamily="18" charset="0"/>
            <a:cs typeface="Times New Roman" pitchFamily="18" charset="0"/>
          </a:endParaRPr>
        </a:p>
      </dsp:txBody>
      <dsp:txXfrm>
        <a:off x="5711657" y="867408"/>
        <a:ext cx="2596208" cy="155772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8D07A2-C092-4284-95C1-6923B7CB3706}">
      <dsp:nvSpPr>
        <dsp:cNvPr id="0" name=""/>
        <dsp:cNvSpPr/>
      </dsp:nvSpPr>
      <dsp:spPr>
        <a:xfrm>
          <a:off x="973" y="560993"/>
          <a:ext cx="3796943" cy="227816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kern="1200" dirty="0" smtClean="0">
              <a:latin typeface="Times New Roman" pitchFamily="18" charset="0"/>
              <a:cs typeface="Times New Roman" pitchFamily="18" charset="0"/>
            </a:rPr>
            <a:t>возмещение ущерба, причинённого третьим лицам вследствие нарушений при осуществлении лицензируемой деятельности;</a:t>
          </a:r>
          <a:endParaRPr lang="ru-RU" sz="22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973" y="560993"/>
        <a:ext cx="3796943" cy="2278165"/>
      </dsp:txXfrm>
    </dsp:sp>
    <dsp:sp modelId="{AFAA4147-46BD-498F-816B-C6B2262ABD2D}">
      <dsp:nvSpPr>
        <dsp:cNvPr id="0" name=""/>
        <dsp:cNvSpPr/>
      </dsp:nvSpPr>
      <dsp:spPr>
        <a:xfrm>
          <a:off x="4177611" y="560993"/>
          <a:ext cx="3796943" cy="227816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kern="1200" smtClean="0">
              <a:latin typeface="Times New Roman" pitchFamily="18" charset="0"/>
              <a:cs typeface="Times New Roman" pitchFamily="18" charset="0"/>
            </a:rPr>
            <a:t>компенсация убытков, связанных с приостановлением или аннулированием лицензии.</a:t>
          </a:r>
          <a:endParaRPr lang="ru-RU" sz="2200" kern="1200">
            <a:latin typeface="Times New Roman" pitchFamily="18" charset="0"/>
            <a:cs typeface="Times New Roman" pitchFamily="18" charset="0"/>
          </a:endParaRPr>
        </a:p>
      </dsp:txBody>
      <dsp:txXfrm>
        <a:off x="4177611" y="560993"/>
        <a:ext cx="3796943" cy="227816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412325-56BD-41EC-98E4-4037D26D1D53}">
      <dsp:nvSpPr>
        <dsp:cNvPr id="0" name=""/>
        <dsp:cNvSpPr/>
      </dsp:nvSpPr>
      <dsp:spPr>
        <a:xfrm>
          <a:off x="1233616" y="2031"/>
          <a:ext cx="2554418" cy="15326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Times New Roman" pitchFamily="18" charset="0"/>
              <a:cs typeface="Times New Roman" pitchFamily="18" charset="0"/>
            </a:rPr>
            <a:t>выявление грубых нарушений лицензионных требований при проверке;</a:t>
          </a:r>
          <a:endParaRPr lang="ru-RU" sz="20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1233616" y="2031"/>
        <a:ext cx="2554418" cy="1532651"/>
      </dsp:txXfrm>
    </dsp:sp>
    <dsp:sp modelId="{352F9AFB-6977-4D2C-BB10-8CADAE74963D}">
      <dsp:nvSpPr>
        <dsp:cNvPr id="0" name=""/>
        <dsp:cNvSpPr/>
      </dsp:nvSpPr>
      <dsp:spPr>
        <a:xfrm>
          <a:off x="4043476" y="2031"/>
          <a:ext cx="2554418" cy="15326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smtClean="0">
              <a:latin typeface="Times New Roman" pitchFamily="18" charset="0"/>
              <a:cs typeface="Times New Roman" pitchFamily="18" charset="0"/>
            </a:rPr>
            <a:t>неисполнение предписаний об устранении нарушений в установленный срок;</a:t>
          </a:r>
          <a:endParaRPr lang="ru-RU" sz="2000" kern="1200">
            <a:latin typeface="Times New Roman" pitchFamily="18" charset="0"/>
            <a:cs typeface="Times New Roman" pitchFamily="18" charset="0"/>
          </a:endParaRPr>
        </a:p>
      </dsp:txBody>
      <dsp:txXfrm>
        <a:off x="4043476" y="2031"/>
        <a:ext cx="2554418" cy="1532651"/>
      </dsp:txXfrm>
    </dsp:sp>
    <dsp:sp modelId="{392D78A5-DFCB-4DB5-84EC-F9F727B5516F}">
      <dsp:nvSpPr>
        <dsp:cNvPr id="0" name=""/>
        <dsp:cNvSpPr/>
      </dsp:nvSpPr>
      <dsp:spPr>
        <a:xfrm>
          <a:off x="1233616" y="1790124"/>
          <a:ext cx="2554418" cy="15326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smtClean="0">
              <a:latin typeface="Times New Roman" pitchFamily="18" charset="0"/>
              <a:cs typeface="Times New Roman" pitchFamily="18" charset="0"/>
            </a:rPr>
            <a:t>предоставление ложных сведений при получении лицензии;</a:t>
          </a:r>
          <a:endParaRPr lang="ru-RU" sz="2000" kern="1200">
            <a:latin typeface="Times New Roman" pitchFamily="18" charset="0"/>
            <a:cs typeface="Times New Roman" pitchFamily="18" charset="0"/>
          </a:endParaRPr>
        </a:p>
      </dsp:txBody>
      <dsp:txXfrm>
        <a:off x="1233616" y="1790124"/>
        <a:ext cx="2554418" cy="1532651"/>
      </dsp:txXfrm>
    </dsp:sp>
    <dsp:sp modelId="{9B74CB66-EBCD-4836-ACFF-B04846D4326F}">
      <dsp:nvSpPr>
        <dsp:cNvPr id="0" name=""/>
        <dsp:cNvSpPr/>
      </dsp:nvSpPr>
      <dsp:spPr>
        <a:xfrm>
          <a:off x="4043476" y="1790124"/>
          <a:ext cx="2554418" cy="15326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smtClean="0">
              <a:latin typeface="Times New Roman" pitchFamily="18" charset="0"/>
              <a:cs typeface="Times New Roman" pitchFamily="18" charset="0"/>
            </a:rPr>
            <a:t>возникновение угрозы безопасности, здоровью людей, окружающей среде.</a:t>
          </a:r>
          <a:endParaRPr lang="ru-RU" sz="2000" kern="1200">
            <a:latin typeface="Times New Roman" pitchFamily="18" charset="0"/>
            <a:cs typeface="Times New Roman" pitchFamily="18" charset="0"/>
          </a:endParaRPr>
        </a:p>
      </dsp:txBody>
      <dsp:txXfrm>
        <a:off x="4043476" y="1790124"/>
        <a:ext cx="2554418" cy="153265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510066-7F79-4215-AF9C-8F2AD7AB13D6}">
      <dsp:nvSpPr>
        <dsp:cNvPr id="0" name=""/>
        <dsp:cNvSpPr/>
      </dsp:nvSpPr>
      <dsp:spPr>
        <a:xfrm>
          <a:off x="0" y="411970"/>
          <a:ext cx="2492352" cy="14954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err="1" smtClean="0">
              <a:latin typeface="Times New Roman" pitchFamily="18" charset="0"/>
              <a:cs typeface="Times New Roman" pitchFamily="18" charset="0"/>
            </a:rPr>
            <a:t>неустранение</a:t>
          </a:r>
          <a:r>
            <a:rPr lang="ru-RU" sz="2000" kern="1200" dirty="0" smtClean="0">
              <a:latin typeface="Times New Roman" pitchFamily="18" charset="0"/>
              <a:cs typeface="Times New Roman" pitchFamily="18" charset="0"/>
            </a:rPr>
            <a:t> нарушений в срок, установленный при приостановлении лицензии;</a:t>
          </a:r>
          <a:endParaRPr lang="ru-RU" sz="20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0" y="411970"/>
        <a:ext cx="2492352" cy="1495411"/>
      </dsp:txXfrm>
    </dsp:sp>
    <dsp:sp modelId="{B0542A79-BCF6-4B9A-8562-EDCF71E88673}">
      <dsp:nvSpPr>
        <dsp:cNvPr id="0" name=""/>
        <dsp:cNvSpPr/>
      </dsp:nvSpPr>
      <dsp:spPr>
        <a:xfrm>
          <a:off x="2741587" y="411970"/>
          <a:ext cx="2492352" cy="14954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smtClean="0">
              <a:latin typeface="Times New Roman" pitchFamily="18" charset="0"/>
              <a:cs typeface="Times New Roman" pitchFamily="18" charset="0"/>
            </a:rPr>
            <a:t>систематическое несоблюдение лицензионных требований;</a:t>
          </a:r>
          <a:endParaRPr lang="ru-RU" sz="2000" kern="1200">
            <a:latin typeface="Times New Roman" pitchFamily="18" charset="0"/>
            <a:cs typeface="Times New Roman" pitchFamily="18" charset="0"/>
          </a:endParaRPr>
        </a:p>
      </dsp:txBody>
      <dsp:txXfrm>
        <a:off x="2741587" y="411970"/>
        <a:ext cx="2492352" cy="1495411"/>
      </dsp:txXfrm>
    </dsp:sp>
    <dsp:sp modelId="{02DE6E24-313D-4ADE-B8D0-1A8ACF7CE4F8}">
      <dsp:nvSpPr>
        <dsp:cNvPr id="0" name=""/>
        <dsp:cNvSpPr/>
      </dsp:nvSpPr>
      <dsp:spPr>
        <a:xfrm>
          <a:off x="5483175" y="411970"/>
          <a:ext cx="2492352" cy="14954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smtClean="0">
              <a:latin typeface="Times New Roman" pitchFamily="18" charset="0"/>
              <a:cs typeface="Times New Roman" pitchFamily="18" charset="0"/>
            </a:rPr>
            <a:t>предоставление заведомо ложных сведений при получении лицензии;</a:t>
          </a:r>
          <a:endParaRPr lang="ru-RU" sz="2000" kern="1200">
            <a:latin typeface="Times New Roman" pitchFamily="18" charset="0"/>
            <a:cs typeface="Times New Roman" pitchFamily="18" charset="0"/>
          </a:endParaRPr>
        </a:p>
      </dsp:txBody>
      <dsp:txXfrm>
        <a:off x="5483175" y="411970"/>
        <a:ext cx="2492352" cy="1495411"/>
      </dsp:txXfrm>
    </dsp:sp>
    <dsp:sp modelId="{B30137C8-032A-41BA-A204-A182A90FB27A}">
      <dsp:nvSpPr>
        <dsp:cNvPr id="0" name=""/>
        <dsp:cNvSpPr/>
      </dsp:nvSpPr>
      <dsp:spPr>
        <a:xfrm>
          <a:off x="0" y="2156617"/>
          <a:ext cx="2492352" cy="14954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smtClean="0">
              <a:latin typeface="Times New Roman" pitchFamily="18" charset="0"/>
              <a:cs typeface="Times New Roman" pitchFamily="18" charset="0"/>
            </a:rPr>
            <a:t>ликвидация организации или прекращение деятельности ИП;</a:t>
          </a:r>
          <a:endParaRPr lang="ru-RU" sz="2000" kern="1200">
            <a:latin typeface="Times New Roman" pitchFamily="18" charset="0"/>
            <a:cs typeface="Times New Roman" pitchFamily="18" charset="0"/>
          </a:endParaRPr>
        </a:p>
      </dsp:txBody>
      <dsp:txXfrm>
        <a:off x="0" y="2156617"/>
        <a:ext cx="2492352" cy="1495411"/>
      </dsp:txXfrm>
    </dsp:sp>
    <dsp:sp modelId="{86D7BE67-F6D1-49C3-AA60-550807D0E912}">
      <dsp:nvSpPr>
        <dsp:cNvPr id="0" name=""/>
        <dsp:cNvSpPr/>
      </dsp:nvSpPr>
      <dsp:spPr>
        <a:xfrm>
          <a:off x="2741587" y="2156617"/>
          <a:ext cx="2492352" cy="14954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smtClean="0">
              <a:latin typeface="Times New Roman" pitchFamily="18" charset="0"/>
              <a:cs typeface="Times New Roman" pitchFamily="18" charset="0"/>
            </a:rPr>
            <a:t>решение суда о признании деятельности лицензиата незаконной;</a:t>
          </a:r>
          <a:endParaRPr lang="ru-RU" sz="2000" kern="1200">
            <a:latin typeface="Times New Roman" pitchFamily="18" charset="0"/>
            <a:cs typeface="Times New Roman" pitchFamily="18" charset="0"/>
          </a:endParaRPr>
        </a:p>
      </dsp:txBody>
      <dsp:txXfrm>
        <a:off x="2741587" y="2156617"/>
        <a:ext cx="2492352" cy="1495411"/>
      </dsp:txXfrm>
    </dsp:sp>
    <dsp:sp modelId="{4875ACD1-45E2-49FC-B702-1A547B645540}">
      <dsp:nvSpPr>
        <dsp:cNvPr id="0" name=""/>
        <dsp:cNvSpPr/>
      </dsp:nvSpPr>
      <dsp:spPr>
        <a:xfrm>
          <a:off x="5483175" y="2156617"/>
          <a:ext cx="2492352" cy="14954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smtClean="0">
              <a:latin typeface="Times New Roman" pitchFamily="18" charset="0"/>
              <a:cs typeface="Times New Roman" pitchFamily="18" charset="0"/>
            </a:rPr>
            <a:t>выявление фактов фальсификации документов, представленных для лицензирования.</a:t>
          </a:r>
          <a:endParaRPr lang="ru-RU" sz="2000" kern="1200">
            <a:latin typeface="Times New Roman" pitchFamily="18" charset="0"/>
            <a:cs typeface="Times New Roman" pitchFamily="18" charset="0"/>
          </a:endParaRPr>
        </a:p>
      </dsp:txBody>
      <dsp:txXfrm>
        <a:off x="5483175" y="2156617"/>
        <a:ext cx="2492352" cy="14954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23880" y="1709640"/>
            <a:ext cx="7886520" cy="285228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623880" y="4589640"/>
            <a:ext cx="7886520" cy="14997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23880" y="1709640"/>
            <a:ext cx="7886520" cy="285228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623880" y="4589640"/>
            <a:ext cx="7886520" cy="149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23880" y="1709640"/>
            <a:ext cx="7886520" cy="285228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23880" y="4589640"/>
            <a:ext cx="3848400" cy="149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4665240" y="4589640"/>
            <a:ext cx="3848400" cy="149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23880" y="1709640"/>
            <a:ext cx="7886520" cy="285228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subTitle"/>
          </p:nvPr>
        </p:nvSpPr>
        <p:spPr>
          <a:xfrm>
            <a:off x="623880" y="1709640"/>
            <a:ext cx="7886520" cy="13222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23880" y="1709640"/>
            <a:ext cx="7886520" cy="285228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623880" y="4589640"/>
            <a:ext cx="3848400" cy="715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4665240" y="4589640"/>
            <a:ext cx="3848400" cy="149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623880" y="5373360"/>
            <a:ext cx="3848400" cy="715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23880" y="1709640"/>
            <a:ext cx="7886520" cy="285228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623880" y="4589640"/>
            <a:ext cx="3848400" cy="149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4665240" y="4589640"/>
            <a:ext cx="3848400" cy="715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4665240" y="5373360"/>
            <a:ext cx="3848400" cy="715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623880" y="1709640"/>
            <a:ext cx="7886520" cy="285228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623880" y="4589640"/>
            <a:ext cx="3848400" cy="715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665240" y="4589640"/>
            <a:ext cx="3848400" cy="715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body"/>
          </p:nvPr>
        </p:nvSpPr>
        <p:spPr>
          <a:xfrm>
            <a:off x="623880" y="5373360"/>
            <a:ext cx="7886520" cy="715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23880" y="1709640"/>
            <a:ext cx="7886520" cy="285228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23880" y="4589640"/>
            <a:ext cx="7886520" cy="715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3880" y="5373360"/>
            <a:ext cx="7886520" cy="715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623880" y="1709640"/>
            <a:ext cx="7886520" cy="285228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623880" y="4589640"/>
            <a:ext cx="3848400" cy="715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665240" y="4589640"/>
            <a:ext cx="3848400" cy="715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623880" y="5373360"/>
            <a:ext cx="3848400" cy="715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65240" y="5373360"/>
            <a:ext cx="3848400" cy="715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623880" y="1709640"/>
            <a:ext cx="7886520" cy="285228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623880" y="4589640"/>
            <a:ext cx="2539080" cy="715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3290400" y="4589640"/>
            <a:ext cx="2539080" cy="715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5956560" y="4589640"/>
            <a:ext cx="2539080" cy="715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623880" y="5373360"/>
            <a:ext cx="2539080" cy="715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body"/>
          </p:nvPr>
        </p:nvSpPr>
        <p:spPr>
          <a:xfrm>
            <a:off x="3290400" y="5373360"/>
            <a:ext cx="2539080" cy="715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body"/>
          </p:nvPr>
        </p:nvSpPr>
        <p:spPr>
          <a:xfrm>
            <a:off x="5956560" y="5373360"/>
            <a:ext cx="2539080" cy="715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23880" y="1709640"/>
            <a:ext cx="7886520" cy="285228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subTitle"/>
          </p:nvPr>
        </p:nvSpPr>
        <p:spPr>
          <a:xfrm>
            <a:off x="623880" y="4589640"/>
            <a:ext cx="7886520" cy="14997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23880" y="1709640"/>
            <a:ext cx="7886520" cy="285228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623880" y="4589640"/>
            <a:ext cx="7886520" cy="149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23880" y="1709640"/>
            <a:ext cx="7886520" cy="285228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623880" y="4589640"/>
            <a:ext cx="3848400" cy="149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665240" y="4589640"/>
            <a:ext cx="3848400" cy="149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23880" y="1709640"/>
            <a:ext cx="7886520" cy="285228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subTitle"/>
          </p:nvPr>
        </p:nvSpPr>
        <p:spPr>
          <a:xfrm>
            <a:off x="623880" y="1709640"/>
            <a:ext cx="7886520" cy="13222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23880" y="1709640"/>
            <a:ext cx="7886520" cy="285228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623880" y="4589640"/>
            <a:ext cx="3848400" cy="715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4665240" y="4589640"/>
            <a:ext cx="3848400" cy="149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body"/>
          </p:nvPr>
        </p:nvSpPr>
        <p:spPr>
          <a:xfrm>
            <a:off x="623880" y="5373360"/>
            <a:ext cx="3848400" cy="715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623880" y="1709640"/>
            <a:ext cx="7886520" cy="285228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623880" y="4589640"/>
            <a:ext cx="3848400" cy="149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4665240" y="4589640"/>
            <a:ext cx="3848400" cy="715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body"/>
          </p:nvPr>
        </p:nvSpPr>
        <p:spPr>
          <a:xfrm>
            <a:off x="4665240" y="5373360"/>
            <a:ext cx="3848400" cy="715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23880" y="1709640"/>
            <a:ext cx="7886520" cy="285228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623880" y="4589640"/>
            <a:ext cx="3848400" cy="715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4665240" y="4589640"/>
            <a:ext cx="3848400" cy="715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623880" y="5373360"/>
            <a:ext cx="7886520" cy="715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623880" y="1709640"/>
            <a:ext cx="7886520" cy="285228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623880" y="4589640"/>
            <a:ext cx="7886520" cy="715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623880" y="5373360"/>
            <a:ext cx="7886520" cy="715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23880" y="1709640"/>
            <a:ext cx="7886520" cy="285228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623880" y="4589640"/>
            <a:ext cx="3848400" cy="715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4665240" y="4589640"/>
            <a:ext cx="3848400" cy="715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body"/>
          </p:nvPr>
        </p:nvSpPr>
        <p:spPr>
          <a:xfrm>
            <a:off x="623880" y="5373360"/>
            <a:ext cx="3848400" cy="715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body"/>
          </p:nvPr>
        </p:nvSpPr>
        <p:spPr>
          <a:xfrm>
            <a:off x="4665240" y="5373360"/>
            <a:ext cx="3848400" cy="715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623880" y="1709640"/>
            <a:ext cx="7886520" cy="285228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623880" y="4589640"/>
            <a:ext cx="2539080" cy="715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body"/>
          </p:nvPr>
        </p:nvSpPr>
        <p:spPr>
          <a:xfrm>
            <a:off x="3290400" y="4589640"/>
            <a:ext cx="2539080" cy="715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4" name="PlaceHolder 4"/>
          <p:cNvSpPr>
            <a:spLocks noGrp="1"/>
          </p:cNvSpPr>
          <p:nvPr>
            <p:ph type="body"/>
          </p:nvPr>
        </p:nvSpPr>
        <p:spPr>
          <a:xfrm>
            <a:off x="5956560" y="4589640"/>
            <a:ext cx="2539080" cy="715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5" name="PlaceHolder 5"/>
          <p:cNvSpPr>
            <a:spLocks noGrp="1"/>
          </p:cNvSpPr>
          <p:nvPr>
            <p:ph type="body"/>
          </p:nvPr>
        </p:nvSpPr>
        <p:spPr>
          <a:xfrm>
            <a:off x="623880" y="5373360"/>
            <a:ext cx="2539080" cy="715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6" name="PlaceHolder 6"/>
          <p:cNvSpPr>
            <a:spLocks noGrp="1"/>
          </p:cNvSpPr>
          <p:nvPr>
            <p:ph type="body"/>
          </p:nvPr>
        </p:nvSpPr>
        <p:spPr>
          <a:xfrm>
            <a:off x="3290400" y="5373360"/>
            <a:ext cx="2539080" cy="715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7" name="PlaceHolder 7"/>
          <p:cNvSpPr>
            <a:spLocks noGrp="1"/>
          </p:cNvSpPr>
          <p:nvPr>
            <p:ph type="body"/>
          </p:nvPr>
        </p:nvSpPr>
        <p:spPr>
          <a:xfrm>
            <a:off x="5956560" y="5373360"/>
            <a:ext cx="2539080" cy="715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623880" y="1709640"/>
            <a:ext cx="7886520" cy="285228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subTitle"/>
          </p:nvPr>
        </p:nvSpPr>
        <p:spPr>
          <a:xfrm>
            <a:off x="623880" y="4589640"/>
            <a:ext cx="7886520" cy="14997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623880" y="1709640"/>
            <a:ext cx="7886520" cy="285228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623880" y="4589640"/>
            <a:ext cx="7886520" cy="149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23880" y="1709640"/>
            <a:ext cx="7886520" cy="285228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623880" y="4589640"/>
            <a:ext cx="3848400" cy="149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4665240" y="4589640"/>
            <a:ext cx="3848400" cy="149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623880" y="1709640"/>
            <a:ext cx="7886520" cy="285228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subTitle"/>
          </p:nvPr>
        </p:nvSpPr>
        <p:spPr>
          <a:xfrm>
            <a:off x="623880" y="1709640"/>
            <a:ext cx="7886520" cy="13222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623880" y="1709640"/>
            <a:ext cx="7886520" cy="285228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623880" y="4589640"/>
            <a:ext cx="3848400" cy="715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body"/>
          </p:nvPr>
        </p:nvSpPr>
        <p:spPr>
          <a:xfrm>
            <a:off x="4665240" y="4589640"/>
            <a:ext cx="3848400" cy="149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 type="body"/>
          </p:nvPr>
        </p:nvSpPr>
        <p:spPr>
          <a:xfrm>
            <a:off x="623880" y="5373360"/>
            <a:ext cx="3848400" cy="715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623880" y="1709640"/>
            <a:ext cx="7886520" cy="285228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623880" y="4589640"/>
            <a:ext cx="3848400" cy="1499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body"/>
          </p:nvPr>
        </p:nvSpPr>
        <p:spPr>
          <a:xfrm>
            <a:off x="4665240" y="4589640"/>
            <a:ext cx="3848400" cy="715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2" name="PlaceHolder 4"/>
          <p:cNvSpPr>
            <a:spLocks noGrp="1"/>
          </p:cNvSpPr>
          <p:nvPr>
            <p:ph type="body"/>
          </p:nvPr>
        </p:nvSpPr>
        <p:spPr>
          <a:xfrm>
            <a:off x="4665240" y="5373360"/>
            <a:ext cx="3848400" cy="715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623880" y="1709640"/>
            <a:ext cx="7886520" cy="285228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623880" y="4589640"/>
            <a:ext cx="3848400" cy="715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body"/>
          </p:nvPr>
        </p:nvSpPr>
        <p:spPr>
          <a:xfrm>
            <a:off x="4665240" y="4589640"/>
            <a:ext cx="3848400" cy="715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6" name="PlaceHolder 4"/>
          <p:cNvSpPr>
            <a:spLocks noGrp="1"/>
          </p:cNvSpPr>
          <p:nvPr>
            <p:ph type="body"/>
          </p:nvPr>
        </p:nvSpPr>
        <p:spPr>
          <a:xfrm>
            <a:off x="623880" y="5373360"/>
            <a:ext cx="7886520" cy="715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623880" y="1709640"/>
            <a:ext cx="7886520" cy="285228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623880" y="4589640"/>
            <a:ext cx="7886520" cy="715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body"/>
          </p:nvPr>
        </p:nvSpPr>
        <p:spPr>
          <a:xfrm>
            <a:off x="623880" y="5373360"/>
            <a:ext cx="7886520" cy="715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623880" y="1709640"/>
            <a:ext cx="7886520" cy="285228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623880" y="4589640"/>
            <a:ext cx="3848400" cy="715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body"/>
          </p:nvPr>
        </p:nvSpPr>
        <p:spPr>
          <a:xfrm>
            <a:off x="4665240" y="4589640"/>
            <a:ext cx="3848400" cy="715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3" name="PlaceHolder 4"/>
          <p:cNvSpPr>
            <a:spLocks noGrp="1"/>
          </p:cNvSpPr>
          <p:nvPr>
            <p:ph type="body"/>
          </p:nvPr>
        </p:nvSpPr>
        <p:spPr>
          <a:xfrm>
            <a:off x="623880" y="5373360"/>
            <a:ext cx="3848400" cy="715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4" name="PlaceHolder 5"/>
          <p:cNvSpPr>
            <a:spLocks noGrp="1"/>
          </p:cNvSpPr>
          <p:nvPr>
            <p:ph type="body"/>
          </p:nvPr>
        </p:nvSpPr>
        <p:spPr>
          <a:xfrm>
            <a:off x="4665240" y="5373360"/>
            <a:ext cx="3848400" cy="715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623880" y="1709640"/>
            <a:ext cx="7886520" cy="285228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623880" y="4589640"/>
            <a:ext cx="2539080" cy="715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body"/>
          </p:nvPr>
        </p:nvSpPr>
        <p:spPr>
          <a:xfrm>
            <a:off x="3290400" y="4589640"/>
            <a:ext cx="2539080" cy="715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8" name="PlaceHolder 4"/>
          <p:cNvSpPr>
            <a:spLocks noGrp="1"/>
          </p:cNvSpPr>
          <p:nvPr>
            <p:ph type="body"/>
          </p:nvPr>
        </p:nvSpPr>
        <p:spPr>
          <a:xfrm>
            <a:off x="5956560" y="4589640"/>
            <a:ext cx="2539080" cy="715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9" name="PlaceHolder 5"/>
          <p:cNvSpPr>
            <a:spLocks noGrp="1"/>
          </p:cNvSpPr>
          <p:nvPr>
            <p:ph type="body"/>
          </p:nvPr>
        </p:nvSpPr>
        <p:spPr>
          <a:xfrm>
            <a:off x="623880" y="5373360"/>
            <a:ext cx="2539080" cy="715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0" name="PlaceHolder 6"/>
          <p:cNvSpPr>
            <a:spLocks noGrp="1"/>
          </p:cNvSpPr>
          <p:nvPr>
            <p:ph type="body"/>
          </p:nvPr>
        </p:nvSpPr>
        <p:spPr>
          <a:xfrm>
            <a:off x="3290400" y="5373360"/>
            <a:ext cx="2539080" cy="715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1" name="PlaceHolder 7"/>
          <p:cNvSpPr>
            <a:spLocks noGrp="1"/>
          </p:cNvSpPr>
          <p:nvPr>
            <p:ph type="body"/>
          </p:nvPr>
        </p:nvSpPr>
        <p:spPr>
          <a:xfrm>
            <a:off x="5956560" y="5373360"/>
            <a:ext cx="2539080" cy="715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stomShape 1"/>
          <p:cNvSpPr/>
          <p:nvPr/>
        </p:nvSpPr>
        <p:spPr>
          <a:xfrm>
            <a:off x="1868400" y="48600"/>
            <a:ext cx="5406480" cy="576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ru-RU" sz="1600" b="1" strike="noStrike" spc="-1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  <a:endParaRPr lang="ru-RU" sz="1600" b="0" strike="noStrike" spc="-1">
              <a:latin typeface="Arial"/>
            </a:endParaRPr>
          </a:p>
        </p:txBody>
      </p:sp>
      <p:sp>
        <p:nvSpPr>
          <p:cNvPr id="9" name="CustomShape 2"/>
          <p:cNvSpPr/>
          <p:nvPr/>
        </p:nvSpPr>
        <p:spPr>
          <a:xfrm>
            <a:off x="8158680" y="79200"/>
            <a:ext cx="889560" cy="515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ru-RU" sz="1400" b="1" strike="noStrike" spc="-1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0" strike="noStrike" spc="-1">
              <a:latin typeface="Arial"/>
            </a:endParaRPr>
          </a:p>
        </p:txBody>
      </p:sp>
      <p:pic>
        <p:nvPicPr>
          <p:cNvPr id="2" name="Рисунок 1"/>
          <p:cNvPicPr/>
          <p:nvPr/>
        </p:nvPicPr>
        <p:blipFill>
          <a:blip r:embed="rId14"/>
          <a:stretch/>
        </p:blipFill>
        <p:spPr>
          <a:xfrm>
            <a:off x="95400" y="56520"/>
            <a:ext cx="870120" cy="961920"/>
          </a:xfrm>
          <a:prstGeom prst="rect">
            <a:avLst/>
          </a:prstGeom>
          <a:ln>
            <a:noFill/>
          </a:ln>
        </p:spPr>
      </p:pic>
      <p:sp>
        <p:nvSpPr>
          <p:cNvPr id="3" name="PlaceHolder 3"/>
          <p:cNvSpPr>
            <a:spLocks noGrp="1"/>
          </p:cNvSpPr>
          <p:nvPr>
            <p:ph type="title"/>
          </p:nvPr>
        </p:nvSpPr>
        <p:spPr>
          <a:xfrm>
            <a:off x="1143000" y="2057400"/>
            <a:ext cx="6857640" cy="1452240"/>
          </a:xfrm>
          <a:prstGeom prst="rect">
            <a:avLst/>
          </a:prstGeom>
        </p:spPr>
        <p:txBody>
          <a:bodyPr lIns="90000" tIns="45000" rIns="90000" bIns="45000" anchor="b"/>
          <a:lstStyle/>
          <a:p>
            <a:pPr algn="ctr">
              <a:lnSpc>
                <a:spcPct val="90000"/>
              </a:lnSpc>
            </a:pPr>
            <a:r>
              <a:rPr lang="en-US" sz="6000" b="1" strike="noStrike" spc="-1">
                <a:solidFill>
                  <a:srgbClr val="000000"/>
                </a:solidFill>
                <a:latin typeface="Calibri Light"/>
              </a:rPr>
              <a:t>Название темы</a:t>
            </a:r>
            <a:endParaRPr lang="en-US" sz="6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dt"/>
          </p:nvPr>
        </p:nvSpPr>
        <p:spPr>
          <a:xfrm>
            <a:off x="0" y="6480720"/>
            <a:ext cx="2057040" cy="36468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E23DEF03-DFCA-483A-8491-295BCCB1BF6B}" type="datetime1">
              <a:rPr lang="ru-RU" sz="1800" b="0" strike="noStrike" spc="-1">
                <a:solidFill>
                  <a:srgbClr val="000000"/>
                </a:solidFill>
                <a:latin typeface="Calibri"/>
              </a:rPr>
              <a:t>26.06.2026</a:t>
            </a:fld>
            <a:endParaRPr lang="ru-RU" sz="1800" b="0" strike="noStrike" spc="-1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ftr"/>
          </p:nvPr>
        </p:nvSpPr>
        <p:spPr>
          <a:xfrm>
            <a:off x="3029040" y="6356520"/>
            <a:ext cx="3085920" cy="364680"/>
          </a:xfrm>
          <a:prstGeom prst="rect">
            <a:avLst/>
          </a:prstGeom>
        </p:spPr>
        <p:txBody>
          <a:bodyPr lIns="90000" tIns="45000" rIns="90000" bIns="45000"/>
          <a:lstStyle/>
          <a:p>
            <a:endParaRPr lang="ru-RU" sz="2400" b="0" strike="noStrike" spc="-1">
              <a:latin typeface="Times New Roman"/>
            </a:endParaRPr>
          </a:p>
        </p:txBody>
      </p:sp>
      <p:sp>
        <p:nvSpPr>
          <p:cNvPr id="6" name="PlaceHolder 6"/>
          <p:cNvSpPr>
            <a:spLocks noGrp="1"/>
          </p:cNvSpPr>
          <p:nvPr>
            <p:ph type="sldNum"/>
          </p:nvPr>
        </p:nvSpPr>
        <p:spPr>
          <a:xfrm>
            <a:off x="7086600" y="6480720"/>
            <a:ext cx="2057040" cy="364680"/>
          </a:xfrm>
          <a:prstGeom prst="rect">
            <a:avLst/>
          </a:prstGeom>
        </p:spPr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fld id="{10C6F36E-A34D-4EBC-AC7D-7D71E897FB7E}" type="slidenum">
              <a:rPr lang="ru-RU" sz="1800" b="0" strike="noStrike" spc="-1">
                <a:solidFill>
                  <a:srgbClr val="000000"/>
                </a:solidFill>
                <a:latin typeface="Calibri"/>
              </a:rPr>
              <a:t>‹#›</a:t>
            </a:fld>
            <a:endParaRPr lang="ru-RU" sz="1800" b="0" strike="noStrike" spc="-1">
              <a:latin typeface="Times New Roman"/>
            </a:endParaRPr>
          </a:p>
        </p:txBody>
      </p:sp>
      <p:sp>
        <p:nvSpPr>
          <p:cNvPr id="7" name="PlaceHolder 7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ustomShape 1"/>
          <p:cNvSpPr/>
          <p:nvPr/>
        </p:nvSpPr>
        <p:spPr>
          <a:xfrm>
            <a:off x="1868400" y="48600"/>
            <a:ext cx="5406480" cy="576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ru-RU" sz="1600" b="1" strike="noStrike" spc="-1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  <a:endParaRPr lang="ru-RU" sz="1600" b="0" strike="noStrike" spc="-1">
              <a:latin typeface="Arial"/>
            </a:endParaRPr>
          </a:p>
        </p:txBody>
      </p:sp>
      <p:sp>
        <p:nvSpPr>
          <p:cNvPr id="45" name="CustomShape 2"/>
          <p:cNvSpPr/>
          <p:nvPr/>
        </p:nvSpPr>
        <p:spPr>
          <a:xfrm>
            <a:off x="8158680" y="79200"/>
            <a:ext cx="889560" cy="515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ru-RU" sz="1400" b="1" strike="noStrike" spc="-1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0" strike="noStrike" spc="-1">
              <a:latin typeface="Arial"/>
            </a:endParaRPr>
          </a:p>
        </p:txBody>
      </p:sp>
      <p:pic>
        <p:nvPicPr>
          <p:cNvPr id="46" name="Рисунок 1"/>
          <p:cNvPicPr/>
          <p:nvPr/>
        </p:nvPicPr>
        <p:blipFill>
          <a:blip r:embed="rId14"/>
          <a:stretch/>
        </p:blipFill>
        <p:spPr>
          <a:xfrm>
            <a:off x="95400" y="56520"/>
            <a:ext cx="870120" cy="961920"/>
          </a:xfrm>
          <a:prstGeom prst="rect">
            <a:avLst/>
          </a:prstGeom>
          <a:ln>
            <a:noFill/>
          </a:ln>
        </p:spPr>
      </p:pic>
      <p:sp>
        <p:nvSpPr>
          <p:cNvPr id="47" name="PlaceHolder 3"/>
          <p:cNvSpPr>
            <a:spLocks noGrp="1"/>
          </p:cNvSpPr>
          <p:nvPr>
            <p:ph type="title"/>
          </p:nvPr>
        </p:nvSpPr>
        <p:spPr>
          <a:xfrm>
            <a:off x="628560" y="1036080"/>
            <a:ext cx="7886520" cy="132516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Calibri Light"/>
              </a:rPr>
              <a:t>Образец заголовка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body"/>
          </p:nvPr>
        </p:nvSpPr>
        <p:spPr>
          <a:xfrm>
            <a:off x="628560" y="2523600"/>
            <a:ext cx="7886520" cy="3652920"/>
          </a:xfrm>
          <a:prstGeom prst="rect">
            <a:avLst/>
          </a:prstGeom>
        </p:spPr>
        <p:txBody>
          <a:bodyPr lIns="90000" tIns="45000" rIns="90000" bIns="45000"/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Образец текста</a:t>
            </a: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Второй уровень</a:t>
            </a:r>
          </a:p>
          <a:p>
            <a:pPr marL="1143000" lvl="2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Третий уровень</a:t>
            </a:r>
          </a:p>
          <a:p>
            <a:pPr marL="1600200" lvl="3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Четвертый уровень</a:t>
            </a:r>
          </a:p>
          <a:p>
            <a:pPr marL="2057400" lvl="4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Пятый уровень</a:t>
            </a:r>
          </a:p>
        </p:txBody>
      </p:sp>
      <p:sp>
        <p:nvSpPr>
          <p:cNvPr id="49" name="PlaceHolder 5"/>
          <p:cNvSpPr>
            <a:spLocks noGrp="1"/>
          </p:cNvSpPr>
          <p:nvPr>
            <p:ph type="dt"/>
          </p:nvPr>
        </p:nvSpPr>
        <p:spPr>
          <a:xfrm>
            <a:off x="0" y="6469920"/>
            <a:ext cx="2057040" cy="36468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493FBEAD-90E9-42AB-AD0E-E1DDCD0E3A64}" type="datetime1">
              <a:rPr lang="ru-RU" sz="1800" b="0" strike="noStrike" spc="-1">
                <a:solidFill>
                  <a:srgbClr val="000000"/>
                </a:solidFill>
                <a:latin typeface="Calibri"/>
              </a:rPr>
              <a:t>26.06.2026</a:t>
            </a:fld>
            <a:endParaRPr lang="ru-RU" sz="1800" b="0" strike="noStrike" spc="-1">
              <a:latin typeface="Times New Roman"/>
            </a:endParaRPr>
          </a:p>
        </p:txBody>
      </p:sp>
      <p:sp>
        <p:nvSpPr>
          <p:cNvPr id="50" name="PlaceHolder 6"/>
          <p:cNvSpPr>
            <a:spLocks noGrp="1"/>
          </p:cNvSpPr>
          <p:nvPr>
            <p:ph type="ftr"/>
          </p:nvPr>
        </p:nvSpPr>
        <p:spPr>
          <a:xfrm>
            <a:off x="3029040" y="6356520"/>
            <a:ext cx="3085920" cy="364680"/>
          </a:xfrm>
          <a:prstGeom prst="rect">
            <a:avLst/>
          </a:prstGeom>
        </p:spPr>
        <p:txBody>
          <a:bodyPr lIns="90000" tIns="45000" rIns="90000" bIns="45000"/>
          <a:lstStyle/>
          <a:p>
            <a:endParaRPr lang="ru-RU" sz="2400" b="0" strike="noStrike" spc="-1">
              <a:latin typeface="Times New Roman"/>
            </a:endParaRPr>
          </a:p>
        </p:txBody>
      </p:sp>
      <p:sp>
        <p:nvSpPr>
          <p:cNvPr id="51" name="PlaceHolder 7"/>
          <p:cNvSpPr>
            <a:spLocks noGrp="1"/>
          </p:cNvSpPr>
          <p:nvPr>
            <p:ph type="sldNum"/>
          </p:nvPr>
        </p:nvSpPr>
        <p:spPr>
          <a:xfrm>
            <a:off x="7086600" y="6480720"/>
            <a:ext cx="2057040" cy="364680"/>
          </a:xfrm>
          <a:prstGeom prst="rect">
            <a:avLst/>
          </a:prstGeom>
        </p:spPr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fld id="{3EF71569-79D8-48B3-A91B-060DB1FDA1D3}" type="slidenum">
              <a:rPr lang="ru-RU" sz="1800" b="0" strike="noStrike" spc="-1">
                <a:solidFill>
                  <a:srgbClr val="000000"/>
                </a:solidFill>
                <a:latin typeface="Calibri"/>
              </a:rPr>
              <a:t>‹#›</a:t>
            </a:fld>
            <a:endParaRPr lang="ru-RU" sz="18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/>
    <p:bodyStyle/>
    <p:otherStyle/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CustomShape 1"/>
          <p:cNvSpPr/>
          <p:nvPr/>
        </p:nvSpPr>
        <p:spPr>
          <a:xfrm>
            <a:off x="1868400" y="48600"/>
            <a:ext cx="5406480" cy="576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ru-RU" sz="1600" b="1" strike="noStrike" spc="-1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  <a:endParaRPr lang="ru-RU" sz="1600" b="0" strike="noStrike" spc="-1">
              <a:latin typeface="Arial"/>
            </a:endParaRPr>
          </a:p>
        </p:txBody>
      </p:sp>
      <p:sp>
        <p:nvSpPr>
          <p:cNvPr id="89" name="CustomShape 2"/>
          <p:cNvSpPr/>
          <p:nvPr/>
        </p:nvSpPr>
        <p:spPr>
          <a:xfrm>
            <a:off x="8158680" y="79200"/>
            <a:ext cx="889560" cy="515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ru-RU" sz="1400" b="1" strike="noStrike" spc="-1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0" strike="noStrike" spc="-1">
              <a:latin typeface="Arial"/>
            </a:endParaRPr>
          </a:p>
        </p:txBody>
      </p:sp>
      <p:pic>
        <p:nvPicPr>
          <p:cNvPr id="90" name="Рисунок 1"/>
          <p:cNvPicPr/>
          <p:nvPr/>
        </p:nvPicPr>
        <p:blipFill>
          <a:blip r:embed="rId14"/>
          <a:stretch/>
        </p:blipFill>
        <p:spPr>
          <a:xfrm>
            <a:off x="95400" y="56520"/>
            <a:ext cx="870120" cy="961920"/>
          </a:xfrm>
          <a:prstGeom prst="rect">
            <a:avLst/>
          </a:prstGeom>
          <a:ln>
            <a:noFill/>
          </a:ln>
        </p:spPr>
      </p:pic>
      <p:sp>
        <p:nvSpPr>
          <p:cNvPr id="91" name="PlaceHolder 3"/>
          <p:cNvSpPr>
            <a:spLocks noGrp="1"/>
          </p:cNvSpPr>
          <p:nvPr>
            <p:ph type="title"/>
          </p:nvPr>
        </p:nvSpPr>
        <p:spPr>
          <a:xfrm>
            <a:off x="623880" y="1709640"/>
            <a:ext cx="7886520" cy="2852280"/>
          </a:xfrm>
          <a:prstGeom prst="rect">
            <a:avLst/>
          </a:prstGeom>
        </p:spPr>
        <p:txBody>
          <a:bodyPr lIns="90000" tIns="45000" rIns="90000" bIns="45000" anchor="b"/>
          <a:lstStyle/>
          <a:p>
            <a:pPr>
              <a:lnSpc>
                <a:spcPct val="90000"/>
              </a:lnSpc>
            </a:pPr>
            <a:r>
              <a:rPr lang="en-US" sz="6000" b="0" strike="noStrike" spc="-1">
                <a:solidFill>
                  <a:srgbClr val="000000"/>
                </a:solidFill>
                <a:latin typeface="Calibri Light"/>
              </a:rPr>
              <a:t>Название дисциплины</a:t>
            </a:r>
            <a:endParaRPr lang="en-US" sz="6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2" name="PlaceHolder 4"/>
          <p:cNvSpPr>
            <a:spLocks noGrp="1"/>
          </p:cNvSpPr>
          <p:nvPr>
            <p:ph type="body"/>
          </p:nvPr>
        </p:nvSpPr>
        <p:spPr>
          <a:xfrm>
            <a:off x="623880" y="4589640"/>
            <a:ext cx="7886520" cy="149976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en-US" sz="2400" b="0" strike="noStrike" spc="-1">
                <a:solidFill>
                  <a:srgbClr val="8B8B8B"/>
                </a:solidFill>
                <a:latin typeface="Calibri"/>
              </a:rPr>
              <a:t>ФИО преподавателя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en-US" sz="2400" b="0" strike="noStrike" spc="-1">
                <a:solidFill>
                  <a:srgbClr val="8B8B8B"/>
                </a:solidFill>
                <a:latin typeface="Calibri"/>
              </a:rPr>
              <a:t>Электронная почта (укажите корпоративную почту)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" name="PlaceHolder 5"/>
          <p:cNvSpPr>
            <a:spLocks noGrp="1"/>
          </p:cNvSpPr>
          <p:nvPr>
            <p:ph type="dt"/>
          </p:nvPr>
        </p:nvSpPr>
        <p:spPr>
          <a:xfrm>
            <a:off x="0" y="6492960"/>
            <a:ext cx="2057040" cy="36468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FB4B5596-C5D4-4E22-B5A4-CA8CF5D7A92B}" type="datetime1">
              <a:rPr lang="ru-RU" sz="1800" b="0" strike="noStrike" spc="-1">
                <a:solidFill>
                  <a:srgbClr val="000000"/>
                </a:solidFill>
                <a:latin typeface="Calibri"/>
              </a:rPr>
              <a:t>26.06.2026</a:t>
            </a:fld>
            <a:endParaRPr lang="ru-RU" sz="1800" b="0" strike="noStrike" spc="-1">
              <a:latin typeface="Times New Roman"/>
            </a:endParaRPr>
          </a:p>
        </p:txBody>
      </p:sp>
      <p:sp>
        <p:nvSpPr>
          <p:cNvPr id="94" name="PlaceHolder 6"/>
          <p:cNvSpPr>
            <a:spLocks noGrp="1"/>
          </p:cNvSpPr>
          <p:nvPr>
            <p:ph type="ftr"/>
          </p:nvPr>
        </p:nvSpPr>
        <p:spPr>
          <a:xfrm>
            <a:off x="3029040" y="6356520"/>
            <a:ext cx="3085920" cy="364680"/>
          </a:xfrm>
          <a:prstGeom prst="rect">
            <a:avLst/>
          </a:prstGeom>
        </p:spPr>
        <p:txBody>
          <a:bodyPr lIns="90000" tIns="45000" rIns="90000" bIns="45000"/>
          <a:lstStyle/>
          <a:p>
            <a:endParaRPr lang="ru-RU" sz="2400" b="0" strike="noStrike" spc="-1">
              <a:latin typeface="Times New Roman"/>
            </a:endParaRPr>
          </a:p>
        </p:txBody>
      </p:sp>
      <p:sp>
        <p:nvSpPr>
          <p:cNvPr id="95" name="PlaceHolder 7"/>
          <p:cNvSpPr>
            <a:spLocks noGrp="1"/>
          </p:cNvSpPr>
          <p:nvPr>
            <p:ph type="sldNum"/>
          </p:nvPr>
        </p:nvSpPr>
        <p:spPr>
          <a:xfrm>
            <a:off x="7086600" y="6492960"/>
            <a:ext cx="2057040" cy="364680"/>
          </a:xfrm>
          <a:prstGeom prst="rect">
            <a:avLst/>
          </a:prstGeom>
        </p:spPr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fld id="{EB4ED8A1-DFA8-482D-BC9D-462208A37468}" type="slidenum">
              <a:rPr lang="ru-RU" sz="1800" b="0" strike="noStrike" spc="-1">
                <a:solidFill>
                  <a:srgbClr val="000000"/>
                </a:solidFill>
                <a:latin typeface="Calibri"/>
              </a:rPr>
              <a:t>‹#›</a:t>
            </a:fld>
            <a:endParaRPr lang="ru-RU" sz="18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Shape 1"/>
          <p:cNvSpPr txBox="1"/>
          <p:nvPr/>
        </p:nvSpPr>
        <p:spPr>
          <a:xfrm>
            <a:off x="1143000" y="1563120"/>
            <a:ext cx="6857640" cy="320256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pPr>
              <a:lnSpc>
                <a:spcPct val="9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</a:rPr>
              <a:t>ДИСЦИЛИНА </a:t>
            </a:r>
            <a:r>
              <a:rPr lang="en-US" sz="1800" b="1" strike="noStrike" spc="-1" dirty="0" err="1">
                <a:solidFill>
                  <a:srgbClr val="000000"/>
                </a:solidFill>
                <a:latin typeface="Times New Roman"/>
              </a:rPr>
              <a:t>Сертификация</a:t>
            </a:r>
            <a:r>
              <a:rPr lang="en-US" sz="1800" b="1" strike="noStrike" spc="-1" dirty="0">
                <a:solidFill>
                  <a:srgbClr val="000000"/>
                </a:solidFill>
                <a:latin typeface="Times New Roman"/>
              </a:rPr>
              <a:t> и </a:t>
            </a:r>
            <a:r>
              <a:rPr lang="en-US" sz="1800" b="1" strike="noStrike" spc="-1" dirty="0" err="1">
                <a:solidFill>
                  <a:srgbClr val="000000"/>
                </a:solidFill>
                <a:latin typeface="Times New Roman"/>
              </a:rPr>
              <a:t>лицензирование</a:t>
            </a:r>
            <a:r>
              <a:rPr lang="en-US" sz="1800" b="1" strike="noStrike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1800" b="1" strike="noStrike" spc="-1" dirty="0" err="1">
                <a:solidFill>
                  <a:srgbClr val="000000"/>
                </a:solidFill>
                <a:latin typeface="Times New Roman"/>
              </a:rPr>
              <a:t>беспилотных</a:t>
            </a:r>
            <a:r>
              <a:rPr lang="en-US" sz="1800" b="1" strike="noStrike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1800" b="1" strike="noStrike" spc="-1" dirty="0" err="1">
                <a:solidFill>
                  <a:srgbClr val="000000"/>
                </a:solidFill>
                <a:latin typeface="Times New Roman"/>
              </a:rPr>
              <a:t>систем</a:t>
            </a:r>
            <a:r>
              <a:rPr dirty="0"/>
              <a:t/>
            </a:r>
            <a:br>
              <a:rPr dirty="0"/>
            </a:br>
            <a:r>
              <a:rPr dirty="0"/>
              <a:t/>
            </a:r>
            <a:br>
              <a:rPr dirty="0"/>
            </a:b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</a:rPr>
              <a:t>ИНСТИТУТ </a:t>
            </a:r>
            <a:r>
              <a:rPr lang="en-US" sz="1800" b="1" strike="noStrike" spc="-1" dirty="0">
                <a:solidFill>
                  <a:srgbClr val="000000"/>
                </a:solidFill>
                <a:latin typeface="Times New Roman"/>
              </a:rPr>
              <a:t>ИПТИП</a:t>
            </a:r>
            <a:r>
              <a:rPr dirty="0"/>
              <a:t/>
            </a:r>
            <a:br>
              <a:rPr dirty="0"/>
            </a:br>
            <a:r>
              <a:rPr dirty="0"/>
              <a:t/>
            </a:r>
            <a:br>
              <a:rPr dirty="0"/>
            </a:br>
            <a:r>
              <a:rPr lang="ru-RU" dirty="0">
                <a:latin typeface="Times New Roman" pitchFamily="18" charset="0"/>
                <a:cs typeface="Times New Roman" pitchFamily="18" charset="0"/>
              </a:rPr>
              <a:t>КАФЕДРА 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индустриального программирования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dirty="0">
                <a:latin typeface="Times New Roman" pitchFamily="18" charset="0"/>
                <a:cs typeface="Times New Roman" pitchFamily="18" charset="0"/>
              </a:rPr>
            </a:br>
            <a:r>
              <a:rPr lang="ru-RU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dirty="0">
                <a:latin typeface="Times New Roman" pitchFamily="18" charset="0"/>
                <a:cs typeface="Times New Roman" pitchFamily="18" charset="0"/>
              </a:rPr>
            </a:br>
            <a:r>
              <a:rPr lang="ru-RU" dirty="0">
                <a:latin typeface="Times New Roman" pitchFamily="18" charset="0"/>
                <a:cs typeface="Times New Roman" pitchFamily="18" charset="0"/>
              </a:rPr>
              <a:t>ВИД УЧЕБНОГО МАТЕРИАЛА 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Лекция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dirty="0">
                <a:latin typeface="Times New Roman" pitchFamily="18" charset="0"/>
                <a:cs typeface="Times New Roman" pitchFamily="18" charset="0"/>
              </a:rPr>
            </a:br>
            <a:r>
              <a:rPr lang="ru-RU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dirty="0">
                <a:latin typeface="Times New Roman" pitchFamily="18" charset="0"/>
                <a:cs typeface="Times New Roman" pitchFamily="18" charset="0"/>
              </a:rPr>
            </a:br>
            <a:r>
              <a:rPr lang="ru-RU" dirty="0">
                <a:latin typeface="Times New Roman" pitchFamily="18" charset="0"/>
                <a:cs typeface="Times New Roman" pitchFamily="18" charset="0"/>
              </a:rPr>
              <a:t>ПРЕПОДАВАТЕЛЬ 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Ризаева Юлия Николаевна</a:t>
            </a:r>
            <a:br>
              <a:rPr lang="ru-RU" b="1" dirty="0">
                <a:latin typeface="Times New Roman" pitchFamily="18" charset="0"/>
                <a:cs typeface="Times New Roman" pitchFamily="18" charset="0"/>
              </a:rPr>
            </a:br>
            <a:r>
              <a:rPr lang="ru-RU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dirty="0">
                <a:latin typeface="Times New Roman" pitchFamily="18" charset="0"/>
                <a:cs typeface="Times New Roman" pitchFamily="18" charset="0"/>
              </a:rPr>
            </a:br>
            <a:r>
              <a:rPr lang="ru-RU" dirty="0">
                <a:latin typeface="Times New Roman" pitchFamily="18" charset="0"/>
                <a:cs typeface="Times New Roman" pitchFamily="18" charset="0"/>
              </a:rPr>
              <a:t>СЕМЕСТР 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3, 2026-2027 уч. г.</a:t>
            </a:r>
            <a:br>
              <a:rPr lang="ru-RU" b="1" dirty="0">
                <a:latin typeface="Times New Roman" pitchFamily="18" charset="0"/>
                <a:cs typeface="Times New Roman" pitchFamily="18" charset="0"/>
              </a:rPr>
            </a:br>
            <a:endParaRPr lang="en-US" sz="1800" b="1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3" name="TextShape 2"/>
          <p:cNvSpPr txBox="1"/>
          <p:nvPr/>
        </p:nvSpPr>
        <p:spPr>
          <a:xfrm>
            <a:off x="7086600" y="6480720"/>
            <a:ext cx="2057040" cy="3646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fld id="{D84A5406-B9D4-4C3C-8066-6A87561F0F7B}" type="slidenum">
              <a:rPr lang="ru-RU" sz="1800" b="0" strike="noStrike" spc="-1">
                <a:solidFill>
                  <a:srgbClr val="000000"/>
                </a:solidFill>
                <a:latin typeface="Calibri"/>
              </a:rPr>
              <a:t>1</a:t>
            </a:fld>
            <a:endParaRPr lang="ru-RU" sz="1800" b="0" strike="noStrike" spc="-1">
              <a:latin typeface="Times New Roman"/>
            </a:endParaRPr>
          </a:p>
        </p:txBody>
      </p:sp>
      <p:sp>
        <p:nvSpPr>
          <p:cNvPr id="134" name="CustomShape 3"/>
          <p:cNvSpPr/>
          <p:nvPr/>
        </p:nvSpPr>
        <p:spPr>
          <a:xfrm>
            <a:off x="2041200" y="855360"/>
            <a:ext cx="5562360" cy="700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ru-RU" sz="2000" b="1" strike="noStrike" spc="-1">
                <a:solidFill>
                  <a:srgbClr val="000000"/>
                </a:solidFill>
                <a:latin typeface="Times New Roman"/>
              </a:rPr>
              <a:t>Титульный лист материалов по дисциплине</a:t>
            </a:r>
            <a:r>
              <a:t/>
            </a:r>
            <a:br/>
            <a:endParaRPr lang="ru-RU" sz="2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Shape 1"/>
          <p:cNvSpPr txBox="1"/>
          <p:nvPr/>
        </p:nvSpPr>
        <p:spPr>
          <a:xfrm>
            <a:off x="852120" y="1995120"/>
            <a:ext cx="7372080" cy="25246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pPr algn="ctr">
              <a:lnSpc>
                <a:spcPct val="9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4400" b="0" strike="noStrike" spc="-1" dirty="0" err="1">
                <a:solidFill>
                  <a:srgbClr val="000000"/>
                </a:solidFill>
                <a:latin typeface="Times New Roman"/>
              </a:rPr>
              <a:t>Надзор</a:t>
            </a:r>
            <a:r>
              <a:rPr lang="en-US" sz="4400" b="0" strike="noStrike" spc="-1" dirty="0">
                <a:solidFill>
                  <a:srgbClr val="000000"/>
                </a:solidFill>
                <a:latin typeface="Times New Roman"/>
              </a:rPr>
              <a:t> и </a:t>
            </a:r>
            <a:r>
              <a:rPr lang="en-US" sz="4400" b="0" strike="noStrike" spc="-1" dirty="0" err="1">
                <a:solidFill>
                  <a:srgbClr val="000000"/>
                </a:solidFill>
                <a:latin typeface="Times New Roman"/>
              </a:rPr>
              <a:t>ответственность</a:t>
            </a:r>
            <a:r>
              <a:rPr lang="en-US" sz="4400" b="0" strike="noStrike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4400" b="0" strike="noStrike" spc="-1" dirty="0" err="1">
                <a:solidFill>
                  <a:srgbClr val="000000"/>
                </a:solidFill>
                <a:latin typeface="Times New Roman"/>
              </a:rPr>
              <a:t>за</a:t>
            </a:r>
            <a:r>
              <a:rPr lang="en-US" sz="4400" b="0" strike="noStrike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4400" b="0" strike="noStrike" spc="-1" dirty="0" err="1">
                <a:solidFill>
                  <a:srgbClr val="000000"/>
                </a:solidFill>
                <a:latin typeface="Times New Roman"/>
              </a:rPr>
              <a:t>несоблюдение</a:t>
            </a:r>
            <a:r>
              <a:rPr lang="en-US" sz="4400" b="0" strike="noStrike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4400" b="0" strike="noStrike" spc="-1" dirty="0" err="1">
                <a:solidFill>
                  <a:srgbClr val="000000"/>
                </a:solidFill>
                <a:latin typeface="Times New Roman"/>
              </a:rPr>
              <a:t>лицензионных</a:t>
            </a:r>
            <a:r>
              <a:rPr lang="en-US" sz="4400" b="0" strike="noStrike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4400" b="0" strike="noStrike" spc="-1" dirty="0" err="1">
                <a:solidFill>
                  <a:srgbClr val="000000"/>
                </a:solidFill>
                <a:latin typeface="Times New Roman"/>
              </a:rPr>
              <a:t>требований</a:t>
            </a:r>
            <a:r>
              <a:rPr lang="en-US" sz="4400" b="0" strike="noStrike" spc="-1" dirty="0">
                <a:solidFill>
                  <a:srgbClr val="000000"/>
                </a:solidFill>
                <a:latin typeface="Times New Roman"/>
              </a:rPr>
              <a:t> и </a:t>
            </a:r>
            <a:r>
              <a:rPr lang="en-US" sz="4400" b="0" strike="noStrike" spc="-1" dirty="0" err="1">
                <a:solidFill>
                  <a:srgbClr val="000000"/>
                </a:solidFill>
                <a:latin typeface="Times New Roman"/>
              </a:rPr>
              <a:t>условий</a:t>
            </a:r>
            <a:endParaRPr lang="en-US" sz="44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6" name="TextShape 2"/>
          <p:cNvSpPr txBox="1"/>
          <p:nvPr/>
        </p:nvSpPr>
        <p:spPr>
          <a:xfrm>
            <a:off x="1143000" y="1179000"/>
            <a:ext cx="6857640" cy="46656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ru-RU" sz="2400" b="0" strike="noStrike" spc="-1" dirty="0">
                <a:solidFill>
                  <a:srgbClr val="808080"/>
                </a:solidFill>
                <a:latin typeface="Times New Roman"/>
              </a:rPr>
              <a:t>Лекция </a:t>
            </a:r>
            <a:r>
              <a:rPr lang="ru-RU" sz="2400" spc="-1" dirty="0">
                <a:solidFill>
                  <a:srgbClr val="808080"/>
                </a:solidFill>
                <a:latin typeface="Times New Roman"/>
              </a:rPr>
              <a:t>7</a:t>
            </a:r>
            <a:endParaRPr lang="ru-RU" sz="2400" b="0" strike="noStrike" spc="-1" dirty="0">
              <a:latin typeface="Arial"/>
            </a:endParaRPr>
          </a:p>
        </p:txBody>
      </p:sp>
      <p:sp>
        <p:nvSpPr>
          <p:cNvPr id="137" name="TextShape 3"/>
          <p:cNvSpPr txBox="1"/>
          <p:nvPr/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fld id="{1C79556E-B890-4236-A0E8-C3FB626BF701}" type="slidenum">
              <a:rPr lang="ru-RU" sz="1800" b="0" strike="noStrike" spc="-1">
                <a:solidFill>
                  <a:srgbClr val="000000"/>
                </a:solidFill>
                <a:latin typeface="Calibri"/>
              </a:rPr>
              <a:t>2</a:t>
            </a:fld>
            <a:endParaRPr lang="ru-RU" sz="1800" b="0" strike="noStrike" spc="-1"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Shape 1"/>
          <p:cNvSpPr txBox="1"/>
          <p:nvPr/>
        </p:nvSpPr>
        <p:spPr>
          <a:xfrm>
            <a:off x="933480" y="348120"/>
            <a:ext cx="7886520" cy="6768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Times New Roman"/>
              </a:rPr>
              <a:t>План лекции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9" name="TextShape 2"/>
          <p:cNvSpPr txBox="1"/>
          <p:nvPr/>
        </p:nvSpPr>
        <p:spPr>
          <a:xfrm>
            <a:off x="827280" y="1152000"/>
            <a:ext cx="7886520" cy="52038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marL="108000"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ru-RU" sz="2800" b="0" strike="noStrike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en-US" sz="2800" b="0" strike="noStrike" spc="-1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Осуществление</a:t>
            </a:r>
            <a:r>
              <a:rPr lang="en-US" sz="2800" b="0" strike="noStrike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надзора</a:t>
            </a:r>
            <a:r>
              <a:rPr lang="en-US" sz="2800" b="0" strike="noStrike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ответственность</a:t>
            </a:r>
            <a:r>
              <a:rPr lang="en-US" sz="2800" b="0" strike="noStrike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за</a:t>
            </a:r>
            <a:r>
              <a:rPr lang="en-US" sz="2800" b="0" strike="noStrike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нарушение</a:t>
            </a:r>
            <a:r>
              <a:rPr lang="en-US" sz="2800" b="0" strike="noStrike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или</a:t>
            </a:r>
            <a:r>
              <a:rPr lang="en-US" sz="2800" b="0" strike="noStrike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несоблюдение</a:t>
            </a:r>
            <a:r>
              <a:rPr lang="en-US" sz="2800" b="0" strike="noStrike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условий</a:t>
            </a:r>
            <a:r>
              <a:rPr lang="en-US" sz="2800" b="0" strike="noStrike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0" strike="noStrike" spc="-1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лицензирования</a:t>
            </a:r>
            <a:r>
              <a:rPr lang="ru-RU" sz="2800" b="0" strike="noStrike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sz="2800" b="0" strike="noStrike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108000"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ru-RU" sz="2800" b="0" strike="noStrike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2. </a:t>
            </a:r>
            <a:r>
              <a:rPr lang="en-US" sz="2800" b="0" strike="noStrike" spc="-1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Порядок</a:t>
            </a:r>
            <a:r>
              <a:rPr lang="en-US" sz="2800" b="0" strike="noStrike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аннулирования</a:t>
            </a:r>
            <a:r>
              <a:rPr lang="en-US" sz="2800" b="0" strike="noStrike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приостановления</a:t>
            </a:r>
            <a:r>
              <a:rPr lang="en-US" sz="2800" b="0" strike="noStrike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действия</a:t>
            </a:r>
            <a:r>
              <a:rPr lang="en-US" sz="2800" b="0" strike="noStrike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0" strike="noStrike" spc="-1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лицензии</a:t>
            </a:r>
            <a:r>
              <a:rPr lang="ru-RU" sz="2800" b="0" strike="noStrike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sz="2800" b="0" strike="noStrike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0" name="TextShape 3"/>
          <p:cNvSpPr txBox="1"/>
          <p:nvPr/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fld id="{441D0C6B-9555-4988-9330-BA2824992400}" type="slidenum">
              <a:rPr lang="ru-RU" sz="1800" b="0" strike="noStrike" spc="-1">
                <a:solidFill>
                  <a:srgbClr val="000000"/>
                </a:solidFill>
                <a:latin typeface="Calibri"/>
              </a:rPr>
              <a:t>3</a:t>
            </a:fld>
            <a:endParaRPr lang="ru-RU" sz="1800" b="0" strike="noStrike" spc="-1"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Shape 1"/>
          <p:cNvSpPr txBox="1"/>
          <p:nvPr/>
        </p:nvSpPr>
        <p:spPr>
          <a:xfrm>
            <a:off x="933480" y="348120"/>
            <a:ext cx="7886520" cy="6768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90000"/>
              </a:lnSpc>
            </a:pPr>
            <a:r>
              <a:rPr lang="ru-RU" sz="3200" b="0" strike="noStrike" spc="-1" dirty="0" smtClean="0">
                <a:solidFill>
                  <a:srgbClr val="000000"/>
                </a:solidFill>
                <a:latin typeface="Times New Roman"/>
              </a:rPr>
              <a:t>1. Осуществление надзора и ответственность за нарушение или несоблюдение условий лицензирования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9" name="TextShape 2"/>
          <p:cNvSpPr txBox="1"/>
          <p:nvPr/>
        </p:nvSpPr>
        <p:spPr>
          <a:xfrm>
            <a:off x="395536" y="2060848"/>
            <a:ext cx="8424464" cy="4294952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marL="108000" algn="just"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ru-RU" sz="2800" b="0" strike="noStrike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1.1. Сущность надзора за лицензируемой деятельностью</a:t>
            </a:r>
          </a:p>
          <a:p>
            <a:pPr marL="108000" algn="just"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ru-RU" sz="2800" b="1" strike="noStrike" spc="-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Надзор за соблюдением условий лицензирования </a:t>
            </a:r>
            <a:r>
              <a:rPr lang="ru-RU" sz="2800" b="0" strike="noStrike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- это систематическая деятельность уполномоченных органов государственной власти по контролю за соответствием деятельности лицензиатов (организаций и индивидуальных предпринимателей) установленным требованиям</a:t>
            </a:r>
            <a:endParaRPr lang="en-US" sz="2800" b="0" strike="noStrike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0" name="TextShape 3"/>
          <p:cNvSpPr txBox="1"/>
          <p:nvPr/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fld id="{441D0C6B-9555-4988-9330-BA2824992400}" type="slidenum">
              <a:rPr lang="ru-RU" sz="1800" b="0" strike="noStrike" spc="-1">
                <a:solidFill>
                  <a:srgbClr val="000000"/>
                </a:solidFill>
                <a:latin typeface="Calibri"/>
              </a:rPr>
              <a:t>4</a:t>
            </a:fld>
            <a:endParaRPr lang="ru-RU" sz="18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6200139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Shape 1"/>
          <p:cNvSpPr txBox="1"/>
          <p:nvPr/>
        </p:nvSpPr>
        <p:spPr>
          <a:xfrm>
            <a:off x="933480" y="348120"/>
            <a:ext cx="7886520" cy="6768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90000"/>
              </a:lnSpc>
            </a:pPr>
            <a:r>
              <a:rPr lang="ru-RU" sz="3200" b="0" strike="noStrike" spc="-1" dirty="0" smtClean="0">
                <a:solidFill>
                  <a:srgbClr val="000000"/>
                </a:solidFill>
                <a:latin typeface="Times New Roman"/>
              </a:rPr>
              <a:t>1. Осуществление надзора и ответственность за нарушение или несоблюдение условий лицензирования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9" name="TextShape 2"/>
          <p:cNvSpPr txBox="1"/>
          <p:nvPr/>
        </p:nvSpPr>
        <p:spPr>
          <a:xfrm>
            <a:off x="395536" y="2060848"/>
            <a:ext cx="8424464" cy="504056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marL="108000" algn="just"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ru-RU" sz="2800" b="0" strike="noStrike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Цели надзора:</a:t>
            </a:r>
          </a:p>
        </p:txBody>
      </p:sp>
      <p:sp>
        <p:nvSpPr>
          <p:cNvPr id="140" name="TextShape 3"/>
          <p:cNvSpPr txBox="1"/>
          <p:nvPr/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fld id="{441D0C6B-9555-4988-9330-BA2824992400}" type="slidenum">
              <a:rPr lang="ru-RU" sz="1800" b="0" strike="noStrike" spc="-1">
                <a:solidFill>
                  <a:srgbClr val="000000"/>
                </a:solidFill>
                <a:latin typeface="Calibri"/>
              </a:rPr>
              <a:t>5</a:t>
            </a:fld>
            <a:endParaRPr lang="ru-RU" sz="1800" b="0" strike="noStrike" spc="-1">
              <a:latin typeface="Times New Roman"/>
            </a:endParaRPr>
          </a:p>
        </p:txBody>
      </p:sp>
      <p:graphicFrame>
        <p:nvGraphicFramePr>
          <p:cNvPr id="2" name="Схема 1"/>
          <p:cNvGraphicFramePr/>
          <p:nvPr>
            <p:extLst>
              <p:ext uri="{D42A27DB-BD31-4B8C-83A1-F6EECF244321}">
                <p14:modId xmlns:p14="http://schemas.microsoft.com/office/powerpoint/2010/main" val="3491116614"/>
              </p:ext>
            </p:extLst>
          </p:nvPr>
        </p:nvGraphicFramePr>
        <p:xfrm>
          <a:off x="755576" y="2564904"/>
          <a:ext cx="792088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89478369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Shape 1"/>
          <p:cNvSpPr txBox="1"/>
          <p:nvPr/>
        </p:nvSpPr>
        <p:spPr>
          <a:xfrm>
            <a:off x="933480" y="348120"/>
            <a:ext cx="7886520" cy="6768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90000"/>
              </a:lnSpc>
            </a:pPr>
            <a:r>
              <a:rPr lang="ru-RU" sz="3200" b="0" strike="noStrike" spc="-1" dirty="0" smtClean="0">
                <a:solidFill>
                  <a:srgbClr val="000000"/>
                </a:solidFill>
                <a:latin typeface="Times New Roman"/>
              </a:rPr>
              <a:t>1.2. Ответственность за нарушение условий лицензирования</a:t>
            </a:r>
          </a:p>
        </p:txBody>
      </p:sp>
      <p:sp>
        <p:nvSpPr>
          <p:cNvPr id="139" name="TextShape 2"/>
          <p:cNvSpPr txBox="1"/>
          <p:nvPr/>
        </p:nvSpPr>
        <p:spPr>
          <a:xfrm>
            <a:off x="368590" y="1412776"/>
            <a:ext cx="8424464" cy="1944216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marL="108000" algn="just"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ru-RU" sz="2800" b="0" strike="noStrike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За несоблюдение лицензионных требований предусмотрена трёхступенчатая система ответственности:</a:t>
            </a:r>
          </a:p>
          <a:p>
            <a:pPr marL="108000" algn="just"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ru-RU" sz="2800" b="0" strike="noStrike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1. Административная ответственность:</a:t>
            </a:r>
          </a:p>
        </p:txBody>
      </p:sp>
      <p:sp>
        <p:nvSpPr>
          <p:cNvPr id="140" name="TextShape 3"/>
          <p:cNvSpPr txBox="1"/>
          <p:nvPr/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fld id="{441D0C6B-9555-4988-9330-BA2824992400}" type="slidenum">
              <a:rPr lang="ru-RU" sz="1800" b="0" strike="noStrike" spc="-1">
                <a:solidFill>
                  <a:srgbClr val="000000"/>
                </a:solidFill>
                <a:latin typeface="Calibri"/>
              </a:rPr>
              <a:t>6</a:t>
            </a:fld>
            <a:endParaRPr lang="ru-RU" sz="1800" b="0" strike="noStrike" spc="-1">
              <a:latin typeface="Times New Roman"/>
            </a:endParaRPr>
          </a:p>
        </p:txBody>
      </p:sp>
      <p:graphicFrame>
        <p:nvGraphicFramePr>
          <p:cNvPr id="2" name="Схема 1"/>
          <p:cNvGraphicFramePr/>
          <p:nvPr>
            <p:extLst>
              <p:ext uri="{D42A27DB-BD31-4B8C-83A1-F6EECF244321}">
                <p14:modId xmlns:p14="http://schemas.microsoft.com/office/powerpoint/2010/main" val="2243493388"/>
              </p:ext>
            </p:extLst>
          </p:nvPr>
        </p:nvGraphicFramePr>
        <p:xfrm>
          <a:off x="333015" y="3428659"/>
          <a:ext cx="8307866" cy="32925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23815636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Shape 1"/>
          <p:cNvSpPr txBox="1"/>
          <p:nvPr/>
        </p:nvSpPr>
        <p:spPr>
          <a:xfrm>
            <a:off x="933480" y="348120"/>
            <a:ext cx="7886520" cy="6768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90000"/>
              </a:lnSpc>
            </a:pPr>
            <a:r>
              <a:rPr lang="ru-RU" sz="3200" b="0" strike="noStrike" spc="-1" dirty="0" smtClean="0">
                <a:solidFill>
                  <a:srgbClr val="000000"/>
                </a:solidFill>
                <a:latin typeface="Times New Roman"/>
              </a:rPr>
              <a:t>1.2. Ответственность за нарушение условий лицензирования</a:t>
            </a:r>
          </a:p>
        </p:txBody>
      </p:sp>
      <p:sp>
        <p:nvSpPr>
          <p:cNvPr id="139" name="TextShape 2"/>
          <p:cNvSpPr txBox="1"/>
          <p:nvPr/>
        </p:nvSpPr>
        <p:spPr>
          <a:xfrm>
            <a:off x="368590" y="1412776"/>
            <a:ext cx="8424464" cy="648072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marL="108000" algn="just"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ru-RU" sz="2800" b="0" strike="noStrike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2. Гражданско-правовая ответственность:</a:t>
            </a:r>
          </a:p>
          <a:p>
            <a:pPr marL="108000" algn="just">
              <a:spcBef>
                <a:spcPts val="1417"/>
              </a:spcBef>
              <a:buClr>
                <a:srgbClr val="000000"/>
              </a:buClr>
              <a:buSzPct val="45000"/>
            </a:pPr>
            <a:endParaRPr lang="ru-RU" sz="2800" b="0" strike="noStrike" spc="-1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0" name="TextShape 3"/>
          <p:cNvSpPr txBox="1"/>
          <p:nvPr/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fld id="{441D0C6B-9555-4988-9330-BA2824992400}" type="slidenum">
              <a:rPr lang="ru-RU" sz="1800" b="0" strike="noStrike" spc="-1">
                <a:solidFill>
                  <a:srgbClr val="000000"/>
                </a:solidFill>
                <a:latin typeface="Calibri"/>
              </a:rPr>
              <a:t>7</a:t>
            </a:fld>
            <a:endParaRPr lang="ru-RU" sz="1800" b="0" strike="noStrike" spc="-1">
              <a:latin typeface="Times New Roman"/>
            </a:endParaRPr>
          </a:p>
        </p:txBody>
      </p:sp>
      <p:graphicFrame>
        <p:nvGraphicFramePr>
          <p:cNvPr id="2" name="Схема 1"/>
          <p:cNvGraphicFramePr/>
          <p:nvPr>
            <p:extLst>
              <p:ext uri="{D42A27DB-BD31-4B8C-83A1-F6EECF244321}">
                <p14:modId xmlns:p14="http://schemas.microsoft.com/office/powerpoint/2010/main" val="1617851949"/>
              </p:ext>
            </p:extLst>
          </p:nvPr>
        </p:nvGraphicFramePr>
        <p:xfrm>
          <a:off x="539552" y="2060848"/>
          <a:ext cx="7975528" cy="34001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12023012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Shape 1"/>
          <p:cNvSpPr txBox="1"/>
          <p:nvPr/>
        </p:nvSpPr>
        <p:spPr>
          <a:xfrm>
            <a:off x="933480" y="348120"/>
            <a:ext cx="7886520" cy="6768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90000"/>
              </a:lnSpc>
            </a:pPr>
            <a:r>
              <a:rPr lang="ru-RU" sz="3200" b="0" strike="noStrike" spc="-1" dirty="0" smtClean="0">
                <a:solidFill>
                  <a:srgbClr val="000000"/>
                </a:solidFill>
                <a:latin typeface="Times New Roman"/>
              </a:rPr>
              <a:t>1.2. Ответственность за нарушение условий лицензирования</a:t>
            </a:r>
          </a:p>
        </p:txBody>
      </p:sp>
      <p:sp>
        <p:nvSpPr>
          <p:cNvPr id="139" name="TextShape 2"/>
          <p:cNvSpPr txBox="1"/>
          <p:nvPr/>
        </p:nvSpPr>
        <p:spPr>
          <a:xfrm>
            <a:off x="368590" y="1412776"/>
            <a:ext cx="8424464" cy="4294952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marL="108000" algn="just"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ru-RU" sz="2800" b="0" strike="noStrike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3. Уголовная ответственность:</a:t>
            </a:r>
          </a:p>
          <a:p>
            <a:pPr marL="108000" algn="just"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ru-RU" sz="2800" b="0" strike="noStrike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наступает в случаях, когда нарушения повлекли тяжкие последствия (причинение вреда здоровью, смерть людей, экологический ущерб).</a:t>
            </a:r>
            <a:endParaRPr lang="en-US" sz="2800" b="0" strike="noStrike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0" name="TextShape 3"/>
          <p:cNvSpPr txBox="1"/>
          <p:nvPr/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fld id="{441D0C6B-9555-4988-9330-BA2824992400}" type="slidenum">
              <a:rPr lang="ru-RU" sz="1800" b="0" strike="noStrike" spc="-1">
                <a:solidFill>
                  <a:srgbClr val="000000"/>
                </a:solidFill>
                <a:latin typeface="Calibri"/>
              </a:rPr>
              <a:t>8</a:t>
            </a:fld>
            <a:endParaRPr lang="ru-RU" sz="18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83123899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Shape 1"/>
          <p:cNvSpPr txBox="1"/>
          <p:nvPr/>
        </p:nvSpPr>
        <p:spPr>
          <a:xfrm>
            <a:off x="933480" y="348120"/>
            <a:ext cx="7886520" cy="6768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90000"/>
              </a:lnSpc>
            </a:pPr>
            <a:r>
              <a:rPr lang="ru-RU" sz="3200" b="0" strike="noStrike" spc="-1" dirty="0" smtClean="0">
                <a:solidFill>
                  <a:srgbClr val="000000"/>
                </a:solidFill>
                <a:latin typeface="Times New Roman"/>
              </a:rPr>
              <a:t>2. Порядок аннулирования и приостановления действия лицензии</a:t>
            </a:r>
          </a:p>
        </p:txBody>
      </p:sp>
      <p:sp>
        <p:nvSpPr>
          <p:cNvPr id="139" name="TextShape 2"/>
          <p:cNvSpPr txBox="1"/>
          <p:nvPr/>
        </p:nvSpPr>
        <p:spPr>
          <a:xfrm>
            <a:off x="368590" y="1412776"/>
            <a:ext cx="8451410" cy="1944216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marL="108000" algn="just"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ru-RU" sz="2400" b="0" strike="noStrike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2.1. Приостановление действия лицензии</a:t>
            </a:r>
          </a:p>
          <a:p>
            <a:pPr marL="108000" algn="just"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ru-RU" sz="2400" b="1" strike="noStrike" spc="-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Приостановление </a:t>
            </a:r>
            <a:r>
              <a:rPr lang="ru-RU" sz="2400" b="0" strike="noStrike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- это временная мера, применяемая для устранения лицензиатом выявленных нарушений.</a:t>
            </a:r>
          </a:p>
          <a:p>
            <a:pPr marL="108000" algn="just"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ru-RU" sz="2400" b="0" strike="noStrike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Основания для приостановления:</a:t>
            </a:r>
          </a:p>
        </p:txBody>
      </p:sp>
      <p:sp>
        <p:nvSpPr>
          <p:cNvPr id="140" name="TextShape 3"/>
          <p:cNvSpPr txBox="1"/>
          <p:nvPr/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fld id="{441D0C6B-9555-4988-9330-BA2824992400}" type="slidenum">
              <a:rPr lang="ru-RU" sz="1800" b="0" strike="noStrike" spc="-1">
                <a:solidFill>
                  <a:srgbClr val="000000"/>
                </a:solidFill>
                <a:latin typeface="Calibri"/>
              </a:rPr>
              <a:t>9</a:t>
            </a:fld>
            <a:endParaRPr lang="ru-RU" sz="1800" b="0" strike="noStrike" spc="-1">
              <a:latin typeface="Times New Roman"/>
            </a:endParaRPr>
          </a:p>
        </p:txBody>
      </p:sp>
      <p:graphicFrame>
        <p:nvGraphicFramePr>
          <p:cNvPr id="2" name="Схема 1"/>
          <p:cNvGraphicFramePr/>
          <p:nvPr>
            <p:extLst>
              <p:ext uri="{D42A27DB-BD31-4B8C-83A1-F6EECF244321}">
                <p14:modId xmlns:p14="http://schemas.microsoft.com/office/powerpoint/2010/main" val="1757114265"/>
              </p:ext>
            </p:extLst>
          </p:nvPr>
        </p:nvGraphicFramePr>
        <p:xfrm>
          <a:off x="678539" y="3346150"/>
          <a:ext cx="7831512" cy="33248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04825166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Shape 1"/>
          <p:cNvSpPr txBox="1"/>
          <p:nvPr/>
        </p:nvSpPr>
        <p:spPr>
          <a:xfrm>
            <a:off x="933480" y="348120"/>
            <a:ext cx="7886520" cy="6768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90000"/>
              </a:lnSpc>
            </a:pPr>
            <a:r>
              <a:rPr lang="ru-RU" sz="3200" b="0" strike="noStrike" spc="-1" dirty="0" smtClean="0">
                <a:solidFill>
                  <a:srgbClr val="000000"/>
                </a:solidFill>
                <a:latin typeface="Times New Roman"/>
              </a:rPr>
              <a:t>2. Порядок аннулирования и приостановления действия лицензии</a:t>
            </a:r>
          </a:p>
        </p:txBody>
      </p:sp>
      <p:sp>
        <p:nvSpPr>
          <p:cNvPr id="139" name="TextShape 2"/>
          <p:cNvSpPr txBox="1"/>
          <p:nvPr/>
        </p:nvSpPr>
        <p:spPr>
          <a:xfrm>
            <a:off x="251520" y="1412776"/>
            <a:ext cx="8712968" cy="1728192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marL="108000" algn="just">
              <a:spcBef>
                <a:spcPts val="600"/>
              </a:spcBef>
              <a:buClr>
                <a:srgbClr val="000000"/>
              </a:buClr>
              <a:buSzPct val="45000"/>
            </a:pPr>
            <a:r>
              <a:rPr lang="ru-RU" sz="2200" b="0" strike="noStrike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2.2. Аннулирование лицензии</a:t>
            </a:r>
          </a:p>
          <a:p>
            <a:pPr marL="108000" algn="just">
              <a:spcBef>
                <a:spcPts val="600"/>
              </a:spcBef>
              <a:buClr>
                <a:srgbClr val="000000"/>
              </a:buClr>
              <a:buSzPct val="45000"/>
            </a:pPr>
            <a:r>
              <a:rPr lang="ru-RU" sz="2200" b="1" strike="noStrike" spc="-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Аннулирование</a:t>
            </a:r>
            <a:r>
              <a:rPr lang="ru-RU" sz="2200" b="0" strike="noStrike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- это окончательная мера, ведущая к прекращению права на осуществление лицензируемой деятельности.</a:t>
            </a:r>
          </a:p>
          <a:p>
            <a:pPr marL="108000" algn="just">
              <a:spcBef>
                <a:spcPts val="600"/>
              </a:spcBef>
              <a:buClr>
                <a:srgbClr val="000000"/>
              </a:buClr>
              <a:buSzPct val="45000"/>
            </a:pPr>
            <a:r>
              <a:rPr lang="ru-RU" sz="2200" b="0" strike="noStrike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Основания для аннулирования:</a:t>
            </a:r>
          </a:p>
        </p:txBody>
      </p:sp>
      <p:sp>
        <p:nvSpPr>
          <p:cNvPr id="140" name="TextShape 3"/>
          <p:cNvSpPr txBox="1"/>
          <p:nvPr/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fld id="{441D0C6B-9555-4988-9330-BA2824992400}" type="slidenum">
              <a:rPr lang="ru-RU" sz="1800" b="0" strike="noStrike" spc="-1">
                <a:solidFill>
                  <a:srgbClr val="000000"/>
                </a:solidFill>
                <a:latin typeface="Calibri"/>
              </a:rPr>
              <a:t>10</a:t>
            </a:fld>
            <a:endParaRPr lang="ru-RU" sz="1800" b="0" strike="noStrike" spc="-1">
              <a:latin typeface="Times New Roman"/>
            </a:endParaRPr>
          </a:p>
        </p:txBody>
      </p:sp>
      <p:graphicFrame>
        <p:nvGraphicFramePr>
          <p:cNvPr id="2" name="Схема 1"/>
          <p:cNvGraphicFramePr/>
          <p:nvPr>
            <p:extLst>
              <p:ext uri="{D42A27DB-BD31-4B8C-83A1-F6EECF244321}">
                <p14:modId xmlns:p14="http://schemas.microsoft.com/office/powerpoint/2010/main" val="3090834750"/>
              </p:ext>
            </p:extLst>
          </p:nvPr>
        </p:nvGraphicFramePr>
        <p:xfrm>
          <a:off x="539552" y="2996952"/>
          <a:ext cx="7975528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46273848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extShape 1"/>
          <p:cNvSpPr txBox="1"/>
          <p:nvPr/>
        </p:nvSpPr>
        <p:spPr>
          <a:xfrm>
            <a:off x="623880" y="832320"/>
            <a:ext cx="7886520" cy="28522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pPr>
              <a:lnSpc>
                <a:spcPct val="90000"/>
              </a:lnSpc>
            </a:pPr>
            <a:r>
              <a:rPr lang="en-US" sz="6000" b="0" strike="noStrike" spc="-1">
                <a:solidFill>
                  <a:srgbClr val="000000"/>
                </a:solidFill>
                <a:latin typeface="Times New Roman"/>
              </a:rPr>
              <a:t>Спасибо за внимание!</a:t>
            </a:r>
            <a:endParaRPr lang="en-US" sz="60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5968</TotalTime>
  <Words>417</Words>
  <Application>Microsoft Office PowerPoint</Application>
  <PresentationFormat>Экран (4:3)</PresentationFormat>
  <Paragraphs>58</Paragraphs>
  <Slides>11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3</vt:i4>
      </vt:variant>
      <vt:variant>
        <vt:lpstr>Заголовки слайдов</vt:lpstr>
      </vt:variant>
      <vt:variant>
        <vt:i4>11</vt:i4>
      </vt:variant>
    </vt:vector>
  </HeadingPairs>
  <TitlesOfParts>
    <vt:vector size="14" baseType="lpstr">
      <vt:lpstr>Office Theme</vt:lpstr>
      <vt:lpstr>Office Theme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Я</dc:creator>
  <cp:lastModifiedBy>Аня</cp:lastModifiedBy>
  <cp:revision>352</cp:revision>
  <dcterms:created xsi:type="dcterms:W3CDTF">2015-07-29T11:14:37Z</dcterms:created>
  <dcterms:modified xsi:type="dcterms:W3CDTF">2026-06-26T20:07:02Z</dcterms:modified>
  <dc:language>ru-RU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Экран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4</vt:i4>
  </property>
</Properties>
</file>