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14"/>
  </p:notesMasterIdLst>
  <p:sldIdLst>
    <p:sldId id="325" r:id="rId3"/>
    <p:sldId id="293" r:id="rId4"/>
    <p:sldId id="294" r:id="rId5"/>
    <p:sldId id="326" r:id="rId6"/>
    <p:sldId id="327" r:id="rId7"/>
    <p:sldId id="328" r:id="rId8"/>
    <p:sldId id="329" r:id="rId9"/>
    <p:sldId id="331" r:id="rId10"/>
    <p:sldId id="332" r:id="rId11"/>
    <p:sldId id="33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8FDF67-47F6-4FDE-B170-D15AE9CA245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555ADF3-5E5C-483F-B942-D2613F7A0B1F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устанавливают порядок обязательной сертификации гражданских ВС, авиационных двигателей, воздушных винтов, бортового оборудования, дирижаблей и БАС;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16AEFFC0-4E04-437C-AC0D-556F227B1C6D}" type="parTrans" cxnId="{AABFA8FE-3D01-4BF6-A0E1-C4CF0F4D665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F2F46E7-0226-4CBF-8675-14E152359599}" type="sibTrans" cxnId="{AABFA8FE-3D01-4BF6-A0E1-C4CF0F4D665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2318B36-6652-4707-B228-A2E2FD2617AA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определяют требования к организациям-разработчикам и изготовителям;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0C7822F-CC93-4685-AE8D-C03D315E8786}" type="parTrans" cxnId="{5C5B1336-80DF-44A3-BD62-8925C36FBD2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E595D67-576C-426A-A92C-E85A7468A530}" type="sibTrans" cxnId="{5C5B1336-80DF-44A3-BD62-8925C36FBD2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C1498F2-4FD2-444E-AFC3-0E65C6813EA2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регламентируют получение Сертификата типа и Сертификационного (Квалификационного) базиса;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74F17E4-0F60-446E-8EB2-F51F1C44952E}" type="parTrans" cxnId="{F2A79B1A-F365-4125-932F-447D355DF7E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65C2A2F-43EF-4128-877F-0EEA2D674D64}" type="sibTrans" cxnId="{F2A79B1A-F365-4125-932F-447D355DF7E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F954904-8C08-4C67-AD98-746672CBAFD1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регулируют взаимодействие участников процесса сертификации;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7EA9287-6F37-4C34-9B1E-725D52081E29}" type="parTrans" cxnId="{C72EA793-CA52-4755-B5F6-15B208D9CAF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0E77E0C-60FA-4BCA-907C-F32701B7BC2C}" type="sibTrans" cxnId="{C72EA793-CA52-4755-B5F6-15B208D9CAF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711EB82-0890-4D94-B972-0C286D4DFDFC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допускают применение специальных технических условий (СТУ) для компонентов, не подпадающих под стандартные требования к лётной годности;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6991842-F80B-48FB-A727-F5F0593E69DA}" type="parTrans" cxnId="{B0A4098F-E3A2-4071-AA88-133D6C6FBF3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5801C41-C01E-4BBA-BE87-222C6689EA07}" type="sibTrans" cxnId="{B0A4098F-E3A2-4071-AA88-133D6C6FBF3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5FE6222-D213-47C3-8F7B-02B19BDDBEBE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предусматривают этапы сертификации (включая этап макета);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423CB34-8833-4416-9ACD-9E1EF367D80B}" type="parTrans" cxnId="{C961F4DD-11DD-4762-952B-ECAE514DE22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E36743E-F4EC-4A30-AE3F-1B3484181E32}" type="sibTrans" cxnId="{C961F4DD-11DD-4762-952B-ECAE514DE22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2E93CDD-6174-4204-B0DC-1C9EE737DEC2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устанавливают процедуры для лёгких и сверхлёгких ВС, включая БПЛА;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461D898-E8EE-4540-8A6D-451AFDA13116}" type="parTrans" cxnId="{6AD2BDBE-80F1-4219-A4A1-AE48754565A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D2971EB-F398-466F-8D0E-746991E536BE}" type="sibTrans" cxnId="{6AD2BDBE-80F1-4219-A4A1-AE48754565A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0744978-ED26-460C-9BBA-21090D0CA546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классифицируют компоненты АТ по классам (I–III) с разными процедурами сертификации.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37D12DE-705E-45BF-A1C1-73C597AEC107}" type="parTrans" cxnId="{B6A0C303-6A6B-4E39-8811-8262324C989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70EB59F-DBEF-4084-ADE9-BA631E7E11FF}" type="sibTrans" cxnId="{B6A0C303-6A6B-4E39-8811-8262324C989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C38E4E9-D5B6-4E8D-A750-FFE8764F9DC5}" type="pres">
      <dgm:prSet presAssocID="{928FDF67-47F6-4FDE-B170-D15AE9CA245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BF19F7F-8CDB-490F-AEDE-2087EDD32E31}" type="pres">
      <dgm:prSet presAssocID="{1555ADF3-5E5C-483F-B942-D2613F7A0B1F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67B9272-B2BE-46B8-96F6-0BEE2581FD58}" type="pres">
      <dgm:prSet presAssocID="{4F2F46E7-0226-4CBF-8675-14E152359599}" presName="sibTrans" presStyleCnt="0"/>
      <dgm:spPr/>
    </dgm:pt>
    <dgm:pt modelId="{7E385E23-8335-477E-B181-5D4CF4B64609}" type="pres">
      <dgm:prSet presAssocID="{02318B36-6652-4707-B228-A2E2FD2617AA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C67C050-EF6F-4F63-A514-A279205D854F}" type="pres">
      <dgm:prSet presAssocID="{EE595D67-576C-426A-A92C-E85A7468A530}" presName="sibTrans" presStyleCnt="0"/>
      <dgm:spPr/>
    </dgm:pt>
    <dgm:pt modelId="{C0F60074-2877-41AD-A78A-F3004EFC5D84}" type="pres">
      <dgm:prSet presAssocID="{0C1498F2-4FD2-444E-AFC3-0E65C6813EA2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7271DA9-C08B-4128-A452-0C07404FACFF}" type="pres">
      <dgm:prSet presAssocID="{365C2A2F-43EF-4128-877F-0EEA2D674D64}" presName="sibTrans" presStyleCnt="0"/>
      <dgm:spPr/>
    </dgm:pt>
    <dgm:pt modelId="{8DAE0726-F9B8-4F89-AE79-1095A7D5046C}" type="pres">
      <dgm:prSet presAssocID="{EF954904-8C08-4C67-AD98-746672CBAFD1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0313C4C-6BFE-495C-A785-F31E58474DFE}" type="pres">
      <dgm:prSet presAssocID="{00E77E0C-60FA-4BCA-907C-F32701B7BC2C}" presName="sibTrans" presStyleCnt="0"/>
      <dgm:spPr/>
    </dgm:pt>
    <dgm:pt modelId="{852A0BED-6E93-4F04-929A-1D080E320819}" type="pres">
      <dgm:prSet presAssocID="{8711EB82-0890-4D94-B972-0C286D4DFDFC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60922DA-AD9E-4CD8-99E0-18018BFF465C}" type="pres">
      <dgm:prSet presAssocID="{65801C41-C01E-4BBA-BE87-222C6689EA07}" presName="sibTrans" presStyleCnt="0"/>
      <dgm:spPr/>
    </dgm:pt>
    <dgm:pt modelId="{5890FC67-F874-4E70-AA1D-047F937C4E3D}" type="pres">
      <dgm:prSet presAssocID="{15FE6222-D213-47C3-8F7B-02B19BDDBEBE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06920FD-EEA8-426D-8D40-4664DD76377C}" type="pres">
      <dgm:prSet presAssocID="{DE36743E-F4EC-4A30-AE3F-1B3484181E32}" presName="sibTrans" presStyleCnt="0"/>
      <dgm:spPr/>
    </dgm:pt>
    <dgm:pt modelId="{FEDC5618-A8DD-428B-8366-6A810E639E12}" type="pres">
      <dgm:prSet presAssocID="{52E93CDD-6174-4204-B0DC-1C9EE737DEC2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0B1726-4B13-4BB5-9956-8CBF78272A24}" type="pres">
      <dgm:prSet presAssocID="{CD2971EB-F398-466F-8D0E-746991E536BE}" presName="sibTrans" presStyleCnt="0"/>
      <dgm:spPr/>
    </dgm:pt>
    <dgm:pt modelId="{E98F3CFC-2A7F-4926-8D0B-7CE08F345AFB}" type="pres">
      <dgm:prSet presAssocID="{70744978-ED26-460C-9BBA-21090D0CA546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6A0C303-6A6B-4E39-8811-8262324C989D}" srcId="{928FDF67-47F6-4FDE-B170-D15AE9CA2457}" destId="{70744978-ED26-460C-9BBA-21090D0CA546}" srcOrd="7" destOrd="0" parTransId="{D37D12DE-705E-45BF-A1C1-73C597AEC107}" sibTransId="{870EB59F-DBEF-4084-ADE9-BA631E7E11FF}"/>
    <dgm:cxn modelId="{AABFA8FE-3D01-4BF6-A0E1-C4CF0F4D665B}" srcId="{928FDF67-47F6-4FDE-B170-D15AE9CA2457}" destId="{1555ADF3-5E5C-483F-B942-D2613F7A0B1F}" srcOrd="0" destOrd="0" parTransId="{16AEFFC0-4E04-437C-AC0D-556F227B1C6D}" sibTransId="{4F2F46E7-0226-4CBF-8675-14E152359599}"/>
    <dgm:cxn modelId="{880BB785-CC4A-4D17-BF01-524BE3717C09}" type="presOf" srcId="{52E93CDD-6174-4204-B0DC-1C9EE737DEC2}" destId="{FEDC5618-A8DD-428B-8366-6A810E639E12}" srcOrd="0" destOrd="0" presId="urn:microsoft.com/office/officeart/2005/8/layout/default"/>
    <dgm:cxn modelId="{75DE0371-DB3C-4A90-8E16-684EE074FEB4}" type="presOf" srcId="{15FE6222-D213-47C3-8F7B-02B19BDDBEBE}" destId="{5890FC67-F874-4E70-AA1D-047F937C4E3D}" srcOrd="0" destOrd="0" presId="urn:microsoft.com/office/officeart/2005/8/layout/default"/>
    <dgm:cxn modelId="{B0A4098F-E3A2-4071-AA88-133D6C6FBF3E}" srcId="{928FDF67-47F6-4FDE-B170-D15AE9CA2457}" destId="{8711EB82-0890-4D94-B972-0C286D4DFDFC}" srcOrd="4" destOrd="0" parTransId="{A6991842-F80B-48FB-A727-F5F0593E69DA}" sibTransId="{65801C41-C01E-4BBA-BE87-222C6689EA07}"/>
    <dgm:cxn modelId="{C961F4DD-11DD-4762-952B-ECAE514DE22E}" srcId="{928FDF67-47F6-4FDE-B170-D15AE9CA2457}" destId="{15FE6222-D213-47C3-8F7B-02B19BDDBEBE}" srcOrd="5" destOrd="0" parTransId="{2423CB34-8833-4416-9ACD-9E1EF367D80B}" sibTransId="{DE36743E-F4EC-4A30-AE3F-1B3484181E32}"/>
    <dgm:cxn modelId="{6AD2BDBE-80F1-4219-A4A1-AE48754565AD}" srcId="{928FDF67-47F6-4FDE-B170-D15AE9CA2457}" destId="{52E93CDD-6174-4204-B0DC-1C9EE737DEC2}" srcOrd="6" destOrd="0" parTransId="{6461D898-E8EE-4540-8A6D-451AFDA13116}" sibTransId="{CD2971EB-F398-466F-8D0E-746991E536BE}"/>
    <dgm:cxn modelId="{8037D761-A7D7-451B-96F7-3D1C5A7AC383}" type="presOf" srcId="{1555ADF3-5E5C-483F-B942-D2613F7A0B1F}" destId="{4BF19F7F-8CDB-490F-AEDE-2087EDD32E31}" srcOrd="0" destOrd="0" presId="urn:microsoft.com/office/officeart/2005/8/layout/default"/>
    <dgm:cxn modelId="{5F8E9123-DB69-4FF3-B39A-3125E970EE9E}" type="presOf" srcId="{8711EB82-0890-4D94-B972-0C286D4DFDFC}" destId="{852A0BED-6E93-4F04-929A-1D080E320819}" srcOrd="0" destOrd="0" presId="urn:microsoft.com/office/officeart/2005/8/layout/default"/>
    <dgm:cxn modelId="{CBF94E26-FD0B-470B-BE6E-D67433FDF043}" type="presOf" srcId="{928FDF67-47F6-4FDE-B170-D15AE9CA2457}" destId="{2C38E4E9-D5B6-4E8D-A750-FFE8764F9DC5}" srcOrd="0" destOrd="0" presId="urn:microsoft.com/office/officeart/2005/8/layout/default"/>
    <dgm:cxn modelId="{21DCD3DE-9ABC-4CDD-9630-F728D4B04CB6}" type="presOf" srcId="{EF954904-8C08-4C67-AD98-746672CBAFD1}" destId="{8DAE0726-F9B8-4F89-AE79-1095A7D5046C}" srcOrd="0" destOrd="0" presId="urn:microsoft.com/office/officeart/2005/8/layout/default"/>
    <dgm:cxn modelId="{9B57B5A6-E2FB-4AAB-B3F4-409300A2A350}" type="presOf" srcId="{02318B36-6652-4707-B228-A2E2FD2617AA}" destId="{7E385E23-8335-477E-B181-5D4CF4B64609}" srcOrd="0" destOrd="0" presId="urn:microsoft.com/office/officeart/2005/8/layout/default"/>
    <dgm:cxn modelId="{5C5B1336-80DF-44A3-BD62-8925C36FBD28}" srcId="{928FDF67-47F6-4FDE-B170-D15AE9CA2457}" destId="{02318B36-6652-4707-B228-A2E2FD2617AA}" srcOrd="1" destOrd="0" parTransId="{E0C7822F-CC93-4685-AE8D-C03D315E8786}" sibTransId="{EE595D67-576C-426A-A92C-E85A7468A530}"/>
    <dgm:cxn modelId="{A57878FD-FC04-49FC-BF9B-F58DBB233E07}" type="presOf" srcId="{0C1498F2-4FD2-444E-AFC3-0E65C6813EA2}" destId="{C0F60074-2877-41AD-A78A-F3004EFC5D84}" srcOrd="0" destOrd="0" presId="urn:microsoft.com/office/officeart/2005/8/layout/default"/>
    <dgm:cxn modelId="{51C4DDD3-C35F-4ECC-A256-B12D508F8229}" type="presOf" srcId="{70744978-ED26-460C-9BBA-21090D0CA546}" destId="{E98F3CFC-2A7F-4926-8D0B-7CE08F345AFB}" srcOrd="0" destOrd="0" presId="urn:microsoft.com/office/officeart/2005/8/layout/default"/>
    <dgm:cxn modelId="{F2A79B1A-F365-4125-932F-447D355DF7E9}" srcId="{928FDF67-47F6-4FDE-B170-D15AE9CA2457}" destId="{0C1498F2-4FD2-444E-AFC3-0E65C6813EA2}" srcOrd="2" destOrd="0" parTransId="{474F17E4-0F60-446E-8EB2-F51F1C44952E}" sibTransId="{365C2A2F-43EF-4128-877F-0EEA2D674D64}"/>
    <dgm:cxn modelId="{C72EA793-CA52-4755-B5F6-15B208D9CAF2}" srcId="{928FDF67-47F6-4FDE-B170-D15AE9CA2457}" destId="{EF954904-8C08-4C67-AD98-746672CBAFD1}" srcOrd="3" destOrd="0" parTransId="{27EA9287-6F37-4C34-9B1E-725D52081E29}" sibTransId="{00E77E0C-60FA-4BCA-907C-F32701B7BC2C}"/>
    <dgm:cxn modelId="{5C353DAA-1A58-47EB-9C3D-0705B784C2B5}" type="presParOf" srcId="{2C38E4E9-D5B6-4E8D-A750-FFE8764F9DC5}" destId="{4BF19F7F-8CDB-490F-AEDE-2087EDD32E31}" srcOrd="0" destOrd="0" presId="urn:microsoft.com/office/officeart/2005/8/layout/default"/>
    <dgm:cxn modelId="{984FAD4B-2BB9-4F78-BD5B-975E13AF997A}" type="presParOf" srcId="{2C38E4E9-D5B6-4E8D-A750-FFE8764F9DC5}" destId="{F67B9272-B2BE-46B8-96F6-0BEE2581FD58}" srcOrd="1" destOrd="0" presId="urn:microsoft.com/office/officeart/2005/8/layout/default"/>
    <dgm:cxn modelId="{83F0E259-DE03-445B-B39B-5104F58D21D7}" type="presParOf" srcId="{2C38E4E9-D5B6-4E8D-A750-FFE8764F9DC5}" destId="{7E385E23-8335-477E-B181-5D4CF4B64609}" srcOrd="2" destOrd="0" presId="urn:microsoft.com/office/officeart/2005/8/layout/default"/>
    <dgm:cxn modelId="{7398429C-154B-481F-961E-87C181A63A57}" type="presParOf" srcId="{2C38E4E9-D5B6-4E8D-A750-FFE8764F9DC5}" destId="{5C67C050-EF6F-4F63-A514-A279205D854F}" srcOrd="3" destOrd="0" presId="urn:microsoft.com/office/officeart/2005/8/layout/default"/>
    <dgm:cxn modelId="{32E891B6-4EBD-427B-87A7-F6E26051B70C}" type="presParOf" srcId="{2C38E4E9-D5B6-4E8D-A750-FFE8764F9DC5}" destId="{C0F60074-2877-41AD-A78A-F3004EFC5D84}" srcOrd="4" destOrd="0" presId="urn:microsoft.com/office/officeart/2005/8/layout/default"/>
    <dgm:cxn modelId="{AC922C77-D177-4AD3-89AE-D38A96691E89}" type="presParOf" srcId="{2C38E4E9-D5B6-4E8D-A750-FFE8764F9DC5}" destId="{97271DA9-C08B-4128-A452-0C07404FACFF}" srcOrd="5" destOrd="0" presId="urn:microsoft.com/office/officeart/2005/8/layout/default"/>
    <dgm:cxn modelId="{0C1B58F5-ABAC-4526-9D56-864CE070ECC9}" type="presParOf" srcId="{2C38E4E9-D5B6-4E8D-A750-FFE8764F9DC5}" destId="{8DAE0726-F9B8-4F89-AE79-1095A7D5046C}" srcOrd="6" destOrd="0" presId="urn:microsoft.com/office/officeart/2005/8/layout/default"/>
    <dgm:cxn modelId="{B94C031C-139A-4037-9032-7DEA3C4BA6A9}" type="presParOf" srcId="{2C38E4E9-D5B6-4E8D-A750-FFE8764F9DC5}" destId="{C0313C4C-6BFE-495C-A785-F31E58474DFE}" srcOrd="7" destOrd="0" presId="urn:microsoft.com/office/officeart/2005/8/layout/default"/>
    <dgm:cxn modelId="{6F123E56-63C1-42B3-BC25-557B67739853}" type="presParOf" srcId="{2C38E4E9-D5B6-4E8D-A750-FFE8764F9DC5}" destId="{852A0BED-6E93-4F04-929A-1D080E320819}" srcOrd="8" destOrd="0" presId="urn:microsoft.com/office/officeart/2005/8/layout/default"/>
    <dgm:cxn modelId="{E253D8F0-1C1F-4D8B-9804-9344429147BB}" type="presParOf" srcId="{2C38E4E9-D5B6-4E8D-A750-FFE8764F9DC5}" destId="{160922DA-AD9E-4CD8-99E0-18018BFF465C}" srcOrd="9" destOrd="0" presId="urn:microsoft.com/office/officeart/2005/8/layout/default"/>
    <dgm:cxn modelId="{CC43CD10-0107-4B49-876A-CFEDCF242FDB}" type="presParOf" srcId="{2C38E4E9-D5B6-4E8D-A750-FFE8764F9DC5}" destId="{5890FC67-F874-4E70-AA1D-047F937C4E3D}" srcOrd="10" destOrd="0" presId="urn:microsoft.com/office/officeart/2005/8/layout/default"/>
    <dgm:cxn modelId="{3B06259B-E8E6-42AE-9080-5237AEA3FCCD}" type="presParOf" srcId="{2C38E4E9-D5B6-4E8D-A750-FFE8764F9DC5}" destId="{D06920FD-EEA8-426D-8D40-4664DD76377C}" srcOrd="11" destOrd="0" presId="urn:microsoft.com/office/officeart/2005/8/layout/default"/>
    <dgm:cxn modelId="{2181FB1C-9250-41C2-AA5B-8AD9828A9E83}" type="presParOf" srcId="{2C38E4E9-D5B6-4E8D-A750-FFE8764F9DC5}" destId="{FEDC5618-A8DD-428B-8366-6A810E639E12}" srcOrd="12" destOrd="0" presId="urn:microsoft.com/office/officeart/2005/8/layout/default"/>
    <dgm:cxn modelId="{DD0E6B17-B411-45C0-B123-611F3E50D930}" type="presParOf" srcId="{2C38E4E9-D5B6-4E8D-A750-FFE8764F9DC5}" destId="{2C0B1726-4B13-4BB5-9956-8CBF78272A24}" srcOrd="13" destOrd="0" presId="urn:microsoft.com/office/officeart/2005/8/layout/default"/>
    <dgm:cxn modelId="{03AB38B3-3C6F-4F05-AC13-E0CC4B177A95}" type="presParOf" srcId="{2C38E4E9-D5B6-4E8D-A750-FFE8764F9DC5}" destId="{E98F3CFC-2A7F-4926-8D0B-7CE08F345AFB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F6D226-65D2-4DDF-A964-14A0CE0B522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681A3C7-16FE-4C29-B3E7-024BC8AF1750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безопасность выполнения полётов в заявленных условиях эксплуатации;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2ACCFA0-A0B5-4837-A167-6D192F1F39ED}" type="parTrans" cxnId="{8395CB69-5226-4C78-AA28-38122CD3178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D8B3BCB-1F51-47AB-9B67-72A56FBCDFCD}" type="sibTrans" cxnId="{8395CB69-5226-4C78-AA28-38122CD3178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D8DE211-8564-4AF3-8579-6ABBA03E8353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соответствие конструкции и функциональных систем нормам лётной годности;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91AA57DD-5791-4FB6-BC81-4CB1AD558B3E}" type="parTrans" cxnId="{573EBC68-029E-405A-85A3-BF2184CEA0A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3454D05-1A58-4154-A52C-0F6FE167994C}" type="sibTrans" cxnId="{573EBC68-029E-405A-85A3-BF2184CEA0A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473B25F-DD3D-47AE-8875-2FA3DAA507A5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учёт внешних воздействий (атмосферные явления, состояние посадочной площадки);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93ADB40-532D-49A2-A1AB-3E40F9B816FD}" type="parTrans" cxnId="{889062D6-78DE-45B3-969C-B6B1AC3AEA8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EF4D87E-5493-4C6A-946B-F56B74572ED1}" type="sibTrans" cxnId="{889062D6-78DE-45B3-969C-B6B1AC3AEA8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AF474D9-E2A6-41FF-88FF-D41B738971F9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обеспечение безопасности при особых ситуациях (отказы, воздействия внешних факторов);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13CDE5F-B6A1-45C4-BB3A-4329BBB88587}" type="parTrans" cxnId="{B8527DDB-B735-4118-8021-8C1F682B2DD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3DAE9DA-5FF5-486D-8DBF-EC6A5E8DE9F7}" type="sibTrans" cxnId="{B8527DDB-B735-4118-8021-8C1F682B2DD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3677F3D-34C0-44A0-BC54-14A7FFA9AA44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определение области полётных режимов и расчётных нагрузок;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A863AB1-B28A-4192-AAA1-16E2E515C608}" type="parTrans" cxnId="{202A86BB-BC58-43A5-8905-6A4261E262A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5162340-874B-499C-8552-71AEAD1F8FB7}" type="sibTrans" cxnId="{202A86BB-BC58-43A5-8905-6A4261E262A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1A5EF7C-D5B1-4C84-A011-65A21C8685E8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использование огнестойких материалов для критических компонентов;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88F1437-34E1-43AA-8CB8-939E2E83DAA9}" type="parTrans" cxnId="{5640B85F-E769-4015-8CB0-CD701945872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BDC49CE-251D-4AD1-BCF1-0DEEC6E7903E}" type="sibTrans" cxnId="{5640B85F-E769-4015-8CB0-CD701945872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B7F740A-A6C7-4C0F-9E69-756896D795D0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разработка лётного руководства с описанием характеристик и ограничений.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18E3B7F1-29CC-4AC1-B337-5E87CC2C08E0}" type="parTrans" cxnId="{A99C46E9-A19C-44B9-A88E-34066B7C28E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34DF602-9EEC-4F4E-8533-26D647534DC0}" type="sibTrans" cxnId="{A99C46E9-A19C-44B9-A88E-34066B7C28E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E6E3014-5081-4C94-AE11-6D7ECBCF79B1}" type="pres">
      <dgm:prSet presAssocID="{B9F6D226-65D2-4DDF-A964-14A0CE0B522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ACB365E-11B9-4EC7-9498-3736300C541F}" type="pres">
      <dgm:prSet presAssocID="{9681A3C7-16FE-4C29-B3E7-024BC8AF1750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5C0632F-BC21-40EF-9397-3B12B30D8612}" type="pres">
      <dgm:prSet presAssocID="{7D8B3BCB-1F51-47AB-9B67-72A56FBCDFCD}" presName="sibTrans" presStyleCnt="0"/>
      <dgm:spPr/>
    </dgm:pt>
    <dgm:pt modelId="{9CFB5535-1EEC-4733-B5E5-148FBCDC2322}" type="pres">
      <dgm:prSet presAssocID="{BD8DE211-8564-4AF3-8579-6ABBA03E8353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1D45FF-30C7-4F0F-B6DA-5DC6FCFA465B}" type="pres">
      <dgm:prSet presAssocID="{23454D05-1A58-4154-A52C-0F6FE167994C}" presName="sibTrans" presStyleCnt="0"/>
      <dgm:spPr/>
    </dgm:pt>
    <dgm:pt modelId="{56FD4D13-BCDA-4A5F-B0C9-56753DD9BACF}" type="pres">
      <dgm:prSet presAssocID="{E473B25F-DD3D-47AE-8875-2FA3DAA507A5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265B212-2640-418C-96CF-3A7E27687CFC}" type="pres">
      <dgm:prSet presAssocID="{3EF4D87E-5493-4C6A-946B-F56B74572ED1}" presName="sibTrans" presStyleCnt="0"/>
      <dgm:spPr/>
    </dgm:pt>
    <dgm:pt modelId="{1789D741-056F-45AF-AE2C-93456B8CA7AD}" type="pres">
      <dgm:prSet presAssocID="{CAF474D9-E2A6-41FF-88FF-D41B738971F9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A69F58D-9433-4241-A5E0-F86AB961EBF3}" type="pres">
      <dgm:prSet presAssocID="{23DAE9DA-5FF5-486D-8DBF-EC6A5E8DE9F7}" presName="sibTrans" presStyleCnt="0"/>
      <dgm:spPr/>
    </dgm:pt>
    <dgm:pt modelId="{7F7BB508-7608-4152-B303-13DA56DA8068}" type="pres">
      <dgm:prSet presAssocID="{B3677F3D-34C0-44A0-BC54-14A7FFA9AA44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CDFF505-A8B9-4A99-B8F3-0BF316D5AE77}" type="pres">
      <dgm:prSet presAssocID="{55162340-874B-499C-8552-71AEAD1F8FB7}" presName="sibTrans" presStyleCnt="0"/>
      <dgm:spPr/>
    </dgm:pt>
    <dgm:pt modelId="{DC364491-7A46-40BD-846F-57ED6B774FA7}" type="pres">
      <dgm:prSet presAssocID="{31A5EF7C-D5B1-4C84-A011-65A21C8685E8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44662E8-8052-4802-BC43-C1D92380AD4E}" type="pres">
      <dgm:prSet presAssocID="{7BDC49CE-251D-4AD1-BCF1-0DEEC6E7903E}" presName="sibTrans" presStyleCnt="0"/>
      <dgm:spPr/>
    </dgm:pt>
    <dgm:pt modelId="{6E4C71F4-88DB-416D-8FAF-A3179350C8A4}" type="pres">
      <dgm:prSet presAssocID="{4B7F740A-A6C7-4C0F-9E69-756896D795D0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73EBC68-029E-405A-85A3-BF2184CEA0A4}" srcId="{B9F6D226-65D2-4DDF-A964-14A0CE0B5222}" destId="{BD8DE211-8564-4AF3-8579-6ABBA03E8353}" srcOrd="1" destOrd="0" parTransId="{91AA57DD-5791-4FB6-BC81-4CB1AD558B3E}" sibTransId="{23454D05-1A58-4154-A52C-0F6FE167994C}"/>
    <dgm:cxn modelId="{C301F2A2-F51B-47F4-B32C-435A8411D644}" type="presOf" srcId="{CAF474D9-E2A6-41FF-88FF-D41B738971F9}" destId="{1789D741-056F-45AF-AE2C-93456B8CA7AD}" srcOrd="0" destOrd="0" presId="urn:microsoft.com/office/officeart/2005/8/layout/default"/>
    <dgm:cxn modelId="{F2988893-CEE0-4B22-9BFE-5FA6DF3BE473}" type="presOf" srcId="{31A5EF7C-D5B1-4C84-A011-65A21C8685E8}" destId="{DC364491-7A46-40BD-846F-57ED6B774FA7}" srcOrd="0" destOrd="0" presId="urn:microsoft.com/office/officeart/2005/8/layout/default"/>
    <dgm:cxn modelId="{8395CB69-5226-4C78-AA28-38122CD3178A}" srcId="{B9F6D226-65D2-4DDF-A964-14A0CE0B5222}" destId="{9681A3C7-16FE-4C29-B3E7-024BC8AF1750}" srcOrd="0" destOrd="0" parTransId="{02ACCFA0-A0B5-4837-A167-6D192F1F39ED}" sibTransId="{7D8B3BCB-1F51-47AB-9B67-72A56FBCDFCD}"/>
    <dgm:cxn modelId="{B8527DDB-B735-4118-8021-8C1F682B2DDC}" srcId="{B9F6D226-65D2-4DDF-A964-14A0CE0B5222}" destId="{CAF474D9-E2A6-41FF-88FF-D41B738971F9}" srcOrd="3" destOrd="0" parTransId="{F13CDE5F-B6A1-45C4-BB3A-4329BBB88587}" sibTransId="{23DAE9DA-5FF5-486D-8DBF-EC6A5E8DE9F7}"/>
    <dgm:cxn modelId="{612830F3-6A96-4615-A5FE-3B1E5B94F47D}" type="presOf" srcId="{4B7F740A-A6C7-4C0F-9E69-756896D795D0}" destId="{6E4C71F4-88DB-416D-8FAF-A3179350C8A4}" srcOrd="0" destOrd="0" presId="urn:microsoft.com/office/officeart/2005/8/layout/default"/>
    <dgm:cxn modelId="{A99C46E9-A19C-44B9-A88E-34066B7C28E5}" srcId="{B9F6D226-65D2-4DDF-A964-14A0CE0B5222}" destId="{4B7F740A-A6C7-4C0F-9E69-756896D795D0}" srcOrd="6" destOrd="0" parTransId="{18E3B7F1-29CC-4AC1-B337-5E87CC2C08E0}" sibTransId="{434DF602-9EEC-4F4E-8533-26D647534DC0}"/>
    <dgm:cxn modelId="{930E911D-B7A8-46D1-BE1B-DE53B8BB9D34}" type="presOf" srcId="{B9F6D226-65D2-4DDF-A964-14A0CE0B5222}" destId="{DE6E3014-5081-4C94-AE11-6D7ECBCF79B1}" srcOrd="0" destOrd="0" presId="urn:microsoft.com/office/officeart/2005/8/layout/default"/>
    <dgm:cxn modelId="{5640B85F-E769-4015-8CB0-CD7019458728}" srcId="{B9F6D226-65D2-4DDF-A964-14A0CE0B5222}" destId="{31A5EF7C-D5B1-4C84-A011-65A21C8685E8}" srcOrd="5" destOrd="0" parTransId="{188F1437-34E1-43AA-8CB8-939E2E83DAA9}" sibTransId="{7BDC49CE-251D-4AD1-BCF1-0DEEC6E7903E}"/>
    <dgm:cxn modelId="{04FCABE9-D488-4157-B6B3-234EBDBDDB94}" type="presOf" srcId="{9681A3C7-16FE-4C29-B3E7-024BC8AF1750}" destId="{1ACB365E-11B9-4EC7-9498-3736300C541F}" srcOrd="0" destOrd="0" presId="urn:microsoft.com/office/officeart/2005/8/layout/default"/>
    <dgm:cxn modelId="{55CD37CA-4024-4B57-BAA0-650007508764}" type="presOf" srcId="{E473B25F-DD3D-47AE-8875-2FA3DAA507A5}" destId="{56FD4D13-BCDA-4A5F-B0C9-56753DD9BACF}" srcOrd="0" destOrd="0" presId="urn:microsoft.com/office/officeart/2005/8/layout/default"/>
    <dgm:cxn modelId="{202A86BB-BC58-43A5-8905-6A4261E262AD}" srcId="{B9F6D226-65D2-4DDF-A964-14A0CE0B5222}" destId="{B3677F3D-34C0-44A0-BC54-14A7FFA9AA44}" srcOrd="4" destOrd="0" parTransId="{6A863AB1-B28A-4192-AAA1-16E2E515C608}" sibTransId="{55162340-874B-499C-8552-71AEAD1F8FB7}"/>
    <dgm:cxn modelId="{889062D6-78DE-45B3-969C-B6B1AC3AEA86}" srcId="{B9F6D226-65D2-4DDF-A964-14A0CE0B5222}" destId="{E473B25F-DD3D-47AE-8875-2FA3DAA507A5}" srcOrd="2" destOrd="0" parTransId="{A93ADB40-532D-49A2-A1AB-3E40F9B816FD}" sibTransId="{3EF4D87E-5493-4C6A-946B-F56B74572ED1}"/>
    <dgm:cxn modelId="{BCC07361-8D8B-474C-8B6B-57C21A5721EC}" type="presOf" srcId="{BD8DE211-8564-4AF3-8579-6ABBA03E8353}" destId="{9CFB5535-1EEC-4733-B5E5-148FBCDC2322}" srcOrd="0" destOrd="0" presId="urn:microsoft.com/office/officeart/2005/8/layout/default"/>
    <dgm:cxn modelId="{1F9364F6-1163-469F-AF61-240D5CFB82A7}" type="presOf" srcId="{B3677F3D-34C0-44A0-BC54-14A7FFA9AA44}" destId="{7F7BB508-7608-4152-B303-13DA56DA8068}" srcOrd="0" destOrd="0" presId="urn:microsoft.com/office/officeart/2005/8/layout/default"/>
    <dgm:cxn modelId="{0B1B3F3B-4861-495B-81AE-72DCB30D423B}" type="presParOf" srcId="{DE6E3014-5081-4C94-AE11-6D7ECBCF79B1}" destId="{1ACB365E-11B9-4EC7-9498-3736300C541F}" srcOrd="0" destOrd="0" presId="urn:microsoft.com/office/officeart/2005/8/layout/default"/>
    <dgm:cxn modelId="{C0475A1B-26F0-46D5-A57A-E6A9254DD8FB}" type="presParOf" srcId="{DE6E3014-5081-4C94-AE11-6D7ECBCF79B1}" destId="{E5C0632F-BC21-40EF-9397-3B12B30D8612}" srcOrd="1" destOrd="0" presId="urn:microsoft.com/office/officeart/2005/8/layout/default"/>
    <dgm:cxn modelId="{E8DB47D6-7280-469B-B18A-DB68DD70E206}" type="presParOf" srcId="{DE6E3014-5081-4C94-AE11-6D7ECBCF79B1}" destId="{9CFB5535-1EEC-4733-B5E5-148FBCDC2322}" srcOrd="2" destOrd="0" presId="urn:microsoft.com/office/officeart/2005/8/layout/default"/>
    <dgm:cxn modelId="{105404D6-C8C0-4854-8D26-2B498860BA18}" type="presParOf" srcId="{DE6E3014-5081-4C94-AE11-6D7ECBCF79B1}" destId="{A21D45FF-30C7-4F0F-B6DA-5DC6FCFA465B}" srcOrd="3" destOrd="0" presId="urn:microsoft.com/office/officeart/2005/8/layout/default"/>
    <dgm:cxn modelId="{3484ED68-CFD6-41EB-AC49-4549494C5328}" type="presParOf" srcId="{DE6E3014-5081-4C94-AE11-6D7ECBCF79B1}" destId="{56FD4D13-BCDA-4A5F-B0C9-56753DD9BACF}" srcOrd="4" destOrd="0" presId="urn:microsoft.com/office/officeart/2005/8/layout/default"/>
    <dgm:cxn modelId="{886607AA-E68E-48C7-B3FF-7E3F4F1E8818}" type="presParOf" srcId="{DE6E3014-5081-4C94-AE11-6D7ECBCF79B1}" destId="{F265B212-2640-418C-96CF-3A7E27687CFC}" srcOrd="5" destOrd="0" presId="urn:microsoft.com/office/officeart/2005/8/layout/default"/>
    <dgm:cxn modelId="{07569902-A3FE-4A5C-A0B3-5DA1A3E30DA9}" type="presParOf" srcId="{DE6E3014-5081-4C94-AE11-6D7ECBCF79B1}" destId="{1789D741-056F-45AF-AE2C-93456B8CA7AD}" srcOrd="6" destOrd="0" presId="urn:microsoft.com/office/officeart/2005/8/layout/default"/>
    <dgm:cxn modelId="{D4B21063-1C7B-46F2-B6EF-30D58C4237AF}" type="presParOf" srcId="{DE6E3014-5081-4C94-AE11-6D7ECBCF79B1}" destId="{AA69F58D-9433-4241-A5E0-F86AB961EBF3}" srcOrd="7" destOrd="0" presId="urn:microsoft.com/office/officeart/2005/8/layout/default"/>
    <dgm:cxn modelId="{A7BB46DF-0475-4BD7-BA8B-D9CF2C579758}" type="presParOf" srcId="{DE6E3014-5081-4C94-AE11-6D7ECBCF79B1}" destId="{7F7BB508-7608-4152-B303-13DA56DA8068}" srcOrd="8" destOrd="0" presId="urn:microsoft.com/office/officeart/2005/8/layout/default"/>
    <dgm:cxn modelId="{C52D6CD8-0A35-48F0-A506-AE673BDC80DB}" type="presParOf" srcId="{DE6E3014-5081-4C94-AE11-6D7ECBCF79B1}" destId="{3CDFF505-A8B9-4A99-B8F3-0BF316D5AE77}" srcOrd="9" destOrd="0" presId="urn:microsoft.com/office/officeart/2005/8/layout/default"/>
    <dgm:cxn modelId="{2907C308-7CAA-47C6-8331-24A897474E74}" type="presParOf" srcId="{DE6E3014-5081-4C94-AE11-6D7ECBCF79B1}" destId="{DC364491-7A46-40BD-846F-57ED6B774FA7}" srcOrd="10" destOrd="0" presId="urn:microsoft.com/office/officeart/2005/8/layout/default"/>
    <dgm:cxn modelId="{5642BD44-A22F-47CC-A2C0-5201031315BD}" type="presParOf" srcId="{DE6E3014-5081-4C94-AE11-6D7ECBCF79B1}" destId="{D44662E8-8052-4802-BC43-C1D92380AD4E}" srcOrd="11" destOrd="0" presId="urn:microsoft.com/office/officeart/2005/8/layout/default"/>
    <dgm:cxn modelId="{95EB7DDE-F68F-47B8-8EA4-D40E42229425}" type="presParOf" srcId="{DE6E3014-5081-4C94-AE11-6D7ECBCF79B1}" destId="{6E4C71F4-88DB-416D-8FAF-A3179350C8A4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D347A3-8D93-46D8-92C0-24547DE726F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4BC4943-3186-477D-89AE-F08BF2C80F73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надёжную передачу управляющих команд от станции внешнего пилота к БВС;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AD9C7F2-10D8-4770-AE80-DE19D529FE8C}" type="parTrans" cxnId="{B3A8B2A1-825F-4ADC-A1DC-AD6C3740C4F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DCA698F-8A1C-46B7-85C6-33D895A618F9}" type="sibTrans" cxnId="{B3A8B2A1-825F-4ADC-A1DC-AD6C3740C4F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DF7D5B1-8FD5-424C-AA12-35A1A3BC3BC9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возможность переключения между каналами управления при сбоях;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9075018-72ED-420A-AAB8-E0B8EFF76A0E}" type="parTrans" cxnId="{F4867414-7DE0-4BFE-AAD2-AAA4ED4E48A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E8074E3-5216-422D-9874-A49FBF641AC6}" type="sibTrans" cxnId="{F4867414-7DE0-4BFE-AAD2-AAA4ED4E48A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DC76224-700F-4015-AC93-009DC6B4DDE9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защиту от несанкционированного доступа и помех;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EB350B2-C1D2-41C9-A72A-E3AF5FA27AD6}" type="parTrans" cxnId="{E3DA62E5-768E-4D1C-B2A1-C71B57CB058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FCC4116-D39B-49BE-9241-D630B816696C}" type="sibTrans" cxnId="{E3DA62E5-768E-4D1C-B2A1-C71B57CB058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ABCCC74-F68A-4D29-8517-6BC172E40EB1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соответствие электромагнитной совместимости (ТР ТС 020/2011);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A88684B-F37E-4223-95B1-43EB82792EE9}" type="parTrans" cxnId="{8BD65819-BB66-4796-943C-3E1EF875028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4E2094C-6A99-4FEE-87F0-0FAA34DAB396}" type="sibTrans" cxnId="{8BD65819-BB66-4796-943C-3E1EF875028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82D4974-B89D-4153-881E-5680D436ED19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точность и своевременность выполнения команд (учёт скрытого запаздывания линии связи);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2178808-5EC8-46EB-9F52-D189B66AE313}" type="parTrans" cxnId="{70ADF180-C0D9-48A7-887E-09BF1BBEA1C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A5DF8B7-2117-4AD3-A534-287E5414B34B}" type="sibTrans" cxnId="{70ADF180-C0D9-48A7-887E-09BF1BBEA1C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683F998-4CC4-48C4-B57D-19BA38F65FF3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автоматизацию стандартных манёвров и процедур (автоматический заход на посадку, удержание высоты/курса);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791CA46-EDAB-4EF4-8851-D3F16525D058}" type="parTrans" cxnId="{62F60806-AFB3-411F-9547-9ABA44AA3A0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F80EC54-37F8-43F6-A347-70CB29ED11A3}" type="sibTrans" cxnId="{62F60806-AFB3-411F-9547-9ABA44AA3A0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77E9773-E461-4E51-A723-C208DAC9594E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диагностику состояния систем и предупреждение пилота об отказах.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F0DC17F-6629-4A3A-946B-7F5F4BC36ACA}" type="parTrans" cxnId="{14C6F1FF-FE59-4080-9978-56DAFB68AA3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DEB0DE0-1F7F-42E0-9C2D-4C7523780002}" type="sibTrans" cxnId="{14C6F1FF-FE59-4080-9978-56DAFB68AA3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7072F21-9497-4FBA-912E-D600627F998E}" type="pres">
      <dgm:prSet presAssocID="{4FD347A3-8D93-46D8-92C0-24547DE726F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8B8DFDA-6B50-4B8E-9222-9D442CE62CF6}" type="pres">
      <dgm:prSet presAssocID="{D4BC4943-3186-477D-89AE-F08BF2C80F73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1F32282-51FE-4160-A780-509D5C3C49C1}" type="pres">
      <dgm:prSet presAssocID="{0DCA698F-8A1C-46B7-85C6-33D895A618F9}" presName="sibTrans" presStyleCnt="0"/>
      <dgm:spPr/>
    </dgm:pt>
    <dgm:pt modelId="{276F93D8-8E1B-4D47-9746-63B9EE590ACF}" type="pres">
      <dgm:prSet presAssocID="{7DF7D5B1-8FD5-424C-AA12-35A1A3BC3BC9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0B2D96-5C34-41B6-979F-7524802B9FED}" type="pres">
      <dgm:prSet presAssocID="{BE8074E3-5216-422D-9874-A49FBF641AC6}" presName="sibTrans" presStyleCnt="0"/>
      <dgm:spPr/>
    </dgm:pt>
    <dgm:pt modelId="{3BC79B66-B7D5-4330-ADBD-1D159FFF8ACD}" type="pres">
      <dgm:prSet presAssocID="{DDC76224-700F-4015-AC93-009DC6B4DDE9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00C5FF-6007-4CC4-A7F6-08C397C84238}" type="pres">
      <dgm:prSet presAssocID="{2FCC4116-D39B-49BE-9241-D630B816696C}" presName="sibTrans" presStyleCnt="0"/>
      <dgm:spPr/>
    </dgm:pt>
    <dgm:pt modelId="{E283DC88-9DC8-4380-9479-8D426E26952C}" type="pres">
      <dgm:prSet presAssocID="{5ABCCC74-F68A-4D29-8517-6BC172E40EB1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83918B1-1DFA-4BDD-B30B-5513EC39ADA4}" type="pres">
      <dgm:prSet presAssocID="{F4E2094C-6A99-4FEE-87F0-0FAA34DAB396}" presName="sibTrans" presStyleCnt="0"/>
      <dgm:spPr/>
    </dgm:pt>
    <dgm:pt modelId="{80AA7A41-58E2-4B93-BB2C-16F604F615AF}" type="pres">
      <dgm:prSet presAssocID="{282D4974-B89D-4153-881E-5680D436ED19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03D61CB-C097-4D23-8DE2-97BCCF727256}" type="pres">
      <dgm:prSet presAssocID="{0A5DF8B7-2117-4AD3-A534-287E5414B34B}" presName="sibTrans" presStyleCnt="0"/>
      <dgm:spPr/>
    </dgm:pt>
    <dgm:pt modelId="{37A17EC2-2897-4FE5-90C2-AA89D6769956}" type="pres">
      <dgm:prSet presAssocID="{3683F998-4CC4-48C4-B57D-19BA38F65FF3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B3F033C-3130-4F67-ADF3-D6558FB65E84}" type="pres">
      <dgm:prSet presAssocID="{BF80EC54-37F8-43F6-A347-70CB29ED11A3}" presName="sibTrans" presStyleCnt="0"/>
      <dgm:spPr/>
    </dgm:pt>
    <dgm:pt modelId="{669B102B-B5BF-4B69-8A9E-8756E4D264EE}" type="pres">
      <dgm:prSet presAssocID="{177E9773-E461-4E51-A723-C208DAC9594E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1446818-77F1-4571-8044-EA717ABA9D3C}" type="presOf" srcId="{DDC76224-700F-4015-AC93-009DC6B4DDE9}" destId="{3BC79B66-B7D5-4330-ADBD-1D159FFF8ACD}" srcOrd="0" destOrd="0" presId="urn:microsoft.com/office/officeart/2005/8/layout/default"/>
    <dgm:cxn modelId="{913A01DF-2B8F-47F5-B02C-52D3F77F048D}" type="presOf" srcId="{282D4974-B89D-4153-881E-5680D436ED19}" destId="{80AA7A41-58E2-4B93-BB2C-16F604F615AF}" srcOrd="0" destOrd="0" presId="urn:microsoft.com/office/officeart/2005/8/layout/default"/>
    <dgm:cxn modelId="{8DB4CF5B-0E47-4967-BE8E-E4A3FB929338}" type="presOf" srcId="{4FD347A3-8D93-46D8-92C0-24547DE726F2}" destId="{B7072F21-9497-4FBA-912E-D600627F998E}" srcOrd="0" destOrd="0" presId="urn:microsoft.com/office/officeart/2005/8/layout/default"/>
    <dgm:cxn modelId="{F4867414-7DE0-4BFE-AAD2-AAA4ED4E48A1}" srcId="{4FD347A3-8D93-46D8-92C0-24547DE726F2}" destId="{7DF7D5B1-8FD5-424C-AA12-35A1A3BC3BC9}" srcOrd="1" destOrd="0" parTransId="{C9075018-72ED-420A-AAB8-E0B8EFF76A0E}" sibTransId="{BE8074E3-5216-422D-9874-A49FBF641AC6}"/>
    <dgm:cxn modelId="{70ADF180-C0D9-48A7-887E-09BF1BBEA1C5}" srcId="{4FD347A3-8D93-46D8-92C0-24547DE726F2}" destId="{282D4974-B89D-4153-881E-5680D436ED19}" srcOrd="4" destOrd="0" parTransId="{D2178808-5EC8-46EB-9F52-D189B66AE313}" sibTransId="{0A5DF8B7-2117-4AD3-A534-287E5414B34B}"/>
    <dgm:cxn modelId="{14C6F1FF-FE59-4080-9978-56DAFB68AA38}" srcId="{4FD347A3-8D93-46D8-92C0-24547DE726F2}" destId="{177E9773-E461-4E51-A723-C208DAC9594E}" srcOrd="6" destOrd="0" parTransId="{9F0DC17F-6629-4A3A-946B-7F5F4BC36ACA}" sibTransId="{5DEB0DE0-1F7F-42E0-9C2D-4C7523780002}"/>
    <dgm:cxn modelId="{B7868D59-00C1-4A73-A9D1-C720EC23C192}" type="presOf" srcId="{3683F998-4CC4-48C4-B57D-19BA38F65FF3}" destId="{37A17EC2-2897-4FE5-90C2-AA89D6769956}" srcOrd="0" destOrd="0" presId="urn:microsoft.com/office/officeart/2005/8/layout/default"/>
    <dgm:cxn modelId="{B3A8B2A1-825F-4ADC-A1DC-AD6C3740C4FE}" srcId="{4FD347A3-8D93-46D8-92C0-24547DE726F2}" destId="{D4BC4943-3186-477D-89AE-F08BF2C80F73}" srcOrd="0" destOrd="0" parTransId="{7AD9C7F2-10D8-4770-AE80-DE19D529FE8C}" sibTransId="{0DCA698F-8A1C-46B7-85C6-33D895A618F9}"/>
    <dgm:cxn modelId="{72911D2F-C97B-4474-9C0C-DBCED03F88FD}" type="presOf" srcId="{D4BC4943-3186-477D-89AE-F08BF2C80F73}" destId="{E8B8DFDA-6B50-4B8E-9222-9D442CE62CF6}" srcOrd="0" destOrd="0" presId="urn:microsoft.com/office/officeart/2005/8/layout/default"/>
    <dgm:cxn modelId="{E3DA62E5-768E-4D1C-B2A1-C71B57CB0586}" srcId="{4FD347A3-8D93-46D8-92C0-24547DE726F2}" destId="{DDC76224-700F-4015-AC93-009DC6B4DDE9}" srcOrd="2" destOrd="0" parTransId="{DEB350B2-C1D2-41C9-A72A-E3AF5FA27AD6}" sibTransId="{2FCC4116-D39B-49BE-9241-D630B816696C}"/>
    <dgm:cxn modelId="{7FC3725E-6E49-4AB0-A6DF-C74720A87829}" type="presOf" srcId="{5ABCCC74-F68A-4D29-8517-6BC172E40EB1}" destId="{E283DC88-9DC8-4380-9479-8D426E26952C}" srcOrd="0" destOrd="0" presId="urn:microsoft.com/office/officeart/2005/8/layout/default"/>
    <dgm:cxn modelId="{7CD36DAE-9F1C-4999-A769-FECF053B0113}" type="presOf" srcId="{7DF7D5B1-8FD5-424C-AA12-35A1A3BC3BC9}" destId="{276F93D8-8E1B-4D47-9746-63B9EE590ACF}" srcOrd="0" destOrd="0" presId="urn:microsoft.com/office/officeart/2005/8/layout/default"/>
    <dgm:cxn modelId="{8BD65819-BB66-4796-943C-3E1EF8750288}" srcId="{4FD347A3-8D93-46D8-92C0-24547DE726F2}" destId="{5ABCCC74-F68A-4D29-8517-6BC172E40EB1}" srcOrd="3" destOrd="0" parTransId="{EA88684B-F37E-4223-95B1-43EB82792EE9}" sibTransId="{F4E2094C-6A99-4FEE-87F0-0FAA34DAB396}"/>
    <dgm:cxn modelId="{62F60806-AFB3-411F-9547-9ABA44AA3A0D}" srcId="{4FD347A3-8D93-46D8-92C0-24547DE726F2}" destId="{3683F998-4CC4-48C4-B57D-19BA38F65FF3}" srcOrd="5" destOrd="0" parTransId="{E791CA46-EDAB-4EF4-8851-D3F16525D058}" sibTransId="{BF80EC54-37F8-43F6-A347-70CB29ED11A3}"/>
    <dgm:cxn modelId="{82D11CB4-9F1E-4CB5-BFD5-900A9E39AE3C}" type="presOf" srcId="{177E9773-E461-4E51-A723-C208DAC9594E}" destId="{669B102B-B5BF-4B69-8A9E-8756E4D264EE}" srcOrd="0" destOrd="0" presId="urn:microsoft.com/office/officeart/2005/8/layout/default"/>
    <dgm:cxn modelId="{396F5010-0413-4E50-B6F2-057083E89947}" type="presParOf" srcId="{B7072F21-9497-4FBA-912E-D600627F998E}" destId="{E8B8DFDA-6B50-4B8E-9222-9D442CE62CF6}" srcOrd="0" destOrd="0" presId="urn:microsoft.com/office/officeart/2005/8/layout/default"/>
    <dgm:cxn modelId="{32DE0AB3-C1D6-437B-9159-9F78BEE02DAF}" type="presParOf" srcId="{B7072F21-9497-4FBA-912E-D600627F998E}" destId="{C1F32282-51FE-4160-A780-509D5C3C49C1}" srcOrd="1" destOrd="0" presId="urn:microsoft.com/office/officeart/2005/8/layout/default"/>
    <dgm:cxn modelId="{AC59F002-19E6-4719-BC5C-0A4ED3A604AB}" type="presParOf" srcId="{B7072F21-9497-4FBA-912E-D600627F998E}" destId="{276F93D8-8E1B-4D47-9746-63B9EE590ACF}" srcOrd="2" destOrd="0" presId="urn:microsoft.com/office/officeart/2005/8/layout/default"/>
    <dgm:cxn modelId="{5EE1EE69-FC27-44C7-8FBA-91345A114A82}" type="presParOf" srcId="{B7072F21-9497-4FBA-912E-D600627F998E}" destId="{370B2D96-5C34-41B6-979F-7524802B9FED}" srcOrd="3" destOrd="0" presId="urn:microsoft.com/office/officeart/2005/8/layout/default"/>
    <dgm:cxn modelId="{C37189B4-A067-4964-9C34-B4F9FFF9BB4A}" type="presParOf" srcId="{B7072F21-9497-4FBA-912E-D600627F998E}" destId="{3BC79B66-B7D5-4330-ADBD-1D159FFF8ACD}" srcOrd="4" destOrd="0" presId="urn:microsoft.com/office/officeart/2005/8/layout/default"/>
    <dgm:cxn modelId="{B154AF31-E1A4-4F33-B5B2-B39898319A62}" type="presParOf" srcId="{B7072F21-9497-4FBA-912E-D600627F998E}" destId="{2C00C5FF-6007-4CC4-A7F6-08C397C84238}" srcOrd="5" destOrd="0" presId="urn:microsoft.com/office/officeart/2005/8/layout/default"/>
    <dgm:cxn modelId="{6E2FAE1E-5DFB-4506-8020-300B97A0DD8B}" type="presParOf" srcId="{B7072F21-9497-4FBA-912E-D600627F998E}" destId="{E283DC88-9DC8-4380-9479-8D426E26952C}" srcOrd="6" destOrd="0" presId="urn:microsoft.com/office/officeart/2005/8/layout/default"/>
    <dgm:cxn modelId="{689A6F7F-81FF-46B9-AED1-7D7D22F3E680}" type="presParOf" srcId="{B7072F21-9497-4FBA-912E-D600627F998E}" destId="{A83918B1-1DFA-4BDD-B30B-5513EC39ADA4}" srcOrd="7" destOrd="0" presId="urn:microsoft.com/office/officeart/2005/8/layout/default"/>
    <dgm:cxn modelId="{5A73E0D4-BAA6-4816-8B6D-D61794C5B839}" type="presParOf" srcId="{B7072F21-9497-4FBA-912E-D600627F998E}" destId="{80AA7A41-58E2-4B93-BB2C-16F604F615AF}" srcOrd="8" destOrd="0" presId="urn:microsoft.com/office/officeart/2005/8/layout/default"/>
    <dgm:cxn modelId="{8CE61053-EBEF-4A6A-8C18-0224166483E4}" type="presParOf" srcId="{B7072F21-9497-4FBA-912E-D600627F998E}" destId="{B03D61CB-C097-4D23-8DE2-97BCCF727256}" srcOrd="9" destOrd="0" presId="urn:microsoft.com/office/officeart/2005/8/layout/default"/>
    <dgm:cxn modelId="{3CD2CD28-6F5E-4AA4-BDE6-2CABCA66A2D3}" type="presParOf" srcId="{B7072F21-9497-4FBA-912E-D600627F998E}" destId="{37A17EC2-2897-4FE5-90C2-AA89D6769956}" srcOrd="10" destOrd="0" presId="urn:microsoft.com/office/officeart/2005/8/layout/default"/>
    <dgm:cxn modelId="{62AABF14-4E96-4C84-AD60-556E53F2386E}" type="presParOf" srcId="{B7072F21-9497-4FBA-912E-D600627F998E}" destId="{FB3F033C-3130-4F67-ADF3-D6558FB65E84}" srcOrd="11" destOrd="0" presId="urn:microsoft.com/office/officeart/2005/8/layout/default"/>
    <dgm:cxn modelId="{D2644836-3905-4E2A-A937-A3E769876ACD}" type="presParOf" srcId="{B7072F21-9497-4FBA-912E-D600627F998E}" destId="{669B102B-B5BF-4B69-8A9E-8756E4D264EE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AEEF01-78C4-4CD0-A19D-C34CC8FD380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590DB26-1065-4633-82E6-2BF5B8AF29EA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соответствие Сертификационному базису и СТУ (при необходимости);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8F44B56E-1C96-46B7-93DA-3AF4AE87BD83}" type="parTrans" cxnId="{A157B410-E828-44E5-8102-98B64525B8A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70B595E-6CDE-4E90-BEB4-C6B6A8351555}" type="sibTrans" cxnId="{A157B410-E828-44E5-8102-98B64525B8A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89566AC-9D01-4F37-B242-3B9F35698DAC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надёжность и долговечность при заявленных режимах работы;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442EE11-9310-4EDE-9DA9-7F96F5CF148A}" type="parTrans" cxnId="{C70F5313-6F0D-434A-8A28-EDAF5254788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17E4B16-8853-435E-8393-58812F9950FD}" type="sibTrans" cxnId="{C70F5313-6F0D-434A-8A28-EDAF5254788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30DF10E-87C3-43F1-A6E6-3B750F911F74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устойчивость к внешним воздействиям (вибрация, перепады температур, влажность);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605365B-0303-45B3-A89B-35EFFA88ACC1}" type="parTrans" cxnId="{D505ECA8-5CDD-4491-8F99-4E9FAE6C9D1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F830F12-E7BD-499B-A12F-681F0F8AD1A9}" type="sibTrans" cxnId="{D505ECA8-5CDD-4491-8F99-4E9FAE6C9D1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43BA0E6-A793-40C3-AB44-EDF408D53D2A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безопасность при отказах (минимизация последствий для БВС и окружающей среды);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DD66871-3B9A-411A-95A7-14835A8B4709}" type="parTrans" cxnId="{FABFF86A-7CBD-45E0-AC4B-FF269375D72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F34D147-23C1-4716-8205-8C09AB89C2D5}" type="sibTrans" cxnId="{FABFF86A-7CBD-45E0-AC4B-FF269375D72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4E2D8A0-1BE8-492B-9EED-F77D00DBCC96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эффективность использования топлива/энергии;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4A95191-D4B6-4081-B911-1CE8BDAE7C94}" type="parTrans" cxnId="{14CC624E-3531-46DB-8076-2BAF73AFDD3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BB9DC99-0816-4925-B8AB-133A30ABA585}" type="sibTrans" cxnId="{14CC624E-3531-46DB-8076-2BAF73AFDD38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4BF9733-6945-4804-BD0A-91A6583E20BE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совместимость с системами управления и энергоснабжения;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3A89FAE-AF7D-4789-9F91-58A275509B19}" type="parTrans" cxnId="{A64B30F3-9687-49AC-9E31-96A7785F781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73D8E40-A3AE-46F7-AFF5-7A42AB543C5F}" type="sibTrans" cxnId="{A64B30F3-9687-49AC-9E31-96A7785F781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3D0DE12-0FF8-4F18-8041-9AB37A771B07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для критических двигателей - особые меры резервирования и защиты.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269ED867-025C-4488-A863-2ADC06DEDDB8}" type="parTrans" cxnId="{691F7DD4-C5B4-4206-A5AC-F79E10A9874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736B7B0-D6D0-4A24-BFC2-E23354A57133}" type="sibTrans" cxnId="{691F7DD4-C5B4-4206-A5AC-F79E10A9874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A4B01FD-EE76-4F3B-91D6-1534B5E86B1B}" type="pres">
      <dgm:prSet presAssocID="{96AEEF01-78C4-4CD0-A19D-C34CC8FD380A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E145316-5A01-44A3-AF29-98B15BB331FB}" type="pres">
      <dgm:prSet presAssocID="{5590DB26-1065-4633-82E6-2BF5B8AF29EA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2A52924-750E-46F6-823E-585EBC33343B}" type="pres">
      <dgm:prSet presAssocID="{A70B595E-6CDE-4E90-BEB4-C6B6A8351555}" presName="sibTrans" presStyleCnt="0"/>
      <dgm:spPr/>
    </dgm:pt>
    <dgm:pt modelId="{BF864794-E5AA-474A-8FFB-B8311983E27E}" type="pres">
      <dgm:prSet presAssocID="{B89566AC-9D01-4F37-B242-3B9F35698DAC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4C74653-A9EF-423A-A47B-2593920F684C}" type="pres">
      <dgm:prSet presAssocID="{417E4B16-8853-435E-8393-58812F9950FD}" presName="sibTrans" presStyleCnt="0"/>
      <dgm:spPr/>
    </dgm:pt>
    <dgm:pt modelId="{47016026-78EF-4ED7-8225-3A20D4C25A74}" type="pres">
      <dgm:prSet presAssocID="{B30DF10E-87C3-43F1-A6E6-3B750F911F74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B917993-EC36-478A-9CFB-05D45595B621}" type="pres">
      <dgm:prSet presAssocID="{3F830F12-E7BD-499B-A12F-681F0F8AD1A9}" presName="sibTrans" presStyleCnt="0"/>
      <dgm:spPr/>
    </dgm:pt>
    <dgm:pt modelId="{84009437-1CC6-4B1E-9542-8266A3608A06}" type="pres">
      <dgm:prSet presAssocID="{D43BA0E6-A793-40C3-AB44-EDF408D53D2A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95FDC5F-3424-4586-B45A-AE166EA7BD98}" type="pres">
      <dgm:prSet presAssocID="{8F34D147-23C1-4716-8205-8C09AB89C2D5}" presName="sibTrans" presStyleCnt="0"/>
      <dgm:spPr/>
    </dgm:pt>
    <dgm:pt modelId="{C2264535-15CB-4989-840A-CE3CEFC8B45C}" type="pres">
      <dgm:prSet presAssocID="{04E2D8A0-1BE8-492B-9EED-F77D00DBCC96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F480273-C984-4EBA-9A2F-63E27C4FD6EC}" type="pres">
      <dgm:prSet presAssocID="{BBB9DC99-0816-4925-B8AB-133A30ABA585}" presName="sibTrans" presStyleCnt="0"/>
      <dgm:spPr/>
    </dgm:pt>
    <dgm:pt modelId="{29E4E9D3-75A2-4880-B676-B4D128312E93}" type="pres">
      <dgm:prSet presAssocID="{04BF9733-6945-4804-BD0A-91A6583E20BE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1D00D66-73DA-4440-A015-1312A7E6266D}" type="pres">
      <dgm:prSet presAssocID="{B73D8E40-A3AE-46F7-AFF5-7A42AB543C5F}" presName="sibTrans" presStyleCnt="0"/>
      <dgm:spPr/>
    </dgm:pt>
    <dgm:pt modelId="{A319B367-9220-4894-A5FB-AABC7878FF53}" type="pres">
      <dgm:prSet presAssocID="{03D0DE12-0FF8-4F18-8041-9AB37A771B07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6DD540E-1908-4D25-9497-C2FA7407B94D}" type="presOf" srcId="{03D0DE12-0FF8-4F18-8041-9AB37A771B07}" destId="{A319B367-9220-4894-A5FB-AABC7878FF53}" srcOrd="0" destOrd="0" presId="urn:microsoft.com/office/officeart/2005/8/layout/default"/>
    <dgm:cxn modelId="{31AB21FD-D159-4EC7-A70B-79C964025ADD}" type="presOf" srcId="{96AEEF01-78C4-4CD0-A19D-C34CC8FD380A}" destId="{0A4B01FD-EE76-4F3B-91D6-1534B5E86B1B}" srcOrd="0" destOrd="0" presId="urn:microsoft.com/office/officeart/2005/8/layout/default"/>
    <dgm:cxn modelId="{A157B410-E828-44E5-8102-98B64525B8AA}" srcId="{96AEEF01-78C4-4CD0-A19D-C34CC8FD380A}" destId="{5590DB26-1065-4633-82E6-2BF5B8AF29EA}" srcOrd="0" destOrd="0" parTransId="{8F44B56E-1C96-46B7-93DA-3AF4AE87BD83}" sibTransId="{A70B595E-6CDE-4E90-BEB4-C6B6A8351555}"/>
    <dgm:cxn modelId="{FABFF86A-7CBD-45E0-AC4B-FF269375D724}" srcId="{96AEEF01-78C4-4CD0-A19D-C34CC8FD380A}" destId="{D43BA0E6-A793-40C3-AB44-EDF408D53D2A}" srcOrd="3" destOrd="0" parTransId="{1DD66871-3B9A-411A-95A7-14835A8B4709}" sibTransId="{8F34D147-23C1-4716-8205-8C09AB89C2D5}"/>
    <dgm:cxn modelId="{E126474F-1271-4ED9-9841-87E44328AB5A}" type="presOf" srcId="{B89566AC-9D01-4F37-B242-3B9F35698DAC}" destId="{BF864794-E5AA-474A-8FFB-B8311983E27E}" srcOrd="0" destOrd="0" presId="urn:microsoft.com/office/officeart/2005/8/layout/default"/>
    <dgm:cxn modelId="{FB129C96-5425-4FA9-A362-1EA37934C12A}" type="presOf" srcId="{04E2D8A0-1BE8-492B-9EED-F77D00DBCC96}" destId="{C2264535-15CB-4989-840A-CE3CEFC8B45C}" srcOrd="0" destOrd="0" presId="urn:microsoft.com/office/officeart/2005/8/layout/default"/>
    <dgm:cxn modelId="{C238942B-8063-4CEA-83E6-10E5CCBC9E9F}" type="presOf" srcId="{04BF9733-6945-4804-BD0A-91A6583E20BE}" destId="{29E4E9D3-75A2-4880-B676-B4D128312E93}" srcOrd="0" destOrd="0" presId="urn:microsoft.com/office/officeart/2005/8/layout/default"/>
    <dgm:cxn modelId="{691F7DD4-C5B4-4206-A5AC-F79E10A98743}" srcId="{96AEEF01-78C4-4CD0-A19D-C34CC8FD380A}" destId="{03D0DE12-0FF8-4F18-8041-9AB37A771B07}" srcOrd="6" destOrd="0" parTransId="{269ED867-025C-4488-A863-2ADC06DEDDB8}" sibTransId="{8736B7B0-D6D0-4A24-BFC2-E23354A57133}"/>
    <dgm:cxn modelId="{A64B30F3-9687-49AC-9E31-96A7785F7819}" srcId="{96AEEF01-78C4-4CD0-A19D-C34CC8FD380A}" destId="{04BF9733-6945-4804-BD0A-91A6583E20BE}" srcOrd="5" destOrd="0" parTransId="{73A89FAE-AF7D-4789-9F91-58A275509B19}" sibTransId="{B73D8E40-A3AE-46F7-AFF5-7A42AB543C5F}"/>
    <dgm:cxn modelId="{14CC624E-3531-46DB-8076-2BAF73AFDD38}" srcId="{96AEEF01-78C4-4CD0-A19D-C34CC8FD380A}" destId="{04E2D8A0-1BE8-492B-9EED-F77D00DBCC96}" srcOrd="4" destOrd="0" parTransId="{34A95191-D4B6-4081-B911-1CE8BDAE7C94}" sibTransId="{BBB9DC99-0816-4925-B8AB-133A30ABA585}"/>
    <dgm:cxn modelId="{61D559D5-727E-49B9-8446-8A7D956BD280}" type="presOf" srcId="{B30DF10E-87C3-43F1-A6E6-3B750F911F74}" destId="{47016026-78EF-4ED7-8225-3A20D4C25A74}" srcOrd="0" destOrd="0" presId="urn:microsoft.com/office/officeart/2005/8/layout/default"/>
    <dgm:cxn modelId="{D505ECA8-5CDD-4491-8F99-4E9FAE6C9D1D}" srcId="{96AEEF01-78C4-4CD0-A19D-C34CC8FD380A}" destId="{B30DF10E-87C3-43F1-A6E6-3B750F911F74}" srcOrd="2" destOrd="0" parTransId="{C605365B-0303-45B3-A89B-35EFFA88ACC1}" sibTransId="{3F830F12-E7BD-499B-A12F-681F0F8AD1A9}"/>
    <dgm:cxn modelId="{D19F817C-BE5E-418B-BADD-B63532328E6E}" type="presOf" srcId="{5590DB26-1065-4633-82E6-2BF5B8AF29EA}" destId="{3E145316-5A01-44A3-AF29-98B15BB331FB}" srcOrd="0" destOrd="0" presId="urn:microsoft.com/office/officeart/2005/8/layout/default"/>
    <dgm:cxn modelId="{C70F5313-6F0D-434A-8A28-EDAF52547884}" srcId="{96AEEF01-78C4-4CD0-A19D-C34CC8FD380A}" destId="{B89566AC-9D01-4F37-B242-3B9F35698DAC}" srcOrd="1" destOrd="0" parTransId="{4442EE11-9310-4EDE-9DA9-7F96F5CF148A}" sibTransId="{417E4B16-8853-435E-8393-58812F9950FD}"/>
    <dgm:cxn modelId="{29E2A536-2463-4343-9417-0FCFAB2B258C}" type="presOf" srcId="{D43BA0E6-A793-40C3-AB44-EDF408D53D2A}" destId="{84009437-1CC6-4B1E-9542-8266A3608A06}" srcOrd="0" destOrd="0" presId="urn:microsoft.com/office/officeart/2005/8/layout/default"/>
    <dgm:cxn modelId="{EE5B2B36-3DF8-440D-B9DB-FCA95D0F0B98}" type="presParOf" srcId="{0A4B01FD-EE76-4F3B-91D6-1534B5E86B1B}" destId="{3E145316-5A01-44A3-AF29-98B15BB331FB}" srcOrd="0" destOrd="0" presId="urn:microsoft.com/office/officeart/2005/8/layout/default"/>
    <dgm:cxn modelId="{EDCB0A19-D5E5-43A6-8980-9782A98BFE2A}" type="presParOf" srcId="{0A4B01FD-EE76-4F3B-91D6-1534B5E86B1B}" destId="{02A52924-750E-46F6-823E-585EBC33343B}" srcOrd="1" destOrd="0" presId="urn:microsoft.com/office/officeart/2005/8/layout/default"/>
    <dgm:cxn modelId="{7826DC46-CA31-4C15-BD9C-85CA705961AD}" type="presParOf" srcId="{0A4B01FD-EE76-4F3B-91D6-1534B5E86B1B}" destId="{BF864794-E5AA-474A-8FFB-B8311983E27E}" srcOrd="2" destOrd="0" presId="urn:microsoft.com/office/officeart/2005/8/layout/default"/>
    <dgm:cxn modelId="{59DEB461-9785-4B76-93FA-E91D64D3CC94}" type="presParOf" srcId="{0A4B01FD-EE76-4F3B-91D6-1534B5E86B1B}" destId="{74C74653-A9EF-423A-A47B-2593920F684C}" srcOrd="3" destOrd="0" presId="urn:microsoft.com/office/officeart/2005/8/layout/default"/>
    <dgm:cxn modelId="{A9B3949B-22C0-4D8F-A056-FEC9BE2EE37C}" type="presParOf" srcId="{0A4B01FD-EE76-4F3B-91D6-1534B5E86B1B}" destId="{47016026-78EF-4ED7-8225-3A20D4C25A74}" srcOrd="4" destOrd="0" presId="urn:microsoft.com/office/officeart/2005/8/layout/default"/>
    <dgm:cxn modelId="{1340FDAC-6FC5-4F38-9E49-8C0459A6110F}" type="presParOf" srcId="{0A4B01FD-EE76-4F3B-91D6-1534B5E86B1B}" destId="{8B917993-EC36-478A-9CFB-05D45595B621}" srcOrd="5" destOrd="0" presId="urn:microsoft.com/office/officeart/2005/8/layout/default"/>
    <dgm:cxn modelId="{80F55BD6-E2B1-4C76-9C42-016295148CF1}" type="presParOf" srcId="{0A4B01FD-EE76-4F3B-91D6-1534B5E86B1B}" destId="{84009437-1CC6-4B1E-9542-8266A3608A06}" srcOrd="6" destOrd="0" presId="urn:microsoft.com/office/officeart/2005/8/layout/default"/>
    <dgm:cxn modelId="{11535F81-CE88-4FBE-B15C-AE072FAD8326}" type="presParOf" srcId="{0A4B01FD-EE76-4F3B-91D6-1534B5E86B1B}" destId="{595FDC5F-3424-4586-B45A-AE166EA7BD98}" srcOrd="7" destOrd="0" presId="urn:microsoft.com/office/officeart/2005/8/layout/default"/>
    <dgm:cxn modelId="{F0CB5DB5-2877-410A-A0C5-4CB568FDBB8D}" type="presParOf" srcId="{0A4B01FD-EE76-4F3B-91D6-1534B5E86B1B}" destId="{C2264535-15CB-4989-840A-CE3CEFC8B45C}" srcOrd="8" destOrd="0" presId="urn:microsoft.com/office/officeart/2005/8/layout/default"/>
    <dgm:cxn modelId="{539932FF-3EF4-43E7-B9A7-C096FDF29D21}" type="presParOf" srcId="{0A4B01FD-EE76-4F3B-91D6-1534B5E86B1B}" destId="{CF480273-C984-4EBA-9A2F-63E27C4FD6EC}" srcOrd="9" destOrd="0" presId="urn:microsoft.com/office/officeart/2005/8/layout/default"/>
    <dgm:cxn modelId="{3CF6C1CA-CE09-43E1-B9E6-DAE66156D848}" type="presParOf" srcId="{0A4B01FD-EE76-4F3B-91D6-1534B5E86B1B}" destId="{29E4E9D3-75A2-4880-B676-B4D128312E93}" srcOrd="10" destOrd="0" presId="urn:microsoft.com/office/officeart/2005/8/layout/default"/>
    <dgm:cxn modelId="{99A42E61-3D4B-4A05-B53A-FC3BFF6FD1B8}" type="presParOf" srcId="{0A4B01FD-EE76-4F3B-91D6-1534B5E86B1B}" destId="{41D00D66-73DA-4440-A015-1312A7E6266D}" srcOrd="11" destOrd="0" presId="urn:microsoft.com/office/officeart/2005/8/layout/default"/>
    <dgm:cxn modelId="{590F75B6-E333-4FF5-A71E-160D40C2D05B}" type="presParOf" srcId="{0A4B01FD-EE76-4F3B-91D6-1534B5E86B1B}" destId="{A319B367-9220-4894-A5FB-AABC7878FF53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FED7EA-1235-4DAE-8094-4AB9B741116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5512089-2F37-424B-9E3A-3271DA15E345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стендовые испытания (на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вибростолах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, климатических камерах);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3769C275-607A-4F98-8C8D-48A71066FCFB}" type="parTrans" cxnId="{58733D2E-3B39-41BC-BD2A-F9A741EE635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D81FDEB-8539-487B-BFA3-89AF3985A850}" type="sibTrans" cxnId="{58733D2E-3B39-41BC-BD2A-F9A741EE635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436D323-1BAA-4773-B2B6-C0B7674B458F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моделирование аварийных ситуаций (отказы двигателей, потеря связи);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995A173-95C7-40E3-AF8A-71C2E81F349C}" type="parTrans" cxnId="{E1D99E85-B8A8-4690-B491-E74DCB5A667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E2C9498-791C-45AC-8C53-D546545F80FE}" type="sibTrans" cxnId="{E1D99E85-B8A8-4690-B491-E74DCB5A667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99E39D4-93D6-48E9-9424-F960979D8DDE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полёты в тестовых зонах с контролем параметров в реальном времени;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D9D6B83-730A-43C9-99A4-80D34EA166BD}" type="parTrans" cxnId="{7A516735-5C9D-40FE-9ABD-A8AD68B64E4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A4CD7E1-C4FC-4AA0-B73C-D77C676050C3}" type="sibTrans" cxnId="{7A516735-5C9D-40FE-9ABD-A8AD68B64E4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9DF0463-37D9-4E49-B495-5F39EE3FC412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анализ логов и телеметрии после полётов;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2F3EC86-2D31-4261-BD13-D3EA3DF9EDDB}" type="parTrans" cxnId="{A82C58C7-9CA1-44A9-AE54-A640E2A3B17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41ADC40-E4F8-4657-8F1E-6A7089CAC646}" type="sibTrans" cxnId="{A82C58C7-9CA1-44A9-AE54-A640E2A3B17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2D6F2D7-D9C7-40BE-A49E-4EBE0B3C140D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краш-тесты и испытания на ударопрочность;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7A3E9C2-BD1E-4075-9268-1A151ADC3558}" type="parTrans" cxnId="{16C2C6FC-E03F-4CD3-B9DA-FA86238B612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8A2EBBF-A580-4799-8D31-E98C95219810}" type="sibTrans" cxnId="{16C2C6FC-E03F-4CD3-B9DA-FA86238B612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1E328B1-E015-4A31-862B-65C38016EB44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тестирование программного обеспечения (включая стресс-тестирование).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7E924BD-C8DD-4EB6-9D2F-4874B155F8B6}" type="parTrans" cxnId="{0510A83A-379B-473D-A524-CEA1DC397C6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2079FC6-7993-4CCD-8298-EF1232DC94D8}" type="sibTrans" cxnId="{0510A83A-379B-473D-A524-CEA1DC397C6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55FC154-6600-49C0-9A7D-E14F4CF72515}" type="pres">
      <dgm:prSet presAssocID="{90FED7EA-1235-4DAE-8094-4AB9B741116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2BA2F88-C9B0-40CA-B236-CA16D589E196}" type="pres">
      <dgm:prSet presAssocID="{A5512089-2F37-424B-9E3A-3271DA15E345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ACF5EDB-4F53-4A17-B2F4-1F63F8366ACE}" type="pres">
      <dgm:prSet presAssocID="{4D81FDEB-8539-487B-BFA3-89AF3985A850}" presName="sibTrans" presStyleCnt="0"/>
      <dgm:spPr/>
    </dgm:pt>
    <dgm:pt modelId="{225B2605-3456-4102-95F2-1123EFF10BA6}" type="pres">
      <dgm:prSet presAssocID="{A436D323-1BAA-4773-B2B6-C0B7674B458F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26DCE4E-169F-41A5-BC55-81F5D8E6E3DF}" type="pres">
      <dgm:prSet presAssocID="{0E2C9498-791C-45AC-8C53-D546545F80FE}" presName="sibTrans" presStyleCnt="0"/>
      <dgm:spPr/>
    </dgm:pt>
    <dgm:pt modelId="{729E7B27-1170-4CE6-BB5B-F0D566AA5711}" type="pres">
      <dgm:prSet presAssocID="{799E39D4-93D6-48E9-9424-F960979D8DDE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19D6233-5BD3-4F06-8FCB-602814E588C3}" type="pres">
      <dgm:prSet presAssocID="{1A4CD7E1-C4FC-4AA0-B73C-D77C676050C3}" presName="sibTrans" presStyleCnt="0"/>
      <dgm:spPr/>
    </dgm:pt>
    <dgm:pt modelId="{E4A59D1A-CEDB-49AA-9183-579F12194B0F}" type="pres">
      <dgm:prSet presAssocID="{79DF0463-37D9-4E49-B495-5F39EE3FC412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F735054-1E19-4865-9D30-265C5EBBC744}" type="pres">
      <dgm:prSet presAssocID="{F41ADC40-E4F8-4657-8F1E-6A7089CAC646}" presName="sibTrans" presStyleCnt="0"/>
      <dgm:spPr/>
    </dgm:pt>
    <dgm:pt modelId="{0E8CF0C7-7855-4D19-AAE8-326212F3A5B4}" type="pres">
      <dgm:prSet presAssocID="{72D6F2D7-D9C7-40BE-A49E-4EBE0B3C140D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C9570A-5837-4537-9589-F046E5F5D017}" type="pres">
      <dgm:prSet presAssocID="{68A2EBBF-A580-4799-8D31-E98C95219810}" presName="sibTrans" presStyleCnt="0"/>
      <dgm:spPr/>
    </dgm:pt>
    <dgm:pt modelId="{777BE9B7-C586-4E5A-B85F-76CD842FAA89}" type="pres">
      <dgm:prSet presAssocID="{D1E328B1-E015-4A31-862B-65C38016EB44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1D99E85-B8A8-4690-B491-E74DCB5A6677}" srcId="{90FED7EA-1235-4DAE-8094-4AB9B7411160}" destId="{A436D323-1BAA-4773-B2B6-C0B7674B458F}" srcOrd="1" destOrd="0" parTransId="{3995A173-95C7-40E3-AF8A-71C2E81F349C}" sibTransId="{0E2C9498-791C-45AC-8C53-D546545F80FE}"/>
    <dgm:cxn modelId="{0510A83A-379B-473D-A524-CEA1DC397C63}" srcId="{90FED7EA-1235-4DAE-8094-4AB9B7411160}" destId="{D1E328B1-E015-4A31-862B-65C38016EB44}" srcOrd="5" destOrd="0" parTransId="{17E924BD-C8DD-4EB6-9D2F-4874B155F8B6}" sibTransId="{02079FC6-7993-4CCD-8298-EF1232DC94D8}"/>
    <dgm:cxn modelId="{DEC1836D-3723-49A6-9629-905C6993E2F2}" type="presOf" srcId="{A436D323-1BAA-4773-B2B6-C0B7674B458F}" destId="{225B2605-3456-4102-95F2-1123EFF10BA6}" srcOrd="0" destOrd="0" presId="urn:microsoft.com/office/officeart/2005/8/layout/default"/>
    <dgm:cxn modelId="{912E0382-3105-4266-8E71-40260FB695FB}" type="presOf" srcId="{90FED7EA-1235-4DAE-8094-4AB9B7411160}" destId="{D55FC154-6600-49C0-9A7D-E14F4CF72515}" srcOrd="0" destOrd="0" presId="urn:microsoft.com/office/officeart/2005/8/layout/default"/>
    <dgm:cxn modelId="{C2054CE7-B235-44AB-9DFB-3DBA2B79EF25}" type="presOf" srcId="{799E39D4-93D6-48E9-9424-F960979D8DDE}" destId="{729E7B27-1170-4CE6-BB5B-F0D566AA5711}" srcOrd="0" destOrd="0" presId="urn:microsoft.com/office/officeart/2005/8/layout/default"/>
    <dgm:cxn modelId="{7A516735-5C9D-40FE-9ABD-A8AD68B64E45}" srcId="{90FED7EA-1235-4DAE-8094-4AB9B7411160}" destId="{799E39D4-93D6-48E9-9424-F960979D8DDE}" srcOrd="2" destOrd="0" parTransId="{AD9D6B83-730A-43C9-99A4-80D34EA166BD}" sibTransId="{1A4CD7E1-C4FC-4AA0-B73C-D77C676050C3}"/>
    <dgm:cxn modelId="{A82C58C7-9CA1-44A9-AE54-A640E2A3B174}" srcId="{90FED7EA-1235-4DAE-8094-4AB9B7411160}" destId="{79DF0463-37D9-4E49-B495-5F39EE3FC412}" srcOrd="3" destOrd="0" parTransId="{A2F3EC86-2D31-4261-BD13-D3EA3DF9EDDB}" sibTransId="{F41ADC40-E4F8-4657-8F1E-6A7089CAC646}"/>
    <dgm:cxn modelId="{58733D2E-3B39-41BC-BD2A-F9A741EE6350}" srcId="{90FED7EA-1235-4DAE-8094-4AB9B7411160}" destId="{A5512089-2F37-424B-9E3A-3271DA15E345}" srcOrd="0" destOrd="0" parTransId="{3769C275-607A-4F98-8C8D-48A71066FCFB}" sibTransId="{4D81FDEB-8539-487B-BFA3-89AF3985A850}"/>
    <dgm:cxn modelId="{F9D2173E-3B9B-4802-88F2-1EB215E77B70}" type="presOf" srcId="{72D6F2D7-D9C7-40BE-A49E-4EBE0B3C140D}" destId="{0E8CF0C7-7855-4D19-AAE8-326212F3A5B4}" srcOrd="0" destOrd="0" presId="urn:microsoft.com/office/officeart/2005/8/layout/default"/>
    <dgm:cxn modelId="{16C2C6FC-E03F-4CD3-B9DA-FA86238B612D}" srcId="{90FED7EA-1235-4DAE-8094-4AB9B7411160}" destId="{72D6F2D7-D9C7-40BE-A49E-4EBE0B3C140D}" srcOrd="4" destOrd="0" parTransId="{C7A3E9C2-BD1E-4075-9268-1A151ADC3558}" sibTransId="{68A2EBBF-A580-4799-8D31-E98C95219810}"/>
    <dgm:cxn modelId="{17A14CEC-8B46-48B5-ACD7-E76CF67E0E9D}" type="presOf" srcId="{A5512089-2F37-424B-9E3A-3271DA15E345}" destId="{A2BA2F88-C9B0-40CA-B236-CA16D589E196}" srcOrd="0" destOrd="0" presId="urn:microsoft.com/office/officeart/2005/8/layout/default"/>
    <dgm:cxn modelId="{B8F61023-21DD-491B-846B-C2CDD58126F4}" type="presOf" srcId="{D1E328B1-E015-4A31-862B-65C38016EB44}" destId="{777BE9B7-C586-4E5A-B85F-76CD842FAA89}" srcOrd="0" destOrd="0" presId="urn:microsoft.com/office/officeart/2005/8/layout/default"/>
    <dgm:cxn modelId="{92CCE928-4B32-4FC2-8CD8-86B9AB3B28A9}" type="presOf" srcId="{79DF0463-37D9-4E49-B495-5F39EE3FC412}" destId="{E4A59D1A-CEDB-49AA-9183-579F12194B0F}" srcOrd="0" destOrd="0" presId="urn:microsoft.com/office/officeart/2005/8/layout/default"/>
    <dgm:cxn modelId="{6B26F5D8-D75F-4474-9261-4DFB4FADED3C}" type="presParOf" srcId="{D55FC154-6600-49C0-9A7D-E14F4CF72515}" destId="{A2BA2F88-C9B0-40CA-B236-CA16D589E196}" srcOrd="0" destOrd="0" presId="urn:microsoft.com/office/officeart/2005/8/layout/default"/>
    <dgm:cxn modelId="{049B071A-E6FE-4B39-A29A-1A4C91847BBF}" type="presParOf" srcId="{D55FC154-6600-49C0-9A7D-E14F4CF72515}" destId="{EACF5EDB-4F53-4A17-B2F4-1F63F8366ACE}" srcOrd="1" destOrd="0" presId="urn:microsoft.com/office/officeart/2005/8/layout/default"/>
    <dgm:cxn modelId="{0DFB9853-A075-447B-8979-2AF67CA33F98}" type="presParOf" srcId="{D55FC154-6600-49C0-9A7D-E14F4CF72515}" destId="{225B2605-3456-4102-95F2-1123EFF10BA6}" srcOrd="2" destOrd="0" presId="urn:microsoft.com/office/officeart/2005/8/layout/default"/>
    <dgm:cxn modelId="{FA6A0591-6AD7-4939-80B4-50B85D4D5A28}" type="presParOf" srcId="{D55FC154-6600-49C0-9A7D-E14F4CF72515}" destId="{526DCE4E-169F-41A5-BC55-81F5D8E6E3DF}" srcOrd="3" destOrd="0" presId="urn:microsoft.com/office/officeart/2005/8/layout/default"/>
    <dgm:cxn modelId="{EA849F9B-AB57-453E-AC1E-21677E3DE7AF}" type="presParOf" srcId="{D55FC154-6600-49C0-9A7D-E14F4CF72515}" destId="{729E7B27-1170-4CE6-BB5B-F0D566AA5711}" srcOrd="4" destOrd="0" presId="urn:microsoft.com/office/officeart/2005/8/layout/default"/>
    <dgm:cxn modelId="{B17DA448-80E6-4E0A-94BE-694207BC41D0}" type="presParOf" srcId="{D55FC154-6600-49C0-9A7D-E14F4CF72515}" destId="{B19D6233-5BD3-4F06-8FCB-602814E588C3}" srcOrd="5" destOrd="0" presId="urn:microsoft.com/office/officeart/2005/8/layout/default"/>
    <dgm:cxn modelId="{19C60A2C-EA96-4B99-84BC-C8987AD9D45A}" type="presParOf" srcId="{D55FC154-6600-49C0-9A7D-E14F4CF72515}" destId="{E4A59D1A-CEDB-49AA-9183-579F12194B0F}" srcOrd="6" destOrd="0" presId="urn:microsoft.com/office/officeart/2005/8/layout/default"/>
    <dgm:cxn modelId="{9391E009-4995-4E91-ABFE-1A6387B9B3F8}" type="presParOf" srcId="{D55FC154-6600-49C0-9A7D-E14F4CF72515}" destId="{CF735054-1E19-4865-9D30-265C5EBBC744}" srcOrd="7" destOrd="0" presId="urn:microsoft.com/office/officeart/2005/8/layout/default"/>
    <dgm:cxn modelId="{986F235B-7A48-4DB3-B158-62A1D38D99D5}" type="presParOf" srcId="{D55FC154-6600-49C0-9A7D-E14F4CF72515}" destId="{0E8CF0C7-7855-4D19-AAE8-326212F3A5B4}" srcOrd="8" destOrd="0" presId="urn:microsoft.com/office/officeart/2005/8/layout/default"/>
    <dgm:cxn modelId="{B2BBBF97-6E09-4ACE-8379-218539743C21}" type="presParOf" srcId="{D55FC154-6600-49C0-9A7D-E14F4CF72515}" destId="{31C9570A-5837-4537-9589-F046E5F5D017}" srcOrd="9" destOrd="0" presId="urn:microsoft.com/office/officeart/2005/8/layout/default"/>
    <dgm:cxn modelId="{F83814D5-DFDD-41DB-A675-5073D4F30BDF}" type="presParOf" srcId="{D55FC154-6600-49C0-9A7D-E14F4CF72515}" destId="{777BE9B7-C586-4E5A-B85F-76CD842FAA89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37D6A13-D990-4C6D-BE09-668C24E2270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3471DEC-E718-4FA1-9469-488CCFA11366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соответствие Сертификационному базису и ТР ТС;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CA5F5A3D-550E-4296-A10D-4729BD99BD32}" type="parTrans" cxnId="{5166DB00-ADD8-40EC-822E-598EEA0EF19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289B042-48A0-4A6A-8837-21A35D02CBEC}" type="sibTrans" cxnId="{5166DB00-ADD8-40EC-822E-598EEA0EF19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E49C6DE-4E46-49EA-BC17-74ACE7393876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надёжность и безопасность при заявленных условиях эксплуатации;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08520F6-22C1-4CE0-9BEB-0E5276946444}" type="parTrans" cxnId="{935362D9-FF84-4FBF-B522-63C6DC17C4E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FE58E0C-D863-4515-9C49-31D46302EE40}" type="sibTrans" cxnId="{935362D9-FF84-4FBF-B522-63C6DC17C4E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3CA4989-53C0-4F8F-A032-B2B25F34F275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точность навигации и управления (допустимые отклонения от траектории);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DF55BFC-EDFB-4298-A45A-F2F9DC858CB5}" type="parTrans" cxnId="{F096851A-A8B8-4DB0-BB16-89B5CDE6C8F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7D42942-9030-4133-8E9C-6E91AA75B30F}" type="sibTrans" cxnId="{F096851A-A8B8-4DB0-BB16-89B5CDE6C8F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D5E38F4-654B-4B85-85BC-C601635D99FF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устойчивость к внешним воздействиям и отказам компонентов;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80604B3-F186-45A6-9E0E-65E9ACB55943}" type="parTrans" cxnId="{018C1901-9D0C-495C-9C8D-313BD9510E2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D30A2D1-C151-4156-93F6-595C3531047A}" type="sibTrans" cxnId="{018C1901-9D0C-495C-9C8D-313BD9510E2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51AEBA9-9321-422F-BB7E-EEB8E5E8F976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время реакции систем на аварийные ситуации;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300D0F1-EEA3-4DEB-8D26-AF7689050D7F}" type="parTrans" cxnId="{4A31E8BA-68C0-4B45-8234-816B0AEE653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2AB42AC-2004-4AEA-B7B8-563990A95337}" type="sibTrans" cxnId="{4A31E8BA-68C0-4B45-8234-816B0AEE653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5C11E03-B044-4D1F-8071-F4883C1ECAC9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энергопотребление и продолжительность полёта;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9C74610-A9D5-4BF5-9625-704FD8C58B02}" type="parTrans" cxnId="{B2229A21-DA6D-48C6-AB9F-00D91B1CF69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F00C7E9-0AD9-4A73-B20E-86AD40069BAA}" type="sibTrans" cxnId="{B2229A21-DA6D-48C6-AB9F-00D91B1CF69B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75F0AF5-E398-4EF1-B8C2-2BD2B7D52641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уровень электромагнитных помех, излучаемых БПЛА;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5C4F5FC-5EC8-4BF1-A5BE-F2F2F1FF42AC}" type="parTrans" cxnId="{10606A10-03FC-45DD-8B64-2F680B678BF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306F0B3-1386-425A-9F5D-C45443097ECB}" type="sibTrans" cxnId="{10606A10-03FC-45DD-8B64-2F680B678BF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D9924D8-5812-406E-9713-AED7098574AF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результаты анализа рисков (вероятность и последствия отказов).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7AC2094-6002-4D2F-9A28-C7AA4218E938}" type="parTrans" cxnId="{EEA32AA1-BA62-4D26-8123-23404D76A33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AA066F8-BDFF-4E05-9732-34EC6A906C15}" type="sibTrans" cxnId="{EEA32AA1-BA62-4D26-8123-23404D76A33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45A6A88-D083-4D64-A879-9DD985564B1A}" type="pres">
      <dgm:prSet presAssocID="{337D6A13-D990-4C6D-BE09-668C24E2270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527C71C-3F65-4BF3-A53C-7258B0856C9C}" type="pres">
      <dgm:prSet presAssocID="{F3471DEC-E718-4FA1-9469-488CCFA11366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6BCA694-9809-474D-9B79-386E35B0B036}" type="pres">
      <dgm:prSet presAssocID="{A289B042-48A0-4A6A-8837-21A35D02CBEC}" presName="sibTrans" presStyleCnt="0"/>
      <dgm:spPr/>
    </dgm:pt>
    <dgm:pt modelId="{F0B10378-2525-4844-95E1-1F13BE4FF63A}" type="pres">
      <dgm:prSet presAssocID="{5E49C6DE-4E46-49EA-BC17-74ACE7393876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9863796-99C9-4A84-9D8F-EA85ACADA616}" type="pres">
      <dgm:prSet presAssocID="{4FE58E0C-D863-4515-9C49-31D46302EE40}" presName="sibTrans" presStyleCnt="0"/>
      <dgm:spPr/>
    </dgm:pt>
    <dgm:pt modelId="{06C82FE0-D03B-48F9-A0CD-0B53E06E3320}" type="pres">
      <dgm:prSet presAssocID="{03CA4989-53C0-4F8F-A032-B2B25F34F275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42E90C8-BCF1-4607-BDAD-F2046CE95A75}" type="pres">
      <dgm:prSet presAssocID="{27D42942-9030-4133-8E9C-6E91AA75B30F}" presName="sibTrans" presStyleCnt="0"/>
      <dgm:spPr/>
    </dgm:pt>
    <dgm:pt modelId="{5A2B11D3-398D-4A4F-BC9A-D37AEC622456}" type="pres">
      <dgm:prSet presAssocID="{7D5E38F4-654B-4B85-85BC-C601635D99FF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770C0EE-B4DA-4FC2-BE29-015339E9DE2B}" type="pres">
      <dgm:prSet presAssocID="{1D30A2D1-C151-4156-93F6-595C3531047A}" presName="sibTrans" presStyleCnt="0"/>
      <dgm:spPr/>
    </dgm:pt>
    <dgm:pt modelId="{2A29FEE0-5A22-4167-AABA-DD80E34755AC}" type="pres">
      <dgm:prSet presAssocID="{C51AEBA9-9321-422F-BB7E-EEB8E5E8F976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FA63965-0F43-491B-97CD-DF1F1F4CD1D7}" type="pres">
      <dgm:prSet presAssocID="{92AB42AC-2004-4AEA-B7B8-563990A95337}" presName="sibTrans" presStyleCnt="0"/>
      <dgm:spPr/>
    </dgm:pt>
    <dgm:pt modelId="{317C2F42-4578-48B6-84A5-929BB79D61F4}" type="pres">
      <dgm:prSet presAssocID="{E5C11E03-B044-4D1F-8071-F4883C1ECAC9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DD94B66-5D92-4CED-BEC8-402813DA3822}" type="pres">
      <dgm:prSet presAssocID="{CF00C7E9-0AD9-4A73-B20E-86AD40069BAA}" presName="sibTrans" presStyleCnt="0"/>
      <dgm:spPr/>
    </dgm:pt>
    <dgm:pt modelId="{20E625FA-E834-462A-B390-4FE183F111C3}" type="pres">
      <dgm:prSet presAssocID="{E75F0AF5-E398-4EF1-B8C2-2BD2B7D52641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5D029F3-9DD6-4311-8B93-D4E9997E1EB8}" type="pres">
      <dgm:prSet presAssocID="{E306F0B3-1386-425A-9F5D-C45443097ECB}" presName="sibTrans" presStyleCnt="0"/>
      <dgm:spPr/>
    </dgm:pt>
    <dgm:pt modelId="{1C4861F9-24EC-4F5B-8486-ACDA3C90B9D3}" type="pres">
      <dgm:prSet presAssocID="{ED9924D8-5812-406E-9713-AED7098574AF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0AA16DA-2803-4CDA-BEA1-EF891AF688CF}" type="presOf" srcId="{E75F0AF5-E398-4EF1-B8C2-2BD2B7D52641}" destId="{20E625FA-E834-462A-B390-4FE183F111C3}" srcOrd="0" destOrd="0" presId="urn:microsoft.com/office/officeart/2005/8/layout/default"/>
    <dgm:cxn modelId="{4303BB7D-9AD4-4C1C-8A00-B06F4E90D2C7}" type="presOf" srcId="{5E49C6DE-4E46-49EA-BC17-74ACE7393876}" destId="{F0B10378-2525-4844-95E1-1F13BE4FF63A}" srcOrd="0" destOrd="0" presId="urn:microsoft.com/office/officeart/2005/8/layout/default"/>
    <dgm:cxn modelId="{2F294BC0-797A-4168-8ADA-82EC06301C29}" type="presOf" srcId="{337D6A13-D990-4C6D-BE09-668C24E22701}" destId="{545A6A88-D083-4D64-A879-9DD985564B1A}" srcOrd="0" destOrd="0" presId="urn:microsoft.com/office/officeart/2005/8/layout/default"/>
    <dgm:cxn modelId="{5C4605FD-5428-462F-AF45-4BD13386CD87}" type="presOf" srcId="{ED9924D8-5812-406E-9713-AED7098574AF}" destId="{1C4861F9-24EC-4F5B-8486-ACDA3C90B9D3}" srcOrd="0" destOrd="0" presId="urn:microsoft.com/office/officeart/2005/8/layout/default"/>
    <dgm:cxn modelId="{5166DB00-ADD8-40EC-822E-598EEA0EF19B}" srcId="{337D6A13-D990-4C6D-BE09-668C24E22701}" destId="{F3471DEC-E718-4FA1-9469-488CCFA11366}" srcOrd="0" destOrd="0" parTransId="{CA5F5A3D-550E-4296-A10D-4729BD99BD32}" sibTransId="{A289B042-48A0-4A6A-8837-21A35D02CBEC}"/>
    <dgm:cxn modelId="{4A31E8BA-68C0-4B45-8234-816B0AEE653F}" srcId="{337D6A13-D990-4C6D-BE09-668C24E22701}" destId="{C51AEBA9-9321-422F-BB7E-EEB8E5E8F976}" srcOrd="4" destOrd="0" parTransId="{A300D0F1-EEA3-4DEB-8D26-AF7689050D7F}" sibTransId="{92AB42AC-2004-4AEA-B7B8-563990A95337}"/>
    <dgm:cxn modelId="{9E619318-BD06-4FCC-B1DA-7477C6B3C4BF}" type="presOf" srcId="{F3471DEC-E718-4FA1-9469-488CCFA11366}" destId="{A527C71C-3F65-4BF3-A53C-7258B0856C9C}" srcOrd="0" destOrd="0" presId="urn:microsoft.com/office/officeart/2005/8/layout/default"/>
    <dgm:cxn modelId="{CA2D06D9-6C7A-40B9-A076-6466556AB2D0}" type="presOf" srcId="{03CA4989-53C0-4F8F-A032-B2B25F34F275}" destId="{06C82FE0-D03B-48F9-A0CD-0B53E06E3320}" srcOrd="0" destOrd="0" presId="urn:microsoft.com/office/officeart/2005/8/layout/default"/>
    <dgm:cxn modelId="{10606A10-03FC-45DD-8B64-2F680B678BFD}" srcId="{337D6A13-D990-4C6D-BE09-668C24E22701}" destId="{E75F0AF5-E398-4EF1-B8C2-2BD2B7D52641}" srcOrd="6" destOrd="0" parTransId="{95C4F5FC-5EC8-4BF1-A5BE-F2F2F1FF42AC}" sibTransId="{E306F0B3-1386-425A-9F5D-C45443097ECB}"/>
    <dgm:cxn modelId="{0F5870E2-4527-4955-BA7E-FA5EDB0E351E}" type="presOf" srcId="{7D5E38F4-654B-4B85-85BC-C601635D99FF}" destId="{5A2B11D3-398D-4A4F-BC9A-D37AEC622456}" srcOrd="0" destOrd="0" presId="urn:microsoft.com/office/officeart/2005/8/layout/default"/>
    <dgm:cxn modelId="{2FBC587F-C666-4774-BDDD-25D5ADE382CE}" type="presOf" srcId="{C51AEBA9-9321-422F-BB7E-EEB8E5E8F976}" destId="{2A29FEE0-5A22-4167-AABA-DD80E34755AC}" srcOrd="0" destOrd="0" presId="urn:microsoft.com/office/officeart/2005/8/layout/default"/>
    <dgm:cxn modelId="{B2229A21-DA6D-48C6-AB9F-00D91B1CF69B}" srcId="{337D6A13-D990-4C6D-BE09-668C24E22701}" destId="{E5C11E03-B044-4D1F-8071-F4883C1ECAC9}" srcOrd="5" destOrd="0" parTransId="{79C74610-A9D5-4BF5-9625-704FD8C58B02}" sibTransId="{CF00C7E9-0AD9-4A73-B20E-86AD40069BAA}"/>
    <dgm:cxn modelId="{EEA32AA1-BA62-4D26-8123-23404D76A333}" srcId="{337D6A13-D990-4C6D-BE09-668C24E22701}" destId="{ED9924D8-5812-406E-9713-AED7098574AF}" srcOrd="7" destOrd="0" parTransId="{87AC2094-6002-4D2F-9A28-C7AA4218E938}" sibTransId="{6AA066F8-BDFF-4E05-9732-34EC6A906C15}"/>
    <dgm:cxn modelId="{018C1901-9D0C-495C-9C8D-313BD9510E2E}" srcId="{337D6A13-D990-4C6D-BE09-668C24E22701}" destId="{7D5E38F4-654B-4B85-85BC-C601635D99FF}" srcOrd="3" destOrd="0" parTransId="{280604B3-F186-45A6-9E0E-65E9ACB55943}" sibTransId="{1D30A2D1-C151-4156-93F6-595C3531047A}"/>
    <dgm:cxn modelId="{F096851A-A8B8-4DB0-BB16-89B5CDE6C8F9}" srcId="{337D6A13-D990-4C6D-BE09-668C24E22701}" destId="{03CA4989-53C0-4F8F-A032-B2B25F34F275}" srcOrd="2" destOrd="0" parTransId="{BDF55BFC-EDFB-4298-A45A-F2F9DC858CB5}" sibTransId="{27D42942-9030-4133-8E9C-6E91AA75B30F}"/>
    <dgm:cxn modelId="{1F25D834-97D7-4F1F-BCE6-B21D4DDF43C5}" type="presOf" srcId="{E5C11E03-B044-4D1F-8071-F4883C1ECAC9}" destId="{317C2F42-4578-48B6-84A5-929BB79D61F4}" srcOrd="0" destOrd="0" presId="urn:microsoft.com/office/officeart/2005/8/layout/default"/>
    <dgm:cxn modelId="{935362D9-FF84-4FBF-B522-63C6DC17C4E3}" srcId="{337D6A13-D990-4C6D-BE09-668C24E22701}" destId="{5E49C6DE-4E46-49EA-BC17-74ACE7393876}" srcOrd="1" destOrd="0" parTransId="{608520F6-22C1-4CE0-9BEB-0E5276946444}" sibTransId="{4FE58E0C-D863-4515-9C49-31D46302EE40}"/>
    <dgm:cxn modelId="{F830CED7-5322-40D6-9A89-1128EEF5D932}" type="presParOf" srcId="{545A6A88-D083-4D64-A879-9DD985564B1A}" destId="{A527C71C-3F65-4BF3-A53C-7258B0856C9C}" srcOrd="0" destOrd="0" presId="urn:microsoft.com/office/officeart/2005/8/layout/default"/>
    <dgm:cxn modelId="{63BD6859-96E4-4F02-84D7-CF1962AC851C}" type="presParOf" srcId="{545A6A88-D083-4D64-A879-9DD985564B1A}" destId="{B6BCA694-9809-474D-9B79-386E35B0B036}" srcOrd="1" destOrd="0" presId="urn:microsoft.com/office/officeart/2005/8/layout/default"/>
    <dgm:cxn modelId="{FC03F81F-47A0-4B6D-AF2F-551E3C3831A6}" type="presParOf" srcId="{545A6A88-D083-4D64-A879-9DD985564B1A}" destId="{F0B10378-2525-4844-95E1-1F13BE4FF63A}" srcOrd="2" destOrd="0" presId="urn:microsoft.com/office/officeart/2005/8/layout/default"/>
    <dgm:cxn modelId="{F4C26016-9315-4586-BAEA-E25DA6E52138}" type="presParOf" srcId="{545A6A88-D083-4D64-A879-9DD985564B1A}" destId="{19863796-99C9-4A84-9D8F-EA85ACADA616}" srcOrd="3" destOrd="0" presId="urn:microsoft.com/office/officeart/2005/8/layout/default"/>
    <dgm:cxn modelId="{945697C6-E4AD-4F44-A0B2-119A4C1D8AEF}" type="presParOf" srcId="{545A6A88-D083-4D64-A879-9DD985564B1A}" destId="{06C82FE0-D03B-48F9-A0CD-0B53E06E3320}" srcOrd="4" destOrd="0" presId="urn:microsoft.com/office/officeart/2005/8/layout/default"/>
    <dgm:cxn modelId="{342A3E18-3C99-4196-872A-F1782415A200}" type="presParOf" srcId="{545A6A88-D083-4D64-A879-9DD985564B1A}" destId="{242E90C8-BCF1-4607-BDAD-F2046CE95A75}" srcOrd="5" destOrd="0" presId="urn:microsoft.com/office/officeart/2005/8/layout/default"/>
    <dgm:cxn modelId="{E5E94F00-672E-444A-8AAD-6025203B66E5}" type="presParOf" srcId="{545A6A88-D083-4D64-A879-9DD985564B1A}" destId="{5A2B11D3-398D-4A4F-BC9A-D37AEC622456}" srcOrd="6" destOrd="0" presId="urn:microsoft.com/office/officeart/2005/8/layout/default"/>
    <dgm:cxn modelId="{6CD93739-6D4C-47CA-8D3B-18F0CCAAD2AA}" type="presParOf" srcId="{545A6A88-D083-4D64-A879-9DD985564B1A}" destId="{1770C0EE-B4DA-4FC2-BE29-015339E9DE2B}" srcOrd="7" destOrd="0" presId="urn:microsoft.com/office/officeart/2005/8/layout/default"/>
    <dgm:cxn modelId="{2D9D96D4-8562-4D28-BE49-EEFD50D4AF4B}" type="presParOf" srcId="{545A6A88-D083-4D64-A879-9DD985564B1A}" destId="{2A29FEE0-5A22-4167-AABA-DD80E34755AC}" srcOrd="8" destOrd="0" presId="urn:microsoft.com/office/officeart/2005/8/layout/default"/>
    <dgm:cxn modelId="{A79E2B6C-27FE-4E9A-B2FE-A05DD1C07316}" type="presParOf" srcId="{545A6A88-D083-4D64-A879-9DD985564B1A}" destId="{3FA63965-0F43-491B-97CD-DF1F1F4CD1D7}" srcOrd="9" destOrd="0" presId="urn:microsoft.com/office/officeart/2005/8/layout/default"/>
    <dgm:cxn modelId="{F82BE8FA-D274-42EB-B968-0D29D7E6B920}" type="presParOf" srcId="{545A6A88-D083-4D64-A879-9DD985564B1A}" destId="{317C2F42-4578-48B6-84A5-929BB79D61F4}" srcOrd="10" destOrd="0" presId="urn:microsoft.com/office/officeart/2005/8/layout/default"/>
    <dgm:cxn modelId="{DB28B69E-0771-4353-8950-91250A532F01}" type="presParOf" srcId="{545A6A88-D083-4D64-A879-9DD985564B1A}" destId="{FDD94B66-5D92-4CED-BEC8-402813DA3822}" srcOrd="11" destOrd="0" presId="urn:microsoft.com/office/officeart/2005/8/layout/default"/>
    <dgm:cxn modelId="{6FA267AE-A47A-42C6-B2B7-FE47E1410320}" type="presParOf" srcId="{545A6A88-D083-4D64-A879-9DD985564B1A}" destId="{20E625FA-E834-462A-B390-4FE183F111C3}" srcOrd="12" destOrd="0" presId="urn:microsoft.com/office/officeart/2005/8/layout/default"/>
    <dgm:cxn modelId="{32DC575B-5CF1-4E29-9006-3B861583241D}" type="presParOf" srcId="{545A6A88-D083-4D64-A879-9DD985564B1A}" destId="{65D029F3-9DD6-4311-8B93-D4E9997E1EB8}" srcOrd="13" destOrd="0" presId="urn:microsoft.com/office/officeart/2005/8/layout/default"/>
    <dgm:cxn modelId="{7FFE9252-AC7A-4981-B117-EC007084CD52}" type="presParOf" srcId="{545A6A88-D083-4D64-A879-9DD985564B1A}" destId="{1C4861F9-24EC-4F5B-8486-ACDA3C90B9D3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F19F7F-8CDB-490F-AEDE-2087EDD32E31}">
      <dsp:nvSpPr>
        <dsp:cNvPr id="0" name=""/>
        <dsp:cNvSpPr/>
      </dsp:nvSpPr>
      <dsp:spPr>
        <a:xfrm>
          <a:off x="2557" y="670767"/>
          <a:ext cx="2029285" cy="12175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устанавливают порядок обязательной сертификации гражданских ВС, авиационных двигателей, воздушных винтов, бортового оборудования, дирижаблей и БАС;</a:t>
          </a:r>
          <a:endParaRPr lang="ru-RU" sz="1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557" y="670767"/>
        <a:ext cx="2029285" cy="1217571"/>
      </dsp:txXfrm>
    </dsp:sp>
    <dsp:sp modelId="{7E385E23-8335-477E-B181-5D4CF4B64609}">
      <dsp:nvSpPr>
        <dsp:cNvPr id="0" name=""/>
        <dsp:cNvSpPr/>
      </dsp:nvSpPr>
      <dsp:spPr>
        <a:xfrm>
          <a:off x="2234772" y="670767"/>
          <a:ext cx="2029285" cy="12175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smtClean="0">
              <a:latin typeface="Times New Roman" pitchFamily="18" charset="0"/>
              <a:cs typeface="Times New Roman" pitchFamily="18" charset="0"/>
            </a:rPr>
            <a:t>определяют требования к организациям-разработчикам и изготовителям;</a:t>
          </a:r>
          <a:endParaRPr lang="ru-RU" sz="1200" kern="1200">
            <a:latin typeface="Times New Roman" pitchFamily="18" charset="0"/>
            <a:cs typeface="Times New Roman" pitchFamily="18" charset="0"/>
          </a:endParaRPr>
        </a:p>
      </dsp:txBody>
      <dsp:txXfrm>
        <a:off x="2234772" y="670767"/>
        <a:ext cx="2029285" cy="1217571"/>
      </dsp:txXfrm>
    </dsp:sp>
    <dsp:sp modelId="{C0F60074-2877-41AD-A78A-F3004EFC5D84}">
      <dsp:nvSpPr>
        <dsp:cNvPr id="0" name=""/>
        <dsp:cNvSpPr/>
      </dsp:nvSpPr>
      <dsp:spPr>
        <a:xfrm>
          <a:off x="4466986" y="670767"/>
          <a:ext cx="2029285" cy="12175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smtClean="0">
              <a:latin typeface="Times New Roman" pitchFamily="18" charset="0"/>
              <a:cs typeface="Times New Roman" pitchFamily="18" charset="0"/>
            </a:rPr>
            <a:t>регламентируют получение Сертификата типа и Сертификационного (Квалификационного) базиса;</a:t>
          </a:r>
          <a:endParaRPr lang="ru-RU" sz="1200" kern="1200">
            <a:latin typeface="Times New Roman" pitchFamily="18" charset="0"/>
            <a:cs typeface="Times New Roman" pitchFamily="18" charset="0"/>
          </a:endParaRPr>
        </a:p>
      </dsp:txBody>
      <dsp:txXfrm>
        <a:off x="4466986" y="670767"/>
        <a:ext cx="2029285" cy="1217571"/>
      </dsp:txXfrm>
    </dsp:sp>
    <dsp:sp modelId="{8DAE0726-F9B8-4F89-AE79-1095A7D5046C}">
      <dsp:nvSpPr>
        <dsp:cNvPr id="0" name=""/>
        <dsp:cNvSpPr/>
      </dsp:nvSpPr>
      <dsp:spPr>
        <a:xfrm>
          <a:off x="6699201" y="670767"/>
          <a:ext cx="2029285" cy="12175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smtClean="0">
              <a:latin typeface="Times New Roman" pitchFamily="18" charset="0"/>
              <a:cs typeface="Times New Roman" pitchFamily="18" charset="0"/>
            </a:rPr>
            <a:t>регулируют взаимодействие участников процесса сертификации;</a:t>
          </a:r>
          <a:endParaRPr lang="ru-RU" sz="1200" kern="1200">
            <a:latin typeface="Times New Roman" pitchFamily="18" charset="0"/>
            <a:cs typeface="Times New Roman" pitchFamily="18" charset="0"/>
          </a:endParaRPr>
        </a:p>
      </dsp:txBody>
      <dsp:txXfrm>
        <a:off x="6699201" y="670767"/>
        <a:ext cx="2029285" cy="1217571"/>
      </dsp:txXfrm>
    </dsp:sp>
    <dsp:sp modelId="{852A0BED-6E93-4F04-929A-1D080E320819}">
      <dsp:nvSpPr>
        <dsp:cNvPr id="0" name=""/>
        <dsp:cNvSpPr/>
      </dsp:nvSpPr>
      <dsp:spPr>
        <a:xfrm>
          <a:off x="2557" y="2091267"/>
          <a:ext cx="2029285" cy="12175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smtClean="0">
              <a:latin typeface="Times New Roman" pitchFamily="18" charset="0"/>
              <a:cs typeface="Times New Roman" pitchFamily="18" charset="0"/>
            </a:rPr>
            <a:t>допускают применение специальных технических условий (СТУ) для компонентов, не подпадающих под стандартные требования к лётной годности;</a:t>
          </a:r>
          <a:endParaRPr lang="ru-RU" sz="1200" kern="1200">
            <a:latin typeface="Times New Roman" pitchFamily="18" charset="0"/>
            <a:cs typeface="Times New Roman" pitchFamily="18" charset="0"/>
          </a:endParaRPr>
        </a:p>
      </dsp:txBody>
      <dsp:txXfrm>
        <a:off x="2557" y="2091267"/>
        <a:ext cx="2029285" cy="1217571"/>
      </dsp:txXfrm>
    </dsp:sp>
    <dsp:sp modelId="{5890FC67-F874-4E70-AA1D-047F937C4E3D}">
      <dsp:nvSpPr>
        <dsp:cNvPr id="0" name=""/>
        <dsp:cNvSpPr/>
      </dsp:nvSpPr>
      <dsp:spPr>
        <a:xfrm>
          <a:off x="2234772" y="2091267"/>
          <a:ext cx="2029285" cy="12175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smtClean="0">
              <a:latin typeface="Times New Roman" pitchFamily="18" charset="0"/>
              <a:cs typeface="Times New Roman" pitchFamily="18" charset="0"/>
            </a:rPr>
            <a:t>предусматривают этапы сертификации (включая этап макета);</a:t>
          </a:r>
          <a:endParaRPr lang="ru-RU" sz="1200" kern="1200">
            <a:latin typeface="Times New Roman" pitchFamily="18" charset="0"/>
            <a:cs typeface="Times New Roman" pitchFamily="18" charset="0"/>
          </a:endParaRPr>
        </a:p>
      </dsp:txBody>
      <dsp:txXfrm>
        <a:off x="2234772" y="2091267"/>
        <a:ext cx="2029285" cy="1217571"/>
      </dsp:txXfrm>
    </dsp:sp>
    <dsp:sp modelId="{FEDC5618-A8DD-428B-8366-6A810E639E12}">
      <dsp:nvSpPr>
        <dsp:cNvPr id="0" name=""/>
        <dsp:cNvSpPr/>
      </dsp:nvSpPr>
      <dsp:spPr>
        <a:xfrm>
          <a:off x="4466986" y="2091267"/>
          <a:ext cx="2029285" cy="12175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smtClean="0">
              <a:latin typeface="Times New Roman" pitchFamily="18" charset="0"/>
              <a:cs typeface="Times New Roman" pitchFamily="18" charset="0"/>
            </a:rPr>
            <a:t>устанавливают процедуры для лёгких и сверхлёгких ВС, включая БПЛА;</a:t>
          </a:r>
          <a:endParaRPr lang="ru-RU" sz="1200" kern="1200">
            <a:latin typeface="Times New Roman" pitchFamily="18" charset="0"/>
            <a:cs typeface="Times New Roman" pitchFamily="18" charset="0"/>
          </a:endParaRPr>
        </a:p>
      </dsp:txBody>
      <dsp:txXfrm>
        <a:off x="4466986" y="2091267"/>
        <a:ext cx="2029285" cy="1217571"/>
      </dsp:txXfrm>
    </dsp:sp>
    <dsp:sp modelId="{E98F3CFC-2A7F-4926-8D0B-7CE08F345AFB}">
      <dsp:nvSpPr>
        <dsp:cNvPr id="0" name=""/>
        <dsp:cNvSpPr/>
      </dsp:nvSpPr>
      <dsp:spPr>
        <a:xfrm>
          <a:off x="6699201" y="2091267"/>
          <a:ext cx="2029285" cy="12175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latin typeface="Times New Roman" pitchFamily="18" charset="0"/>
              <a:cs typeface="Times New Roman" pitchFamily="18" charset="0"/>
            </a:rPr>
            <a:t>классифицируют компоненты АТ по классам (I–III) с разными процедурами сертификации.</a:t>
          </a:r>
          <a:endParaRPr lang="ru-RU" sz="1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699201" y="2091267"/>
        <a:ext cx="2029285" cy="12175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CB365E-11B9-4EC7-9498-3736300C541F}">
      <dsp:nvSpPr>
        <dsp:cNvPr id="0" name=""/>
        <dsp:cNvSpPr/>
      </dsp:nvSpPr>
      <dsp:spPr>
        <a:xfrm>
          <a:off x="2583" y="684848"/>
          <a:ext cx="2049852" cy="1229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безопасность выполнения полётов в заявленных условиях эксплуатации;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583" y="684848"/>
        <a:ext cx="2049852" cy="1229911"/>
      </dsp:txXfrm>
    </dsp:sp>
    <dsp:sp modelId="{9CFB5535-1EEC-4733-B5E5-148FBCDC2322}">
      <dsp:nvSpPr>
        <dsp:cNvPr id="0" name=""/>
        <dsp:cNvSpPr/>
      </dsp:nvSpPr>
      <dsp:spPr>
        <a:xfrm>
          <a:off x="2257421" y="684848"/>
          <a:ext cx="2049852" cy="1229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соответствие конструкции и функциональных систем нормам лётной годности;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257421" y="684848"/>
        <a:ext cx="2049852" cy="1229911"/>
      </dsp:txXfrm>
    </dsp:sp>
    <dsp:sp modelId="{56FD4D13-BCDA-4A5F-B0C9-56753DD9BACF}">
      <dsp:nvSpPr>
        <dsp:cNvPr id="0" name=""/>
        <dsp:cNvSpPr/>
      </dsp:nvSpPr>
      <dsp:spPr>
        <a:xfrm>
          <a:off x="4512260" y="684848"/>
          <a:ext cx="2049852" cy="1229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smtClean="0">
              <a:latin typeface="Times New Roman" pitchFamily="18" charset="0"/>
              <a:cs typeface="Times New Roman" pitchFamily="18" charset="0"/>
            </a:rPr>
            <a:t>учёт внешних воздействий (атмосферные явления, состояние посадочной площадки);</a:t>
          </a:r>
          <a:endParaRPr lang="ru-RU" sz="1500" kern="1200">
            <a:latin typeface="Times New Roman" pitchFamily="18" charset="0"/>
            <a:cs typeface="Times New Roman" pitchFamily="18" charset="0"/>
          </a:endParaRPr>
        </a:p>
      </dsp:txBody>
      <dsp:txXfrm>
        <a:off x="4512260" y="684848"/>
        <a:ext cx="2049852" cy="1229911"/>
      </dsp:txXfrm>
    </dsp:sp>
    <dsp:sp modelId="{1789D741-056F-45AF-AE2C-93456B8CA7AD}">
      <dsp:nvSpPr>
        <dsp:cNvPr id="0" name=""/>
        <dsp:cNvSpPr/>
      </dsp:nvSpPr>
      <dsp:spPr>
        <a:xfrm>
          <a:off x="6767098" y="684848"/>
          <a:ext cx="2049852" cy="1229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smtClean="0">
              <a:latin typeface="Times New Roman" pitchFamily="18" charset="0"/>
              <a:cs typeface="Times New Roman" pitchFamily="18" charset="0"/>
            </a:rPr>
            <a:t>обеспечение безопасности при особых ситуациях (отказы, воздействия внешних факторов);</a:t>
          </a:r>
          <a:endParaRPr lang="ru-RU" sz="1500" kern="1200">
            <a:latin typeface="Times New Roman" pitchFamily="18" charset="0"/>
            <a:cs typeface="Times New Roman" pitchFamily="18" charset="0"/>
          </a:endParaRPr>
        </a:p>
      </dsp:txBody>
      <dsp:txXfrm>
        <a:off x="6767098" y="684848"/>
        <a:ext cx="2049852" cy="1229911"/>
      </dsp:txXfrm>
    </dsp:sp>
    <dsp:sp modelId="{7F7BB508-7608-4152-B303-13DA56DA8068}">
      <dsp:nvSpPr>
        <dsp:cNvPr id="0" name=""/>
        <dsp:cNvSpPr/>
      </dsp:nvSpPr>
      <dsp:spPr>
        <a:xfrm>
          <a:off x="1130002" y="2119745"/>
          <a:ext cx="2049852" cy="1229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smtClean="0">
              <a:latin typeface="Times New Roman" pitchFamily="18" charset="0"/>
              <a:cs typeface="Times New Roman" pitchFamily="18" charset="0"/>
            </a:rPr>
            <a:t>определение области полётных режимов и расчётных нагрузок;</a:t>
          </a:r>
          <a:endParaRPr lang="ru-RU" sz="1500" kern="1200">
            <a:latin typeface="Times New Roman" pitchFamily="18" charset="0"/>
            <a:cs typeface="Times New Roman" pitchFamily="18" charset="0"/>
          </a:endParaRPr>
        </a:p>
      </dsp:txBody>
      <dsp:txXfrm>
        <a:off x="1130002" y="2119745"/>
        <a:ext cx="2049852" cy="1229911"/>
      </dsp:txXfrm>
    </dsp:sp>
    <dsp:sp modelId="{DC364491-7A46-40BD-846F-57ED6B774FA7}">
      <dsp:nvSpPr>
        <dsp:cNvPr id="0" name=""/>
        <dsp:cNvSpPr/>
      </dsp:nvSpPr>
      <dsp:spPr>
        <a:xfrm>
          <a:off x="3384841" y="2119745"/>
          <a:ext cx="2049852" cy="1229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smtClean="0">
              <a:latin typeface="Times New Roman" pitchFamily="18" charset="0"/>
              <a:cs typeface="Times New Roman" pitchFamily="18" charset="0"/>
            </a:rPr>
            <a:t>использование огнестойких материалов для критических компонентов;</a:t>
          </a:r>
          <a:endParaRPr lang="ru-RU" sz="1500" kern="1200">
            <a:latin typeface="Times New Roman" pitchFamily="18" charset="0"/>
            <a:cs typeface="Times New Roman" pitchFamily="18" charset="0"/>
          </a:endParaRPr>
        </a:p>
      </dsp:txBody>
      <dsp:txXfrm>
        <a:off x="3384841" y="2119745"/>
        <a:ext cx="2049852" cy="1229911"/>
      </dsp:txXfrm>
    </dsp:sp>
    <dsp:sp modelId="{6E4C71F4-88DB-416D-8FAF-A3179350C8A4}">
      <dsp:nvSpPr>
        <dsp:cNvPr id="0" name=""/>
        <dsp:cNvSpPr/>
      </dsp:nvSpPr>
      <dsp:spPr>
        <a:xfrm>
          <a:off x="5639679" y="2119745"/>
          <a:ext cx="2049852" cy="1229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разработка лётного руководства с описанием характеристик и ограничений.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639679" y="2119745"/>
        <a:ext cx="2049852" cy="12299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B8DFDA-6B50-4B8E-9222-9D442CE62CF6}">
      <dsp:nvSpPr>
        <dsp:cNvPr id="0" name=""/>
        <dsp:cNvSpPr/>
      </dsp:nvSpPr>
      <dsp:spPr>
        <a:xfrm>
          <a:off x="6357" y="2877"/>
          <a:ext cx="2538971" cy="15233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dirty="0" smtClean="0">
              <a:latin typeface="Times New Roman" pitchFamily="18" charset="0"/>
              <a:cs typeface="Times New Roman" pitchFamily="18" charset="0"/>
            </a:rPr>
            <a:t>надёжную передачу управляющих команд от станции внешнего пилота к БВС;</a:t>
          </a:r>
          <a:endParaRPr lang="ru-RU" sz="17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357" y="2877"/>
        <a:ext cx="2538971" cy="1523382"/>
      </dsp:txXfrm>
    </dsp:sp>
    <dsp:sp modelId="{276F93D8-8E1B-4D47-9746-63B9EE590ACF}">
      <dsp:nvSpPr>
        <dsp:cNvPr id="0" name=""/>
        <dsp:cNvSpPr/>
      </dsp:nvSpPr>
      <dsp:spPr>
        <a:xfrm>
          <a:off x="2799225" y="2877"/>
          <a:ext cx="2538971" cy="15233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smtClean="0">
              <a:latin typeface="Times New Roman" pitchFamily="18" charset="0"/>
              <a:cs typeface="Times New Roman" pitchFamily="18" charset="0"/>
            </a:rPr>
            <a:t>возможность переключения между каналами управления при сбоях;</a:t>
          </a:r>
          <a:endParaRPr lang="ru-RU" sz="1700" kern="1200">
            <a:latin typeface="Times New Roman" pitchFamily="18" charset="0"/>
            <a:cs typeface="Times New Roman" pitchFamily="18" charset="0"/>
          </a:endParaRPr>
        </a:p>
      </dsp:txBody>
      <dsp:txXfrm>
        <a:off x="2799225" y="2877"/>
        <a:ext cx="2538971" cy="1523382"/>
      </dsp:txXfrm>
    </dsp:sp>
    <dsp:sp modelId="{3BC79B66-B7D5-4330-ADBD-1D159FFF8ACD}">
      <dsp:nvSpPr>
        <dsp:cNvPr id="0" name=""/>
        <dsp:cNvSpPr/>
      </dsp:nvSpPr>
      <dsp:spPr>
        <a:xfrm>
          <a:off x="5592093" y="2877"/>
          <a:ext cx="2538971" cy="15233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smtClean="0">
              <a:latin typeface="Times New Roman" pitchFamily="18" charset="0"/>
              <a:cs typeface="Times New Roman" pitchFamily="18" charset="0"/>
            </a:rPr>
            <a:t>защиту от несанкционированного доступа и помех;</a:t>
          </a:r>
          <a:endParaRPr lang="ru-RU" sz="1700" kern="1200">
            <a:latin typeface="Times New Roman" pitchFamily="18" charset="0"/>
            <a:cs typeface="Times New Roman" pitchFamily="18" charset="0"/>
          </a:endParaRPr>
        </a:p>
      </dsp:txBody>
      <dsp:txXfrm>
        <a:off x="5592093" y="2877"/>
        <a:ext cx="2538971" cy="1523382"/>
      </dsp:txXfrm>
    </dsp:sp>
    <dsp:sp modelId="{E283DC88-9DC8-4380-9479-8D426E26952C}">
      <dsp:nvSpPr>
        <dsp:cNvPr id="0" name=""/>
        <dsp:cNvSpPr/>
      </dsp:nvSpPr>
      <dsp:spPr>
        <a:xfrm>
          <a:off x="6357" y="1780157"/>
          <a:ext cx="2538971" cy="15233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smtClean="0">
              <a:latin typeface="Times New Roman" pitchFamily="18" charset="0"/>
              <a:cs typeface="Times New Roman" pitchFamily="18" charset="0"/>
            </a:rPr>
            <a:t>соответствие электромагнитной совместимости (ТР ТС 020/2011);</a:t>
          </a:r>
          <a:endParaRPr lang="ru-RU" sz="1700" kern="1200">
            <a:latin typeface="Times New Roman" pitchFamily="18" charset="0"/>
            <a:cs typeface="Times New Roman" pitchFamily="18" charset="0"/>
          </a:endParaRPr>
        </a:p>
      </dsp:txBody>
      <dsp:txXfrm>
        <a:off x="6357" y="1780157"/>
        <a:ext cx="2538971" cy="1523382"/>
      </dsp:txXfrm>
    </dsp:sp>
    <dsp:sp modelId="{80AA7A41-58E2-4B93-BB2C-16F604F615AF}">
      <dsp:nvSpPr>
        <dsp:cNvPr id="0" name=""/>
        <dsp:cNvSpPr/>
      </dsp:nvSpPr>
      <dsp:spPr>
        <a:xfrm>
          <a:off x="2799225" y="1780157"/>
          <a:ext cx="2538971" cy="15233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smtClean="0">
              <a:latin typeface="Times New Roman" pitchFamily="18" charset="0"/>
              <a:cs typeface="Times New Roman" pitchFamily="18" charset="0"/>
            </a:rPr>
            <a:t>точность и своевременность выполнения команд (учёт скрытого запаздывания линии связи);</a:t>
          </a:r>
          <a:endParaRPr lang="ru-RU" sz="1700" kern="1200">
            <a:latin typeface="Times New Roman" pitchFamily="18" charset="0"/>
            <a:cs typeface="Times New Roman" pitchFamily="18" charset="0"/>
          </a:endParaRPr>
        </a:p>
      </dsp:txBody>
      <dsp:txXfrm>
        <a:off x="2799225" y="1780157"/>
        <a:ext cx="2538971" cy="1523382"/>
      </dsp:txXfrm>
    </dsp:sp>
    <dsp:sp modelId="{37A17EC2-2897-4FE5-90C2-AA89D6769956}">
      <dsp:nvSpPr>
        <dsp:cNvPr id="0" name=""/>
        <dsp:cNvSpPr/>
      </dsp:nvSpPr>
      <dsp:spPr>
        <a:xfrm>
          <a:off x="5592093" y="1780157"/>
          <a:ext cx="2538971" cy="15233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smtClean="0">
              <a:latin typeface="Times New Roman" pitchFamily="18" charset="0"/>
              <a:cs typeface="Times New Roman" pitchFamily="18" charset="0"/>
            </a:rPr>
            <a:t>автоматизацию стандартных манёвров и процедур (автоматический заход на посадку, удержание высоты/курса);</a:t>
          </a:r>
          <a:endParaRPr lang="ru-RU" sz="1700" kern="1200">
            <a:latin typeface="Times New Roman" pitchFamily="18" charset="0"/>
            <a:cs typeface="Times New Roman" pitchFamily="18" charset="0"/>
          </a:endParaRPr>
        </a:p>
      </dsp:txBody>
      <dsp:txXfrm>
        <a:off x="5592093" y="1780157"/>
        <a:ext cx="2538971" cy="1523382"/>
      </dsp:txXfrm>
    </dsp:sp>
    <dsp:sp modelId="{669B102B-B5BF-4B69-8A9E-8756E4D264EE}">
      <dsp:nvSpPr>
        <dsp:cNvPr id="0" name=""/>
        <dsp:cNvSpPr/>
      </dsp:nvSpPr>
      <dsp:spPr>
        <a:xfrm>
          <a:off x="2799225" y="3557437"/>
          <a:ext cx="2538971" cy="15233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700" kern="1200" smtClean="0">
              <a:latin typeface="Times New Roman" pitchFamily="18" charset="0"/>
              <a:cs typeface="Times New Roman" pitchFamily="18" charset="0"/>
            </a:rPr>
            <a:t>диагностику состояния систем и предупреждение пилота об отказах.</a:t>
          </a:r>
          <a:endParaRPr lang="ru-RU" sz="1700" kern="1200">
            <a:latin typeface="Times New Roman" pitchFamily="18" charset="0"/>
            <a:cs typeface="Times New Roman" pitchFamily="18" charset="0"/>
          </a:endParaRPr>
        </a:p>
      </dsp:txBody>
      <dsp:txXfrm>
        <a:off x="2799225" y="3557437"/>
        <a:ext cx="2538971" cy="15233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145316-5A01-44A3-AF29-98B15BB331FB}">
      <dsp:nvSpPr>
        <dsp:cNvPr id="0" name=""/>
        <dsp:cNvSpPr/>
      </dsp:nvSpPr>
      <dsp:spPr>
        <a:xfrm>
          <a:off x="200516" y="3046"/>
          <a:ext cx="2461982" cy="14771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соответствие Сертификационному базису и СТУ (при необходимости);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00516" y="3046"/>
        <a:ext cx="2461982" cy="1477189"/>
      </dsp:txXfrm>
    </dsp:sp>
    <dsp:sp modelId="{BF864794-E5AA-474A-8FFB-B8311983E27E}">
      <dsp:nvSpPr>
        <dsp:cNvPr id="0" name=""/>
        <dsp:cNvSpPr/>
      </dsp:nvSpPr>
      <dsp:spPr>
        <a:xfrm>
          <a:off x="2908696" y="3046"/>
          <a:ext cx="2461982" cy="14771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надёжность и долговечность при заявленных режимах работы;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2908696" y="3046"/>
        <a:ext cx="2461982" cy="1477189"/>
      </dsp:txXfrm>
    </dsp:sp>
    <dsp:sp modelId="{47016026-78EF-4ED7-8225-3A20D4C25A74}">
      <dsp:nvSpPr>
        <dsp:cNvPr id="0" name=""/>
        <dsp:cNvSpPr/>
      </dsp:nvSpPr>
      <dsp:spPr>
        <a:xfrm>
          <a:off x="5616876" y="3046"/>
          <a:ext cx="2461982" cy="14771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устойчивость к внешним воздействиям (вибрация, перепады температур, влажность);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5616876" y="3046"/>
        <a:ext cx="2461982" cy="1477189"/>
      </dsp:txXfrm>
    </dsp:sp>
    <dsp:sp modelId="{84009437-1CC6-4B1E-9542-8266A3608A06}">
      <dsp:nvSpPr>
        <dsp:cNvPr id="0" name=""/>
        <dsp:cNvSpPr/>
      </dsp:nvSpPr>
      <dsp:spPr>
        <a:xfrm>
          <a:off x="200516" y="1726434"/>
          <a:ext cx="2461982" cy="14771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безопасность при отказах (минимизация последствий для БВС и окружающей среды);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200516" y="1726434"/>
        <a:ext cx="2461982" cy="1477189"/>
      </dsp:txXfrm>
    </dsp:sp>
    <dsp:sp modelId="{C2264535-15CB-4989-840A-CE3CEFC8B45C}">
      <dsp:nvSpPr>
        <dsp:cNvPr id="0" name=""/>
        <dsp:cNvSpPr/>
      </dsp:nvSpPr>
      <dsp:spPr>
        <a:xfrm>
          <a:off x="2908696" y="1726434"/>
          <a:ext cx="2461982" cy="14771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эффективность использования топлива/энергии;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2908696" y="1726434"/>
        <a:ext cx="2461982" cy="1477189"/>
      </dsp:txXfrm>
    </dsp:sp>
    <dsp:sp modelId="{29E4E9D3-75A2-4880-B676-B4D128312E93}">
      <dsp:nvSpPr>
        <dsp:cNvPr id="0" name=""/>
        <dsp:cNvSpPr/>
      </dsp:nvSpPr>
      <dsp:spPr>
        <a:xfrm>
          <a:off x="5616876" y="1726434"/>
          <a:ext cx="2461982" cy="14771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smtClean="0">
              <a:latin typeface="Times New Roman" pitchFamily="18" charset="0"/>
              <a:cs typeface="Times New Roman" pitchFamily="18" charset="0"/>
            </a:rPr>
            <a:t>совместимость с системами управления и энергоснабжения;</a:t>
          </a:r>
          <a:endParaRPr lang="ru-RU" sz="1800" kern="1200">
            <a:latin typeface="Times New Roman" pitchFamily="18" charset="0"/>
            <a:cs typeface="Times New Roman" pitchFamily="18" charset="0"/>
          </a:endParaRPr>
        </a:p>
      </dsp:txBody>
      <dsp:txXfrm>
        <a:off x="5616876" y="1726434"/>
        <a:ext cx="2461982" cy="1477189"/>
      </dsp:txXfrm>
    </dsp:sp>
    <dsp:sp modelId="{A319B367-9220-4894-A5FB-AABC7878FF53}">
      <dsp:nvSpPr>
        <dsp:cNvPr id="0" name=""/>
        <dsp:cNvSpPr/>
      </dsp:nvSpPr>
      <dsp:spPr>
        <a:xfrm>
          <a:off x="2908696" y="3449821"/>
          <a:ext cx="2461982" cy="14771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для критических двигателей - особые меры резервирования и защиты.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908696" y="3449821"/>
        <a:ext cx="2461982" cy="14771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BA2F88-C9B0-40CA-B236-CA16D589E196}">
      <dsp:nvSpPr>
        <dsp:cNvPr id="0" name=""/>
        <dsp:cNvSpPr/>
      </dsp:nvSpPr>
      <dsp:spPr>
        <a:xfrm>
          <a:off x="0" y="693734"/>
          <a:ext cx="2542944" cy="15257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стендовые испытания (на 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вибростолах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, климатических камерах);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693734"/>
        <a:ext cx="2542944" cy="1525766"/>
      </dsp:txXfrm>
    </dsp:sp>
    <dsp:sp modelId="{225B2605-3456-4102-95F2-1123EFF10BA6}">
      <dsp:nvSpPr>
        <dsp:cNvPr id="0" name=""/>
        <dsp:cNvSpPr/>
      </dsp:nvSpPr>
      <dsp:spPr>
        <a:xfrm>
          <a:off x="2797238" y="693734"/>
          <a:ext cx="2542944" cy="15257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моделирование аварийных ситуаций (отказы двигателей, потеря связи);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2797238" y="693734"/>
        <a:ext cx="2542944" cy="1525766"/>
      </dsp:txXfrm>
    </dsp:sp>
    <dsp:sp modelId="{729E7B27-1170-4CE6-BB5B-F0D566AA5711}">
      <dsp:nvSpPr>
        <dsp:cNvPr id="0" name=""/>
        <dsp:cNvSpPr/>
      </dsp:nvSpPr>
      <dsp:spPr>
        <a:xfrm>
          <a:off x="5594477" y="693734"/>
          <a:ext cx="2542944" cy="15257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полёты в тестовых зонах с контролем параметров в реальном времени;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5594477" y="693734"/>
        <a:ext cx="2542944" cy="1525766"/>
      </dsp:txXfrm>
    </dsp:sp>
    <dsp:sp modelId="{E4A59D1A-CEDB-49AA-9183-579F12194B0F}">
      <dsp:nvSpPr>
        <dsp:cNvPr id="0" name=""/>
        <dsp:cNvSpPr/>
      </dsp:nvSpPr>
      <dsp:spPr>
        <a:xfrm>
          <a:off x="0" y="2473795"/>
          <a:ext cx="2542944" cy="15257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анализ логов и телеметрии после полётов;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0" y="2473795"/>
        <a:ext cx="2542944" cy="1525766"/>
      </dsp:txXfrm>
    </dsp:sp>
    <dsp:sp modelId="{0E8CF0C7-7855-4D19-AAE8-326212F3A5B4}">
      <dsp:nvSpPr>
        <dsp:cNvPr id="0" name=""/>
        <dsp:cNvSpPr/>
      </dsp:nvSpPr>
      <dsp:spPr>
        <a:xfrm>
          <a:off x="2797238" y="2473795"/>
          <a:ext cx="2542944" cy="15257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краш-тесты и испытания на ударопрочность;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2797238" y="2473795"/>
        <a:ext cx="2542944" cy="1525766"/>
      </dsp:txXfrm>
    </dsp:sp>
    <dsp:sp modelId="{777BE9B7-C586-4E5A-B85F-76CD842FAA89}">
      <dsp:nvSpPr>
        <dsp:cNvPr id="0" name=""/>
        <dsp:cNvSpPr/>
      </dsp:nvSpPr>
      <dsp:spPr>
        <a:xfrm>
          <a:off x="5594477" y="2473795"/>
          <a:ext cx="2542944" cy="15257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smtClean="0">
              <a:latin typeface="Times New Roman" pitchFamily="18" charset="0"/>
              <a:cs typeface="Times New Roman" pitchFamily="18" charset="0"/>
            </a:rPr>
            <a:t>тестирование программного обеспечения (включая стресс-тестирование).</a:t>
          </a:r>
          <a:endParaRPr lang="ru-RU" sz="2000" kern="1200">
            <a:latin typeface="Times New Roman" pitchFamily="18" charset="0"/>
            <a:cs typeface="Times New Roman" pitchFamily="18" charset="0"/>
          </a:endParaRPr>
        </a:p>
      </dsp:txBody>
      <dsp:txXfrm>
        <a:off x="5594477" y="2473795"/>
        <a:ext cx="2542944" cy="15257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7C71C-3F65-4BF3-A53C-7258B0856C9C}">
      <dsp:nvSpPr>
        <dsp:cNvPr id="0" name=""/>
        <dsp:cNvSpPr/>
      </dsp:nvSpPr>
      <dsp:spPr>
        <a:xfrm>
          <a:off x="480278" y="1831"/>
          <a:ext cx="2331490" cy="1398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соответствие Сертификационному базису и ТР ТС;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80278" y="1831"/>
        <a:ext cx="2331490" cy="1398894"/>
      </dsp:txXfrm>
    </dsp:sp>
    <dsp:sp modelId="{F0B10378-2525-4844-95E1-1F13BE4FF63A}">
      <dsp:nvSpPr>
        <dsp:cNvPr id="0" name=""/>
        <dsp:cNvSpPr/>
      </dsp:nvSpPr>
      <dsp:spPr>
        <a:xfrm>
          <a:off x="3044918" y="1831"/>
          <a:ext cx="2331490" cy="1398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>
              <a:latin typeface="Times New Roman" pitchFamily="18" charset="0"/>
              <a:cs typeface="Times New Roman" pitchFamily="18" charset="0"/>
            </a:rPr>
            <a:t>надёжность и безопасность при заявленных условиях эксплуатации;</a:t>
          </a:r>
          <a:endParaRPr lang="ru-RU" sz="1900" kern="1200">
            <a:latin typeface="Times New Roman" pitchFamily="18" charset="0"/>
            <a:cs typeface="Times New Roman" pitchFamily="18" charset="0"/>
          </a:endParaRPr>
        </a:p>
      </dsp:txBody>
      <dsp:txXfrm>
        <a:off x="3044918" y="1831"/>
        <a:ext cx="2331490" cy="1398894"/>
      </dsp:txXfrm>
    </dsp:sp>
    <dsp:sp modelId="{06C82FE0-D03B-48F9-A0CD-0B53E06E3320}">
      <dsp:nvSpPr>
        <dsp:cNvPr id="0" name=""/>
        <dsp:cNvSpPr/>
      </dsp:nvSpPr>
      <dsp:spPr>
        <a:xfrm>
          <a:off x="5609558" y="1831"/>
          <a:ext cx="2331490" cy="1398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>
              <a:latin typeface="Times New Roman" pitchFamily="18" charset="0"/>
              <a:cs typeface="Times New Roman" pitchFamily="18" charset="0"/>
            </a:rPr>
            <a:t>точность навигации и управления (допустимые отклонения от траектории);</a:t>
          </a:r>
          <a:endParaRPr lang="ru-RU" sz="1900" kern="1200">
            <a:latin typeface="Times New Roman" pitchFamily="18" charset="0"/>
            <a:cs typeface="Times New Roman" pitchFamily="18" charset="0"/>
          </a:endParaRPr>
        </a:p>
      </dsp:txBody>
      <dsp:txXfrm>
        <a:off x="5609558" y="1831"/>
        <a:ext cx="2331490" cy="1398894"/>
      </dsp:txXfrm>
    </dsp:sp>
    <dsp:sp modelId="{5A2B11D3-398D-4A4F-BC9A-D37AEC622456}">
      <dsp:nvSpPr>
        <dsp:cNvPr id="0" name=""/>
        <dsp:cNvSpPr/>
      </dsp:nvSpPr>
      <dsp:spPr>
        <a:xfrm>
          <a:off x="480278" y="1633875"/>
          <a:ext cx="2331490" cy="1398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>
              <a:latin typeface="Times New Roman" pitchFamily="18" charset="0"/>
              <a:cs typeface="Times New Roman" pitchFamily="18" charset="0"/>
            </a:rPr>
            <a:t>устойчивость к внешним воздействиям и отказам компонентов;</a:t>
          </a:r>
          <a:endParaRPr lang="ru-RU" sz="1900" kern="1200">
            <a:latin typeface="Times New Roman" pitchFamily="18" charset="0"/>
            <a:cs typeface="Times New Roman" pitchFamily="18" charset="0"/>
          </a:endParaRPr>
        </a:p>
      </dsp:txBody>
      <dsp:txXfrm>
        <a:off x="480278" y="1633875"/>
        <a:ext cx="2331490" cy="1398894"/>
      </dsp:txXfrm>
    </dsp:sp>
    <dsp:sp modelId="{2A29FEE0-5A22-4167-AABA-DD80E34755AC}">
      <dsp:nvSpPr>
        <dsp:cNvPr id="0" name=""/>
        <dsp:cNvSpPr/>
      </dsp:nvSpPr>
      <dsp:spPr>
        <a:xfrm>
          <a:off x="3044918" y="1633875"/>
          <a:ext cx="2331490" cy="1398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>
              <a:latin typeface="Times New Roman" pitchFamily="18" charset="0"/>
              <a:cs typeface="Times New Roman" pitchFamily="18" charset="0"/>
            </a:rPr>
            <a:t>время реакции систем на аварийные ситуации;</a:t>
          </a:r>
          <a:endParaRPr lang="ru-RU" sz="1900" kern="1200">
            <a:latin typeface="Times New Roman" pitchFamily="18" charset="0"/>
            <a:cs typeface="Times New Roman" pitchFamily="18" charset="0"/>
          </a:endParaRPr>
        </a:p>
      </dsp:txBody>
      <dsp:txXfrm>
        <a:off x="3044918" y="1633875"/>
        <a:ext cx="2331490" cy="1398894"/>
      </dsp:txXfrm>
    </dsp:sp>
    <dsp:sp modelId="{317C2F42-4578-48B6-84A5-929BB79D61F4}">
      <dsp:nvSpPr>
        <dsp:cNvPr id="0" name=""/>
        <dsp:cNvSpPr/>
      </dsp:nvSpPr>
      <dsp:spPr>
        <a:xfrm>
          <a:off x="5609558" y="1633875"/>
          <a:ext cx="2331490" cy="1398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>
              <a:latin typeface="Times New Roman" pitchFamily="18" charset="0"/>
              <a:cs typeface="Times New Roman" pitchFamily="18" charset="0"/>
            </a:rPr>
            <a:t>энергопотребление и продолжительность полёта;</a:t>
          </a:r>
          <a:endParaRPr lang="ru-RU" sz="1900" kern="1200">
            <a:latin typeface="Times New Roman" pitchFamily="18" charset="0"/>
            <a:cs typeface="Times New Roman" pitchFamily="18" charset="0"/>
          </a:endParaRPr>
        </a:p>
      </dsp:txBody>
      <dsp:txXfrm>
        <a:off x="5609558" y="1633875"/>
        <a:ext cx="2331490" cy="1398894"/>
      </dsp:txXfrm>
    </dsp:sp>
    <dsp:sp modelId="{20E625FA-E834-462A-B390-4FE183F111C3}">
      <dsp:nvSpPr>
        <dsp:cNvPr id="0" name=""/>
        <dsp:cNvSpPr/>
      </dsp:nvSpPr>
      <dsp:spPr>
        <a:xfrm>
          <a:off x="1762598" y="3265918"/>
          <a:ext cx="2331490" cy="1398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>
              <a:latin typeface="Times New Roman" pitchFamily="18" charset="0"/>
              <a:cs typeface="Times New Roman" pitchFamily="18" charset="0"/>
            </a:rPr>
            <a:t>уровень электромагнитных помех, излучаемых БПЛА;</a:t>
          </a:r>
          <a:endParaRPr lang="ru-RU" sz="1900" kern="1200">
            <a:latin typeface="Times New Roman" pitchFamily="18" charset="0"/>
            <a:cs typeface="Times New Roman" pitchFamily="18" charset="0"/>
          </a:endParaRPr>
        </a:p>
      </dsp:txBody>
      <dsp:txXfrm>
        <a:off x="1762598" y="3265918"/>
        <a:ext cx="2331490" cy="1398894"/>
      </dsp:txXfrm>
    </dsp:sp>
    <dsp:sp modelId="{1C4861F9-24EC-4F5B-8486-ACDA3C90B9D3}">
      <dsp:nvSpPr>
        <dsp:cNvPr id="0" name=""/>
        <dsp:cNvSpPr/>
      </dsp:nvSpPr>
      <dsp:spPr>
        <a:xfrm>
          <a:off x="4327238" y="3265918"/>
          <a:ext cx="2331490" cy="1398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>
              <a:latin typeface="Times New Roman" pitchFamily="18" charset="0"/>
              <a:cs typeface="Times New Roman" pitchFamily="18" charset="0"/>
            </a:rPr>
            <a:t>результаты анализа рисков (вероятность и последствия отказов).</a:t>
          </a:r>
          <a:endParaRPr lang="ru-RU" sz="1900" kern="1200">
            <a:latin typeface="Times New Roman" pitchFamily="18" charset="0"/>
            <a:cs typeface="Times New Roman" pitchFamily="18" charset="0"/>
          </a:endParaRPr>
        </a:p>
      </dsp:txBody>
      <dsp:txXfrm>
        <a:off x="4327238" y="3265918"/>
        <a:ext cx="2331490" cy="13988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xmlns="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2563091"/>
            <a:ext cx="7372350" cy="2525062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 Сертификация беспилотных летательных аппаратов (БПЛА): авиационные правила и стандарты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5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Правила сертификации авиационной техники, организаций разработчиков и изготовителей: основные положения.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Требования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 летной годности БПЛА.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Требования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 системам управления БПЛА.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Требования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 двигателям и силовым установкам БПЛА.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Требования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 радиоэлектронному оборудованию БПЛА.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Технические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регламенты Таможенного союза (ТР ТС), применяемые при сертификации компонентов БПЛА.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Испытания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БПЛА: виды испытаний, методы испытаний, критерии оценки.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9372" y="373346"/>
            <a:ext cx="7886700" cy="1325563"/>
          </a:xfrm>
        </p:spPr>
        <p:txBody>
          <a:bodyPr/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ФАП-21 «Правила сертификации авиационной техники, организаций разработчиков и изготовителей»: основные положения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831645"/>
            <a:ext cx="8137422" cy="1177026"/>
          </a:xfrm>
        </p:spPr>
        <p:txBody>
          <a:bodyPr/>
          <a:lstStyle/>
          <a:p>
            <a:pPr marL="0" indent="0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Федеральные авиационные правила (ФАП-21), утверждённые приказом Минтранса России от 17.06.2019 № 184, регулируют сертификацию авиационной техники, включая беспилотные авиационные системы (БАС).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Ключевые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положения ФАП-21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1362244057"/>
              </p:ext>
            </p:extLst>
          </p:nvPr>
        </p:nvGraphicFramePr>
        <p:xfrm>
          <a:off x="265471" y="2866217"/>
          <a:ext cx="8731045" cy="3979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382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9372" y="373347"/>
            <a:ext cx="7886700" cy="555802"/>
          </a:xfrm>
        </p:spPr>
        <p:txBody>
          <a:bodyPr/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2. Требования к лётной годности БПЛА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976240"/>
            <a:ext cx="8515350" cy="1132779"/>
          </a:xfrm>
        </p:spPr>
        <p:txBody>
          <a:bodyPr/>
          <a:lstStyle/>
          <a:p>
            <a:pPr marL="0" indent="0">
              <a:buNone/>
            </a:pP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Лётная годность БПЛА определяется ГОСТ Р 59751-2021 «Беспилотные авиационные системы с беспилотными воздушными судами самолётного типа. Требования к лётной годности». Стандарт распространяется на БВС самолётного типа с взлётной массой 30–5700 кг.</a:t>
            </a:r>
          </a:p>
          <a:p>
            <a:pPr marL="0" indent="0">
              <a:buNone/>
            </a:pP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Ключевые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требования:</a:t>
            </a:r>
          </a:p>
          <a:p>
            <a:pPr marL="0" indent="0">
              <a:buNone/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726476569"/>
              </p:ext>
            </p:extLst>
          </p:nvPr>
        </p:nvGraphicFramePr>
        <p:xfrm>
          <a:off x="191729" y="2639961"/>
          <a:ext cx="8819535" cy="4034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021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9372" y="373347"/>
            <a:ext cx="7886700" cy="555802"/>
          </a:xfrm>
        </p:spPr>
        <p:txBody>
          <a:bodyPr/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3. Требования к системам управления БПЛА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976239"/>
            <a:ext cx="8137422" cy="410109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Системы управления БПЛА должны обеспечивать:</a:t>
            </a:r>
          </a:p>
          <a:p>
            <a:pPr marL="0" indent="0"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953947726"/>
              </p:ext>
            </p:extLst>
          </p:nvPr>
        </p:nvGraphicFramePr>
        <p:xfrm>
          <a:off x="628650" y="1397000"/>
          <a:ext cx="8137422" cy="5083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9782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9372" y="373347"/>
            <a:ext cx="8264628" cy="555802"/>
          </a:xfrm>
        </p:spPr>
        <p:txBody>
          <a:bodyPr/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4. Требования к двигателям и силовым установкам БПЛА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976240"/>
            <a:ext cx="8137422" cy="513348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Требования к двигателям и силовым установкам включают:</a:t>
            </a:r>
          </a:p>
          <a:p>
            <a:pPr marL="0" indent="0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1102633385"/>
              </p:ext>
            </p:extLst>
          </p:nvPr>
        </p:nvGraphicFramePr>
        <p:xfrm>
          <a:off x="486697" y="1397000"/>
          <a:ext cx="8279375" cy="4930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496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9372" y="373347"/>
            <a:ext cx="8264628" cy="555802"/>
          </a:xfrm>
        </p:spPr>
        <p:txBody>
          <a:bodyPr/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7. Испытания БПЛА: виды испытаний, методы испытаний, критерии оценки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976239"/>
            <a:ext cx="8137422" cy="3653219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Виды испытаний:</a:t>
            </a:r>
          </a:p>
          <a:p>
            <a:pPr marL="0" indent="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лабораторные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(электромагнитная совместимость, устойчивость к вибрациям);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наземные (проверка систем управления, энергоснабжения, шасси);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лётные (тестирование полётных режимов, навигации, автопилота);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климатические (работа в экстремальных условиях — жара, холод, высокая влажность);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прочностные (нагрузки на конструкцию при манёврах, посадке, ударе);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электромагнитные (устойчивость к помехам, радиочастотная совместимость);</a:t>
            </a:r>
          </a:p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функциональные (проверка алгоритмов управления, обработки данных сенсоров).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2411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9372" y="373347"/>
            <a:ext cx="8264628" cy="555802"/>
          </a:xfrm>
        </p:spPr>
        <p:txBody>
          <a:bodyPr/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Испытания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БПЛА: виды испытаний, методы испытаний, критерии оценки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7364" y="1315452"/>
            <a:ext cx="8137422" cy="469103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Методы испытаний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1557777454"/>
              </p:ext>
            </p:extLst>
          </p:nvPr>
        </p:nvGraphicFramePr>
        <p:xfrm>
          <a:off x="667364" y="1787400"/>
          <a:ext cx="8137422" cy="4693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7625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9372" y="373347"/>
            <a:ext cx="8264628" cy="555802"/>
          </a:xfrm>
        </p:spPr>
        <p:txBody>
          <a:bodyPr/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7. Испытания БПЛА: виды испытаний, методы испытаний, критерии оценки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7364" y="1315453"/>
            <a:ext cx="8137422" cy="498600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Критерии оценки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529874419"/>
              </p:ext>
            </p:extLst>
          </p:nvPr>
        </p:nvGraphicFramePr>
        <p:xfrm>
          <a:off x="383458" y="1814052"/>
          <a:ext cx="8421328" cy="4666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5698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5968</TotalTime>
  <Words>748</Words>
  <Application>Microsoft Office PowerPoint</Application>
  <PresentationFormat>Экран (4:3)</PresentationFormat>
  <Paragraphs>89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Специальное оформление</vt:lpstr>
      <vt:lpstr>1_Специальное оформление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 Сертификация беспилотных летательных аппаратов (БПЛА): авиационные правила и стандарты</vt:lpstr>
      <vt:lpstr>План лекции</vt:lpstr>
      <vt:lpstr>ФАП-21 «Правила сертификации авиационной техники, организаций разработчиков и изготовителей»: основные положения</vt:lpstr>
      <vt:lpstr>2. Требования к лётной годности БПЛА</vt:lpstr>
      <vt:lpstr>3. Требования к системам управления БПЛА</vt:lpstr>
      <vt:lpstr>4. Требования к двигателям и силовым установкам БПЛА</vt:lpstr>
      <vt:lpstr>7. Испытания БПЛА: виды испытаний, методы испытаний, критерии оценки</vt:lpstr>
      <vt:lpstr>Испытания БПЛА: виды испытаний, методы испытаний, критерии оценки</vt:lpstr>
      <vt:lpstr>7. Испытания БПЛА: виды испытаний, методы испытаний, критерии оценки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347</cp:revision>
  <dcterms:created xsi:type="dcterms:W3CDTF">2015-07-29T11:14:37Z</dcterms:created>
  <dcterms:modified xsi:type="dcterms:W3CDTF">2026-06-26T20:03:24Z</dcterms:modified>
</cp:coreProperties>
</file>