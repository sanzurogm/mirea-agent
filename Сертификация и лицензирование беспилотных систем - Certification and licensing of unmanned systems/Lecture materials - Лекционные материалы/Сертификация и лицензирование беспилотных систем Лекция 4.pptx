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61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34" r:id="rId42"/>
    <p:sldId id="363" r:id="rId43"/>
    <p:sldId id="364" r:id="rId44"/>
    <p:sldId id="365" r:id="rId45"/>
    <p:sldId id="369" r:id="rId46"/>
    <p:sldId id="370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78" r:id="rId55"/>
    <p:sldId id="379" r:id="rId56"/>
    <p:sldId id="380" r:id="rId57"/>
    <p:sldId id="381" r:id="rId58"/>
    <p:sldId id="382" r:id="rId59"/>
    <p:sldId id="264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4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7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F7E2F6-F41C-43EF-9033-F8F1713F778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F291F57-495E-47CF-8237-4C6C86079858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Оценка безопасности: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основная цель – убедиться, что БПТС способны безопасно функционировать в различных дорожных условиях, не представляя угрозы для пассажиров, пешеходов и других участников дорожного движения.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5393ED1-DC12-4836-8561-AD6755F771C7}" type="parTrans" cxnId="{8FF7D07B-8039-4C7A-9E84-2211386EF8F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E20926B-870D-44A2-AC1C-9730F97CB786}" type="sibTrans" cxnId="{8FF7D07B-8039-4C7A-9E84-2211386EF8F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FF2423A-5635-4768-897F-42DA75A4F39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Проверка надежности: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определение способности БПТС стабильно и предсказуемо работать в течение длительного времени, при различных условиях окружающей среды и трафика.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F6606633-E6FF-4046-9265-BFF07D59D77D}" type="parTrans" cxnId="{139BD974-5887-466F-BE62-9849616141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085AA1F-2D79-49FD-A79E-A6EBA24EF7A2}" type="sibTrans" cxnId="{139BD974-5887-466F-BE62-9849616141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0A543A6-AC16-4F02-AAFA-04B11AFDEDA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Оценка производительности: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определение эффективности БПТС с точки зрения скорости, экономичности и пропускной способности трафика.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3D7313B-370D-4DB7-ABCD-639A45827B46}" type="parTrans" cxnId="{E3D8AD67-2B63-4443-9237-578B13ADECA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7345B03-A0C3-410B-BE6E-3FE1CC81BE9E}" type="sibTrans" cxnId="{E3D8AD67-2B63-4443-9237-578B13ADECA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184C8C-F786-44D6-97CD-A7EB2F41CEDF}">
      <dgm:prSet/>
      <dgm:spPr/>
      <dgm:t>
        <a:bodyPr/>
        <a:lstStyle/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Валидация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алгоритмов и программного обеспечения: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проверка корректности работы алгоритмов управления, обработки данных с сенсоров и принятия решений в различных ситуациях.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EEA44CC-F2B4-4745-9C83-BB46C008FB60}" type="parTrans" cxnId="{49FE0D72-DF83-4DF8-9720-53E3537C196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9CB8709-9B40-4377-B498-5F40DDC46627}" type="sibTrans" cxnId="{49FE0D72-DF83-4DF8-9720-53E3537C196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B2AF74A-6654-466B-ADDE-EE5C133E02A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Изучение взаимодействия с другими участниками дорожного движения: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оценка влияния БПТС на поведение водителей обычных автомобилей, пешеходов и велосипедистов.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6B98A15-C265-4EC4-9405-4BD4081CA69B}" type="parTrans" cxnId="{FEF77B73-6FAB-4B6C-A17B-5A8C0D768B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A22F4CD-23C3-4103-9FE9-E748DADEAD05}" type="sibTrans" cxnId="{FEF77B73-6FAB-4B6C-A17B-5A8C0D768B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0FFA61B-B707-4DFB-AB0B-9EE9C0A638B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Оценка удобства использования: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оценка удобства и понятности интерфейса, а также общего пользовательского опыта пассажиров.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2E6CB86-89D3-4748-ADD8-5AAC7F342FAC}" type="parTrans" cxnId="{2A86D666-28FE-448F-B700-C4CCF3E5C9F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BB8EAAF-74F2-434F-A3E4-5E86060C7AE6}" type="sibTrans" cxnId="{2A86D666-28FE-448F-B700-C4CCF3E5C9F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E896CDF-6FD3-4785-A879-3D9BD6F8F6C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данных для дальнейшего развития: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данных о поведении БПТС в различных ситуациях для последующей оптимизации и улучшения алгоритмов управления.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3628338-AB5D-4D79-B697-7F8482D887A2}" type="parTrans" cxnId="{C6C02691-E1BD-4A4C-8920-A513B11E33A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2D048C9-4759-4B86-9720-547DC527455F}" type="sibTrans" cxnId="{C6C02691-E1BD-4A4C-8920-A513B11E33A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D953392-B4BB-4C40-9EC1-3C69FFC58034}" type="pres">
      <dgm:prSet presAssocID="{F8F7E2F6-F41C-43EF-9033-F8F1713F778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02E3FE6-1B47-49C2-8639-2FAE8C5E8DDE}" type="pres">
      <dgm:prSet presAssocID="{AF291F57-495E-47CF-8237-4C6C86079858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11A8E3-5C6A-46E9-AE25-46FD4348CDFF}" type="pres">
      <dgm:prSet presAssocID="{2E20926B-870D-44A2-AC1C-9730F97CB786}" presName="sibTrans" presStyleCnt="0"/>
      <dgm:spPr/>
    </dgm:pt>
    <dgm:pt modelId="{F8D9531F-CEB5-4623-9CC4-3C1D0FD0D20F}" type="pres">
      <dgm:prSet presAssocID="{AFF2423A-5635-4768-897F-42DA75A4F396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7D160D-DF6D-44C0-8E41-BB796A0A17CE}" type="pres">
      <dgm:prSet presAssocID="{2085AA1F-2D79-49FD-A79E-A6EBA24EF7A2}" presName="sibTrans" presStyleCnt="0"/>
      <dgm:spPr/>
    </dgm:pt>
    <dgm:pt modelId="{618AA7A4-C2AC-46E6-BEF0-08D74647FFFA}" type="pres">
      <dgm:prSet presAssocID="{D0A543A6-AC16-4F02-AAFA-04B11AFDEDA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616817-C8FB-40DD-B298-BB0F5C28583B}" type="pres">
      <dgm:prSet presAssocID="{07345B03-A0C3-410B-BE6E-3FE1CC81BE9E}" presName="sibTrans" presStyleCnt="0"/>
      <dgm:spPr/>
    </dgm:pt>
    <dgm:pt modelId="{6F2D7A12-6544-4648-AB76-401D4830B03D}" type="pres">
      <dgm:prSet presAssocID="{C3184C8C-F786-44D6-97CD-A7EB2F41CED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519B06-97F1-4FB1-BC7F-34AE101A4A6C}" type="pres">
      <dgm:prSet presAssocID="{09CB8709-9B40-4377-B498-5F40DDC46627}" presName="sibTrans" presStyleCnt="0"/>
      <dgm:spPr/>
    </dgm:pt>
    <dgm:pt modelId="{B17D412B-0592-4FBE-8201-25AE4144C576}" type="pres">
      <dgm:prSet presAssocID="{4B2AF74A-6654-466B-ADDE-EE5C133E02A2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0E11DC-4A07-41D4-BC45-DC08A5C43B02}" type="pres">
      <dgm:prSet presAssocID="{6A22F4CD-23C3-4103-9FE9-E748DADEAD05}" presName="sibTrans" presStyleCnt="0"/>
      <dgm:spPr/>
    </dgm:pt>
    <dgm:pt modelId="{A1C0A9DD-122F-4931-924A-52C1E7904751}" type="pres">
      <dgm:prSet presAssocID="{20FFA61B-B707-4DFB-AB0B-9EE9C0A638B3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C1A25F-1754-4FC6-97BE-D068C4F53C06}" type="pres">
      <dgm:prSet presAssocID="{FBB8EAAF-74F2-434F-A3E4-5E86060C7AE6}" presName="sibTrans" presStyleCnt="0"/>
      <dgm:spPr/>
    </dgm:pt>
    <dgm:pt modelId="{84AD423D-4587-4A72-A75C-AC0340ADFC54}" type="pres">
      <dgm:prSet presAssocID="{4E896CDF-6FD3-4785-A879-3D9BD6F8F6C2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D45360B-8341-4A5D-85EF-824A72CAE5D0}" type="presOf" srcId="{4E896CDF-6FD3-4785-A879-3D9BD6F8F6C2}" destId="{84AD423D-4587-4A72-A75C-AC0340ADFC54}" srcOrd="0" destOrd="0" presId="urn:microsoft.com/office/officeart/2005/8/layout/default"/>
    <dgm:cxn modelId="{2A86D666-28FE-448F-B700-C4CCF3E5C9FF}" srcId="{F8F7E2F6-F41C-43EF-9033-F8F1713F778F}" destId="{20FFA61B-B707-4DFB-AB0B-9EE9C0A638B3}" srcOrd="5" destOrd="0" parTransId="{52E6CB86-89D3-4748-ADD8-5AAC7F342FAC}" sibTransId="{FBB8EAAF-74F2-434F-A3E4-5E86060C7AE6}"/>
    <dgm:cxn modelId="{49FE0D72-DF83-4DF8-9720-53E3537C1964}" srcId="{F8F7E2F6-F41C-43EF-9033-F8F1713F778F}" destId="{C3184C8C-F786-44D6-97CD-A7EB2F41CEDF}" srcOrd="3" destOrd="0" parTransId="{8EEA44CC-F2B4-4745-9C83-BB46C008FB60}" sibTransId="{09CB8709-9B40-4377-B498-5F40DDC46627}"/>
    <dgm:cxn modelId="{950EA02D-D973-4D2F-B529-1AFCC380F74A}" type="presOf" srcId="{F8F7E2F6-F41C-43EF-9033-F8F1713F778F}" destId="{BD953392-B4BB-4C40-9EC1-3C69FFC58034}" srcOrd="0" destOrd="0" presId="urn:microsoft.com/office/officeart/2005/8/layout/default"/>
    <dgm:cxn modelId="{E3D8AD67-2B63-4443-9237-578B13ADECA9}" srcId="{F8F7E2F6-F41C-43EF-9033-F8F1713F778F}" destId="{D0A543A6-AC16-4F02-AAFA-04B11AFDEDA5}" srcOrd="2" destOrd="0" parTransId="{D3D7313B-370D-4DB7-ABCD-639A45827B46}" sibTransId="{07345B03-A0C3-410B-BE6E-3FE1CC81BE9E}"/>
    <dgm:cxn modelId="{64FB9515-177E-47A2-83B3-4A3AC2104943}" type="presOf" srcId="{AF291F57-495E-47CF-8237-4C6C86079858}" destId="{C02E3FE6-1B47-49C2-8639-2FAE8C5E8DDE}" srcOrd="0" destOrd="0" presId="urn:microsoft.com/office/officeart/2005/8/layout/default"/>
    <dgm:cxn modelId="{FE31A03F-8BC1-41F3-B5C5-670BFA36A079}" type="presOf" srcId="{C3184C8C-F786-44D6-97CD-A7EB2F41CEDF}" destId="{6F2D7A12-6544-4648-AB76-401D4830B03D}" srcOrd="0" destOrd="0" presId="urn:microsoft.com/office/officeart/2005/8/layout/default"/>
    <dgm:cxn modelId="{386F7C36-5EFA-4C13-A9EF-4568858CF863}" type="presOf" srcId="{D0A543A6-AC16-4F02-AAFA-04B11AFDEDA5}" destId="{618AA7A4-C2AC-46E6-BEF0-08D74647FFFA}" srcOrd="0" destOrd="0" presId="urn:microsoft.com/office/officeart/2005/8/layout/default"/>
    <dgm:cxn modelId="{4A7CA896-E2E1-41F0-82FF-8C942F6311B5}" type="presOf" srcId="{20FFA61B-B707-4DFB-AB0B-9EE9C0A638B3}" destId="{A1C0A9DD-122F-4931-924A-52C1E7904751}" srcOrd="0" destOrd="0" presId="urn:microsoft.com/office/officeart/2005/8/layout/default"/>
    <dgm:cxn modelId="{139BD974-5887-466F-BE62-9849616141EB}" srcId="{F8F7E2F6-F41C-43EF-9033-F8F1713F778F}" destId="{AFF2423A-5635-4768-897F-42DA75A4F396}" srcOrd="1" destOrd="0" parTransId="{F6606633-E6FF-4046-9265-BFF07D59D77D}" sibTransId="{2085AA1F-2D79-49FD-A79E-A6EBA24EF7A2}"/>
    <dgm:cxn modelId="{8FF7D07B-8039-4C7A-9E84-2211386EF8FF}" srcId="{F8F7E2F6-F41C-43EF-9033-F8F1713F778F}" destId="{AF291F57-495E-47CF-8237-4C6C86079858}" srcOrd="0" destOrd="0" parTransId="{D5393ED1-DC12-4836-8561-AD6755F771C7}" sibTransId="{2E20926B-870D-44A2-AC1C-9730F97CB786}"/>
    <dgm:cxn modelId="{C6C02691-E1BD-4A4C-8920-A513B11E33A3}" srcId="{F8F7E2F6-F41C-43EF-9033-F8F1713F778F}" destId="{4E896CDF-6FD3-4785-A879-3D9BD6F8F6C2}" srcOrd="6" destOrd="0" parTransId="{93628338-AB5D-4D79-B697-7F8482D887A2}" sibTransId="{22D048C9-4759-4B86-9720-547DC527455F}"/>
    <dgm:cxn modelId="{F6340651-BEB4-4BE3-9748-2DF9D5A559F8}" type="presOf" srcId="{4B2AF74A-6654-466B-ADDE-EE5C133E02A2}" destId="{B17D412B-0592-4FBE-8201-25AE4144C576}" srcOrd="0" destOrd="0" presId="urn:microsoft.com/office/officeart/2005/8/layout/default"/>
    <dgm:cxn modelId="{FEF77B73-6FAB-4B6C-A17B-5A8C0D768B51}" srcId="{F8F7E2F6-F41C-43EF-9033-F8F1713F778F}" destId="{4B2AF74A-6654-466B-ADDE-EE5C133E02A2}" srcOrd="4" destOrd="0" parTransId="{A6B98A15-C265-4EC4-9405-4BD4081CA69B}" sibTransId="{6A22F4CD-23C3-4103-9FE9-E748DADEAD05}"/>
    <dgm:cxn modelId="{3C32950F-55F2-4539-A00B-7D28E1114BBC}" type="presOf" srcId="{AFF2423A-5635-4768-897F-42DA75A4F396}" destId="{F8D9531F-CEB5-4623-9CC4-3C1D0FD0D20F}" srcOrd="0" destOrd="0" presId="urn:microsoft.com/office/officeart/2005/8/layout/default"/>
    <dgm:cxn modelId="{56EBA3AE-1DE9-4C39-8B71-7AD8AA3CEE4E}" type="presParOf" srcId="{BD953392-B4BB-4C40-9EC1-3C69FFC58034}" destId="{C02E3FE6-1B47-49C2-8639-2FAE8C5E8DDE}" srcOrd="0" destOrd="0" presId="urn:microsoft.com/office/officeart/2005/8/layout/default"/>
    <dgm:cxn modelId="{9286681B-AEBF-4023-8B75-AEC0885F32C3}" type="presParOf" srcId="{BD953392-B4BB-4C40-9EC1-3C69FFC58034}" destId="{8511A8E3-5C6A-46E9-AE25-46FD4348CDFF}" srcOrd="1" destOrd="0" presId="urn:microsoft.com/office/officeart/2005/8/layout/default"/>
    <dgm:cxn modelId="{41AB48D4-3E20-4D2D-9EF3-7FFF3968C521}" type="presParOf" srcId="{BD953392-B4BB-4C40-9EC1-3C69FFC58034}" destId="{F8D9531F-CEB5-4623-9CC4-3C1D0FD0D20F}" srcOrd="2" destOrd="0" presId="urn:microsoft.com/office/officeart/2005/8/layout/default"/>
    <dgm:cxn modelId="{EBEF0658-8E78-48CF-A4D1-2EE656DC6687}" type="presParOf" srcId="{BD953392-B4BB-4C40-9EC1-3C69FFC58034}" destId="{177D160D-DF6D-44C0-8E41-BB796A0A17CE}" srcOrd="3" destOrd="0" presId="urn:microsoft.com/office/officeart/2005/8/layout/default"/>
    <dgm:cxn modelId="{A8F070C2-3B5B-429B-B872-9F88BA54FE09}" type="presParOf" srcId="{BD953392-B4BB-4C40-9EC1-3C69FFC58034}" destId="{618AA7A4-C2AC-46E6-BEF0-08D74647FFFA}" srcOrd="4" destOrd="0" presId="urn:microsoft.com/office/officeart/2005/8/layout/default"/>
    <dgm:cxn modelId="{EFFC928A-2FC8-4AC8-8F4F-76EE842233F5}" type="presParOf" srcId="{BD953392-B4BB-4C40-9EC1-3C69FFC58034}" destId="{E8616817-C8FB-40DD-B298-BB0F5C28583B}" srcOrd="5" destOrd="0" presId="urn:microsoft.com/office/officeart/2005/8/layout/default"/>
    <dgm:cxn modelId="{A66BF082-868C-4CFD-8430-1656DC5F88D1}" type="presParOf" srcId="{BD953392-B4BB-4C40-9EC1-3C69FFC58034}" destId="{6F2D7A12-6544-4648-AB76-401D4830B03D}" srcOrd="6" destOrd="0" presId="urn:microsoft.com/office/officeart/2005/8/layout/default"/>
    <dgm:cxn modelId="{5DE74B70-0421-452A-A4D9-C6BAC5565433}" type="presParOf" srcId="{BD953392-B4BB-4C40-9EC1-3C69FFC58034}" destId="{0B519B06-97F1-4FB1-BC7F-34AE101A4A6C}" srcOrd="7" destOrd="0" presId="urn:microsoft.com/office/officeart/2005/8/layout/default"/>
    <dgm:cxn modelId="{4C38E1D1-0053-4124-BAAD-C8255FCA59B0}" type="presParOf" srcId="{BD953392-B4BB-4C40-9EC1-3C69FFC58034}" destId="{B17D412B-0592-4FBE-8201-25AE4144C576}" srcOrd="8" destOrd="0" presId="urn:microsoft.com/office/officeart/2005/8/layout/default"/>
    <dgm:cxn modelId="{48466EAB-61D4-4F24-9EF8-9C1C24D9BEC4}" type="presParOf" srcId="{BD953392-B4BB-4C40-9EC1-3C69FFC58034}" destId="{450E11DC-4A07-41D4-BC45-DC08A5C43B02}" srcOrd="9" destOrd="0" presId="urn:microsoft.com/office/officeart/2005/8/layout/default"/>
    <dgm:cxn modelId="{2620514A-DAAB-47D0-BB58-EA46406206C4}" type="presParOf" srcId="{BD953392-B4BB-4C40-9EC1-3C69FFC58034}" destId="{A1C0A9DD-122F-4931-924A-52C1E7904751}" srcOrd="10" destOrd="0" presId="urn:microsoft.com/office/officeart/2005/8/layout/default"/>
    <dgm:cxn modelId="{0A4AC00D-8C86-44D5-88B3-FE16D270CE51}" type="presParOf" srcId="{BD953392-B4BB-4C40-9EC1-3C69FFC58034}" destId="{70C1A25F-1754-4FC6-97BE-D068C4F53C06}" srcOrd="11" destOrd="0" presId="urn:microsoft.com/office/officeart/2005/8/layout/default"/>
    <dgm:cxn modelId="{B3B63CE1-60CA-4A9D-8AD7-B64B55EB73B4}" type="presParOf" srcId="{BD953392-B4BB-4C40-9EC1-3C69FFC58034}" destId="{84AD423D-4587-4A72-A75C-AC0340ADFC5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Количество ДТП и инцидентов.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AE68689-6EB5-4521-A31E-8FE83A101008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Соблюдение правил дорожного движения.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CEF4387F-1D89-4AE6-BFED-AE736D3456BD}" type="parTrans" cxnId="{345679F6-421E-4B77-A2E3-C809554F1405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CD0589EA-1D5D-4752-8DAB-E900B97F295E}" type="sibTrans" cxnId="{345679F6-421E-4B77-A2E3-C809554F1405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0FB16BEC-EE3D-4CF6-86D6-06AFF68095EE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Реакция на аварийные ситуации (экстренное торможение, объезд препятствий).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5D87B6B2-812F-4E7C-BFBE-4F6F168E542E}" type="parTrans" cxnId="{D2169C21-5B58-4014-9839-04D77E05426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8027182-2F0D-477D-B714-F05748B7BBAB}" type="sibTrans" cxnId="{D2169C21-5B58-4014-9839-04D77E05426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F9F0A4B-16A3-47F1-947D-09A361A8C036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Безопасное взаимодействие с пешеходами, велосипедистами и другими транспортными средствами.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AB4CC38E-2CEF-4A91-A3A9-696885087D02}" type="parTrans" cxnId="{14FA4EDC-C926-4B7E-A8BA-CF2A601AB165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530BBAE-D951-4EB0-AAFE-5040E547031A}" type="sibTrans" cxnId="{14FA4EDC-C926-4B7E-A8BA-CF2A601AB165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F710AD7-7959-4F50-8227-E5EDE1AAFA23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Устойчивость к отказам оборудования и программного обеспечения.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52EFDEB8-69D5-4512-BACD-9735ACD4D212}" type="parTrans" cxnId="{81C6DBC0-79C1-4BAD-A15B-EB465C4E705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A9D2454-9E00-41FE-900F-204F7D961DA6}" type="sibTrans" cxnId="{81C6DBC0-79C1-4BAD-A15B-EB465C4E705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5" custScaleY="17162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179ED847-6D85-49D7-B2C4-9E37E6D7BD3D}" type="pres">
      <dgm:prSet presAssocID="{DAE68689-6EB5-4521-A31E-8FE83A101008}" presName="node" presStyleLbl="node1" presStyleIdx="1" presStyleCnt="5" custScaleY="17162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950CC8-4A46-4FFC-9B26-247C594755A4}" type="pres">
      <dgm:prSet presAssocID="{CD0589EA-1D5D-4752-8DAB-E900B97F295E}" presName="sibTrans" presStyleCnt="0"/>
      <dgm:spPr/>
    </dgm:pt>
    <dgm:pt modelId="{96D2215F-13A4-43DD-BD93-CB75CDC9C254}" type="pres">
      <dgm:prSet presAssocID="{0FB16BEC-EE3D-4CF6-86D6-06AFF68095EE}" presName="node" presStyleLbl="node1" presStyleIdx="2" presStyleCnt="5" custScaleY="17162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759226-8B91-4A27-AA84-116844D9213B}" type="pres">
      <dgm:prSet presAssocID="{D8027182-2F0D-477D-B714-F05748B7BBAB}" presName="sibTrans" presStyleCnt="0"/>
      <dgm:spPr/>
    </dgm:pt>
    <dgm:pt modelId="{4C73949D-4705-4E50-A539-B6B69D47C7BC}" type="pres">
      <dgm:prSet presAssocID="{7F9F0A4B-16A3-47F1-947D-09A361A8C036}" presName="node" presStyleLbl="node1" presStyleIdx="3" presStyleCnt="5" custScaleX="1602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85B73B-7BE7-4F93-9259-7E3CAE77BD32}" type="pres">
      <dgm:prSet presAssocID="{D530BBAE-D951-4EB0-AAFE-5040E547031A}" presName="sibTrans" presStyleCnt="0"/>
      <dgm:spPr/>
    </dgm:pt>
    <dgm:pt modelId="{2DE1D8EC-39A3-4E4C-BB95-721C8567A8E1}" type="pres">
      <dgm:prSet presAssocID="{FF710AD7-7959-4F50-8227-E5EDE1AAFA23}" presName="node" presStyleLbl="node1" presStyleIdx="4" presStyleCnt="5" custScaleX="13776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4FA4EDC-C926-4B7E-A8BA-CF2A601AB165}" srcId="{A44C5DC1-05C9-4222-B0AA-1C05A3D19281}" destId="{7F9F0A4B-16A3-47F1-947D-09A361A8C036}" srcOrd="3" destOrd="0" parTransId="{AB4CC38E-2CEF-4A91-A3A9-696885087D02}" sibTransId="{D530BBAE-D951-4EB0-AAFE-5040E547031A}"/>
    <dgm:cxn modelId="{72AE000C-E5B5-4725-B43E-B5414A4E408F}" type="presOf" srcId="{FF710AD7-7959-4F50-8227-E5EDE1AAFA23}" destId="{2DE1D8EC-39A3-4E4C-BB95-721C8567A8E1}" srcOrd="0" destOrd="0" presId="urn:microsoft.com/office/officeart/2005/8/layout/default"/>
    <dgm:cxn modelId="{E89C3237-0AE4-4A91-B84E-7879F0CFC054}" type="presOf" srcId="{DAE68689-6EB5-4521-A31E-8FE83A101008}" destId="{179ED847-6D85-49D7-B2C4-9E37E6D7BD3D}" srcOrd="0" destOrd="0" presId="urn:microsoft.com/office/officeart/2005/8/layout/default"/>
    <dgm:cxn modelId="{989CEFB6-5EB6-4CFF-B9E5-30CF5F95DB4E}" type="presOf" srcId="{0FB16BEC-EE3D-4CF6-86D6-06AFF68095EE}" destId="{96D2215F-13A4-43DD-BD93-CB75CDC9C254}" srcOrd="0" destOrd="0" presId="urn:microsoft.com/office/officeart/2005/8/layout/default"/>
    <dgm:cxn modelId="{345679F6-421E-4B77-A2E3-C809554F1405}" srcId="{A44C5DC1-05C9-4222-B0AA-1C05A3D19281}" destId="{DAE68689-6EB5-4521-A31E-8FE83A101008}" srcOrd="1" destOrd="0" parTransId="{CEF4387F-1D89-4AE6-BFED-AE736D3456BD}" sibTransId="{CD0589EA-1D5D-4752-8DAB-E900B97F295E}"/>
    <dgm:cxn modelId="{D2169C21-5B58-4014-9839-04D77E05426A}" srcId="{A44C5DC1-05C9-4222-B0AA-1C05A3D19281}" destId="{0FB16BEC-EE3D-4CF6-86D6-06AFF68095EE}" srcOrd="2" destOrd="0" parTransId="{5D87B6B2-812F-4E7C-BFBE-4F6F168E542E}" sibTransId="{D8027182-2F0D-477D-B714-F05748B7BBAB}"/>
    <dgm:cxn modelId="{36BD7FA7-E0CB-4524-A066-2DA202A6C75D}" type="presOf" srcId="{A44C5DC1-05C9-4222-B0AA-1C05A3D19281}" destId="{12DA2874-E3C9-4920-9908-BAAED304CF0B}" srcOrd="0" destOrd="0" presId="urn:microsoft.com/office/officeart/2005/8/layout/default"/>
    <dgm:cxn modelId="{191FCACF-AA6B-4F63-9DD4-BAD15ACFFD41}" type="presOf" srcId="{55FC329F-18EE-40A3-845E-FCECD817743E}" destId="{63C21AF2-1D7C-4FAA-A637-B1AE70359A82}" srcOrd="0" destOrd="0" presId="urn:microsoft.com/office/officeart/2005/8/layout/default"/>
    <dgm:cxn modelId="{81C6DBC0-79C1-4BAD-A15B-EB465C4E7051}" srcId="{A44C5DC1-05C9-4222-B0AA-1C05A3D19281}" destId="{FF710AD7-7959-4F50-8227-E5EDE1AAFA23}" srcOrd="4" destOrd="0" parTransId="{52EFDEB8-69D5-4512-BACD-9735ACD4D212}" sibTransId="{3A9D2454-9E00-41FE-900F-204F7D961DA6}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E13520BB-9D84-4218-A6AD-E08D71D0D0B9}" type="presOf" srcId="{7F9F0A4B-16A3-47F1-947D-09A361A8C036}" destId="{4C73949D-4705-4E50-A539-B6B69D47C7BC}" srcOrd="0" destOrd="0" presId="urn:microsoft.com/office/officeart/2005/8/layout/default"/>
    <dgm:cxn modelId="{7D06BD44-A725-454A-8038-3BBA65AC7F85}" type="presParOf" srcId="{12DA2874-E3C9-4920-9908-BAAED304CF0B}" destId="{63C21AF2-1D7C-4FAA-A637-B1AE70359A82}" srcOrd="0" destOrd="0" presId="urn:microsoft.com/office/officeart/2005/8/layout/default"/>
    <dgm:cxn modelId="{08AB9DCD-45B0-41FB-9E33-085EDD7C0EF0}" type="presParOf" srcId="{12DA2874-E3C9-4920-9908-BAAED304CF0B}" destId="{CD3A0716-F646-41DA-A4FA-21F2AB5B1C46}" srcOrd="1" destOrd="0" presId="urn:microsoft.com/office/officeart/2005/8/layout/default"/>
    <dgm:cxn modelId="{0EB4382B-0BFF-46A7-B7D0-BDD74C7914D6}" type="presParOf" srcId="{12DA2874-E3C9-4920-9908-BAAED304CF0B}" destId="{179ED847-6D85-49D7-B2C4-9E37E6D7BD3D}" srcOrd="2" destOrd="0" presId="urn:microsoft.com/office/officeart/2005/8/layout/default"/>
    <dgm:cxn modelId="{8AAEB8C2-D387-40C2-979E-1E7199D7A52C}" type="presParOf" srcId="{12DA2874-E3C9-4920-9908-BAAED304CF0B}" destId="{6F950CC8-4A46-4FFC-9B26-247C594755A4}" srcOrd="3" destOrd="0" presId="urn:microsoft.com/office/officeart/2005/8/layout/default"/>
    <dgm:cxn modelId="{FA2B0456-7594-4C58-BAA6-7CAE57E8BE74}" type="presParOf" srcId="{12DA2874-E3C9-4920-9908-BAAED304CF0B}" destId="{96D2215F-13A4-43DD-BD93-CB75CDC9C254}" srcOrd="4" destOrd="0" presId="urn:microsoft.com/office/officeart/2005/8/layout/default"/>
    <dgm:cxn modelId="{54C22BFF-88BF-4549-99FE-3663644BCC21}" type="presParOf" srcId="{12DA2874-E3C9-4920-9908-BAAED304CF0B}" destId="{57759226-8B91-4A27-AA84-116844D9213B}" srcOrd="5" destOrd="0" presId="urn:microsoft.com/office/officeart/2005/8/layout/default"/>
    <dgm:cxn modelId="{B73788A5-C659-45D4-A858-D1678B923568}" type="presParOf" srcId="{12DA2874-E3C9-4920-9908-BAAED304CF0B}" destId="{4C73949D-4705-4E50-A539-B6B69D47C7BC}" srcOrd="6" destOrd="0" presId="urn:microsoft.com/office/officeart/2005/8/layout/default"/>
    <dgm:cxn modelId="{1DE7122F-7122-43E6-97C1-D8C0F3EAEE4C}" type="presParOf" srcId="{12DA2874-E3C9-4920-9908-BAAED304CF0B}" destId="{3185B73B-7BE7-4F93-9259-7E3CAE77BD32}" srcOrd="7" destOrd="0" presId="urn:microsoft.com/office/officeart/2005/8/layout/default"/>
    <dgm:cxn modelId="{38613BC2-0F02-41AA-B7BD-63780565CA34}" type="presParOf" srcId="{12DA2874-E3C9-4920-9908-BAAED304CF0B}" destId="{2DE1D8EC-39A3-4E4C-BB95-721C8567A8E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Среднее время между отказами (MTBF).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CA5A7459-251F-46B3-BA14-B5EECD3B79B6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Доступность системы (</a:t>
          </a:r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uptime).</a:t>
          </a:r>
          <a:endParaRPr lang="ru-RU" sz="2400" dirty="0" smtClean="0">
            <a:latin typeface="Times New Roman" pitchFamily="18" charset="0"/>
            <a:cs typeface="Times New Roman" pitchFamily="18" charset="0"/>
          </a:endParaRPr>
        </a:p>
      </dgm:t>
    </dgm:pt>
    <dgm:pt modelId="{26000EB8-4A6F-4B9E-95E2-158DF1B1B00E}" type="parTrans" cxnId="{E8BB07C8-422C-4748-AEB1-9DE71B714F2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2CD1E15-4D4C-4129-AC8B-60A56DC60C7F}" type="sibTrans" cxnId="{E8BB07C8-422C-4748-AEB1-9DE71B714F2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7FFBBAB-2A23-48E5-893C-8C3588E0B790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Точность и стабильность работы сенсоров и навигационных систем.</a:t>
          </a:r>
        </a:p>
      </dgm:t>
    </dgm:pt>
    <dgm:pt modelId="{BE28D8E0-D640-4ADA-AB43-2412A6E84288}" type="parTrans" cxnId="{237D9DA7-ADE0-45A2-8385-B52D5A2D6C2C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EE7E753-C87C-4313-B09E-EF00840282D1}" type="sibTrans" cxnId="{237D9DA7-ADE0-45A2-8385-B52D5A2D6C2C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330643C-CACB-4713-AE09-C7ADA386D765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Устойчивость к помехам и внешним воздействиям (погодные условия, электромагнитные поля).</a:t>
          </a:r>
        </a:p>
      </dgm:t>
    </dgm:pt>
    <dgm:pt modelId="{1EE80589-718C-41A6-A0C0-C9BCA8CB169D}" type="parTrans" cxnId="{92B53125-ABFF-4353-9A5B-88DDAA6E364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2D238EFC-8729-44A7-BCAA-774FBAC27DED}" type="sibTrans" cxnId="{92B53125-ABFF-4353-9A5B-88DDAA6E364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212F010-4A6F-4DF8-89E7-E03133AE51C4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Способность к самодиагностике и восстановлению после сбоев.</a:t>
          </a:r>
        </a:p>
      </dgm:t>
    </dgm:pt>
    <dgm:pt modelId="{CDF409B5-3BC9-4D27-8F64-2A4416A99F2F}" type="parTrans" cxnId="{6458F66D-2CC6-4212-B4C5-48A8AAD94DF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4B5764D-DE43-48D5-B97E-4E318091B2D6}" type="sibTrans" cxnId="{6458F66D-2CC6-4212-B4C5-48A8AAD94DFD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5" custScaleY="13913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B38D2DEB-89CD-4DC4-BDF8-5D8A1ACFEACF}" type="pres">
      <dgm:prSet presAssocID="{CA5A7459-251F-46B3-BA14-B5EECD3B79B6}" presName="node" presStyleLbl="node1" presStyleIdx="1" presStyleCnt="5" custScaleY="14266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DF6A5-7384-4AB8-A8D8-166A00C164B4}" type="pres">
      <dgm:prSet presAssocID="{12CD1E15-4D4C-4129-AC8B-60A56DC60C7F}" presName="sibTrans" presStyleCnt="0"/>
      <dgm:spPr/>
    </dgm:pt>
    <dgm:pt modelId="{0510864A-891C-4871-ACD1-9274CA5C895F}" type="pres">
      <dgm:prSet presAssocID="{37FFBBAB-2A23-48E5-893C-8C3588E0B790}" presName="node" presStyleLbl="node1" presStyleIdx="2" presStyleCnt="5" custScaleY="14266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813C4F-2C43-49D3-B10B-9ACECE4FF3CC}" type="pres">
      <dgm:prSet presAssocID="{7EE7E753-C87C-4313-B09E-EF00840282D1}" presName="sibTrans" presStyleCnt="0"/>
      <dgm:spPr/>
    </dgm:pt>
    <dgm:pt modelId="{495DC105-8285-4BD9-A8DA-E6DAE29AF1FC}" type="pres">
      <dgm:prSet presAssocID="{B330643C-CACB-4713-AE09-C7ADA386D765}" presName="node" presStyleLbl="node1" presStyleIdx="3" presStyleCnt="5" custScaleX="144372" custScaleY="12428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87FCD4-A51B-4869-95AC-163BE377068A}" type="pres">
      <dgm:prSet presAssocID="{2D238EFC-8729-44A7-BCAA-774FBAC27DED}" presName="sibTrans" presStyleCnt="0"/>
      <dgm:spPr/>
    </dgm:pt>
    <dgm:pt modelId="{717557F9-A374-4BB7-A224-10695E532434}" type="pres">
      <dgm:prSet presAssocID="{8212F010-4A6F-4DF8-89E7-E03133AE51C4}" presName="node" presStyleLbl="node1" presStyleIdx="4" presStyleCnt="5" custScaleY="12428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66B058A-1742-48AE-9F79-2BD3411C6EF3}" type="presOf" srcId="{55FC329F-18EE-40A3-845E-FCECD817743E}" destId="{63C21AF2-1D7C-4FAA-A637-B1AE70359A82}" srcOrd="0" destOrd="0" presId="urn:microsoft.com/office/officeart/2005/8/layout/default"/>
    <dgm:cxn modelId="{92B53125-ABFF-4353-9A5B-88DDAA6E364D}" srcId="{A44C5DC1-05C9-4222-B0AA-1C05A3D19281}" destId="{B330643C-CACB-4713-AE09-C7ADA386D765}" srcOrd="3" destOrd="0" parTransId="{1EE80589-718C-41A6-A0C0-C9BCA8CB169D}" sibTransId="{2D238EFC-8729-44A7-BCAA-774FBAC27DED}"/>
    <dgm:cxn modelId="{E8BB07C8-422C-4748-AEB1-9DE71B714F2D}" srcId="{A44C5DC1-05C9-4222-B0AA-1C05A3D19281}" destId="{CA5A7459-251F-46B3-BA14-B5EECD3B79B6}" srcOrd="1" destOrd="0" parTransId="{26000EB8-4A6F-4B9E-95E2-158DF1B1B00E}" sibTransId="{12CD1E15-4D4C-4129-AC8B-60A56DC60C7F}"/>
    <dgm:cxn modelId="{AB82FBD6-6F64-4649-A529-D2945BF1DF4F}" type="presOf" srcId="{8212F010-4A6F-4DF8-89E7-E03133AE51C4}" destId="{717557F9-A374-4BB7-A224-10695E532434}" srcOrd="0" destOrd="0" presId="urn:microsoft.com/office/officeart/2005/8/layout/default"/>
    <dgm:cxn modelId="{6458F66D-2CC6-4212-B4C5-48A8AAD94DFD}" srcId="{A44C5DC1-05C9-4222-B0AA-1C05A3D19281}" destId="{8212F010-4A6F-4DF8-89E7-E03133AE51C4}" srcOrd="4" destOrd="0" parTransId="{CDF409B5-3BC9-4D27-8F64-2A4416A99F2F}" sibTransId="{D4B5764D-DE43-48D5-B97E-4E318091B2D6}"/>
    <dgm:cxn modelId="{B9589902-8A92-45D6-870B-039C2EC51F0B}" type="presOf" srcId="{B330643C-CACB-4713-AE09-C7ADA386D765}" destId="{495DC105-8285-4BD9-A8DA-E6DAE29AF1FC}" srcOrd="0" destOrd="0" presId="urn:microsoft.com/office/officeart/2005/8/layout/default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237D9DA7-ADE0-45A2-8385-B52D5A2D6C2C}" srcId="{A44C5DC1-05C9-4222-B0AA-1C05A3D19281}" destId="{37FFBBAB-2A23-48E5-893C-8C3588E0B790}" srcOrd="2" destOrd="0" parTransId="{BE28D8E0-D640-4ADA-AB43-2412A6E84288}" sibTransId="{7EE7E753-C87C-4313-B09E-EF00840282D1}"/>
    <dgm:cxn modelId="{B8B748BE-2000-43C7-A742-AF21151CF5A8}" type="presOf" srcId="{A44C5DC1-05C9-4222-B0AA-1C05A3D19281}" destId="{12DA2874-E3C9-4920-9908-BAAED304CF0B}" srcOrd="0" destOrd="0" presId="urn:microsoft.com/office/officeart/2005/8/layout/default"/>
    <dgm:cxn modelId="{A7505468-B2A1-467A-81FF-C7F51EEA1E96}" type="presOf" srcId="{37FFBBAB-2A23-48E5-893C-8C3588E0B790}" destId="{0510864A-891C-4871-ACD1-9274CA5C895F}" srcOrd="0" destOrd="0" presId="urn:microsoft.com/office/officeart/2005/8/layout/default"/>
    <dgm:cxn modelId="{EAA8D750-3493-4E63-BB91-7442BFC87545}" type="presOf" srcId="{CA5A7459-251F-46B3-BA14-B5EECD3B79B6}" destId="{B38D2DEB-89CD-4DC4-BDF8-5D8A1ACFEACF}" srcOrd="0" destOrd="0" presId="urn:microsoft.com/office/officeart/2005/8/layout/default"/>
    <dgm:cxn modelId="{551097D9-9DDF-42F3-BCED-F1BADB25183A}" type="presParOf" srcId="{12DA2874-E3C9-4920-9908-BAAED304CF0B}" destId="{63C21AF2-1D7C-4FAA-A637-B1AE70359A82}" srcOrd="0" destOrd="0" presId="urn:microsoft.com/office/officeart/2005/8/layout/default"/>
    <dgm:cxn modelId="{069A179C-AA0E-468D-8CCC-5121734C4097}" type="presParOf" srcId="{12DA2874-E3C9-4920-9908-BAAED304CF0B}" destId="{CD3A0716-F646-41DA-A4FA-21F2AB5B1C46}" srcOrd="1" destOrd="0" presId="urn:microsoft.com/office/officeart/2005/8/layout/default"/>
    <dgm:cxn modelId="{1B341977-2D07-4C3B-B5B2-7A9D983F20B0}" type="presParOf" srcId="{12DA2874-E3C9-4920-9908-BAAED304CF0B}" destId="{B38D2DEB-89CD-4DC4-BDF8-5D8A1ACFEACF}" srcOrd="2" destOrd="0" presId="urn:microsoft.com/office/officeart/2005/8/layout/default"/>
    <dgm:cxn modelId="{A2D9B01C-1B96-4A9E-B74E-F5ECB952D985}" type="presParOf" srcId="{12DA2874-E3C9-4920-9908-BAAED304CF0B}" destId="{BA0DF6A5-7384-4AB8-A8D8-166A00C164B4}" srcOrd="3" destOrd="0" presId="urn:microsoft.com/office/officeart/2005/8/layout/default"/>
    <dgm:cxn modelId="{38375655-A1AA-4F9B-9E59-E43DB5B613EB}" type="presParOf" srcId="{12DA2874-E3C9-4920-9908-BAAED304CF0B}" destId="{0510864A-891C-4871-ACD1-9274CA5C895F}" srcOrd="4" destOrd="0" presId="urn:microsoft.com/office/officeart/2005/8/layout/default"/>
    <dgm:cxn modelId="{987DF967-C097-41E6-9529-DD6A9EEAE500}" type="presParOf" srcId="{12DA2874-E3C9-4920-9908-BAAED304CF0B}" destId="{DE813C4F-2C43-49D3-B10B-9ACECE4FF3CC}" srcOrd="5" destOrd="0" presId="urn:microsoft.com/office/officeart/2005/8/layout/default"/>
    <dgm:cxn modelId="{A62E5607-D680-4912-847F-492B6A0A9EE7}" type="presParOf" srcId="{12DA2874-E3C9-4920-9908-BAAED304CF0B}" destId="{495DC105-8285-4BD9-A8DA-E6DAE29AF1FC}" srcOrd="6" destOrd="0" presId="urn:microsoft.com/office/officeart/2005/8/layout/default"/>
    <dgm:cxn modelId="{D37009C9-11B5-4333-A9E6-6490D314ADA4}" type="presParOf" srcId="{12DA2874-E3C9-4920-9908-BAAED304CF0B}" destId="{7C87FCD4-A51B-4869-95AC-163BE377068A}" srcOrd="7" destOrd="0" presId="urn:microsoft.com/office/officeart/2005/8/layout/default"/>
    <dgm:cxn modelId="{9F7369FE-008F-4D3F-9B3C-77ED68033A30}" type="presParOf" srcId="{12DA2874-E3C9-4920-9908-BAAED304CF0B}" destId="{717557F9-A374-4BB7-A224-10695E53243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Средняя скорость движения.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EF6F393-CA74-4BE9-A3C6-8A6DBA939591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Расход энергии или топлива.</a:t>
          </a:r>
        </a:p>
      </dgm:t>
    </dgm:pt>
    <dgm:pt modelId="{776DA7D3-1E6F-4311-BB3F-4F5573B29823}" type="parTrans" cxnId="{7828E4D7-2F53-4128-B1F4-2F4B368519FA}">
      <dgm:prSet/>
      <dgm:spPr/>
      <dgm:t>
        <a:bodyPr/>
        <a:lstStyle/>
        <a:p>
          <a:endParaRPr lang="ru-RU"/>
        </a:p>
      </dgm:t>
    </dgm:pt>
    <dgm:pt modelId="{1C11E435-7F35-4EF3-BB2B-E990011D0670}" type="sibTrans" cxnId="{7828E4D7-2F53-4128-B1F4-2F4B368519FA}">
      <dgm:prSet/>
      <dgm:spPr/>
      <dgm:t>
        <a:bodyPr/>
        <a:lstStyle/>
        <a:p>
          <a:endParaRPr lang="ru-RU"/>
        </a:p>
      </dgm:t>
    </dgm:pt>
    <dgm:pt modelId="{8673E968-216D-48C4-89B3-CFC9906C591D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Пропускная способность трафика.</a:t>
          </a:r>
        </a:p>
      </dgm:t>
    </dgm:pt>
    <dgm:pt modelId="{47F20E25-FC61-4079-BA17-3C63140DFC80}" type="parTrans" cxnId="{F1C5A669-C1B6-415D-B51B-94BA52E96078}">
      <dgm:prSet/>
      <dgm:spPr/>
      <dgm:t>
        <a:bodyPr/>
        <a:lstStyle/>
        <a:p>
          <a:endParaRPr lang="ru-RU"/>
        </a:p>
      </dgm:t>
    </dgm:pt>
    <dgm:pt modelId="{59A43484-FBC1-4147-BBC2-A873752C8493}" type="sibTrans" cxnId="{F1C5A669-C1B6-415D-B51B-94BA52E96078}">
      <dgm:prSet/>
      <dgm:spPr/>
      <dgm:t>
        <a:bodyPr/>
        <a:lstStyle/>
        <a:p>
          <a:endParaRPr lang="ru-RU"/>
        </a:p>
      </dgm:t>
    </dgm:pt>
    <dgm:pt modelId="{5D45AD0B-F491-4464-B820-DCCABC5798F9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Время реакции на изменение дорожной обстановки.</a:t>
          </a:r>
        </a:p>
      </dgm:t>
    </dgm:pt>
    <dgm:pt modelId="{CE1FB2C8-189F-4479-99EF-429387091080}" type="parTrans" cxnId="{85CC3353-C90E-4AAA-B1D7-3732BDEB9365}">
      <dgm:prSet/>
      <dgm:spPr/>
      <dgm:t>
        <a:bodyPr/>
        <a:lstStyle/>
        <a:p>
          <a:endParaRPr lang="ru-RU"/>
        </a:p>
      </dgm:t>
    </dgm:pt>
    <dgm:pt modelId="{4009A6A4-8855-4344-94E1-FA50BBC0DFED}" type="sibTrans" cxnId="{85CC3353-C90E-4AAA-B1D7-3732BDEB9365}">
      <dgm:prSet/>
      <dgm:spPr/>
      <dgm:t>
        <a:bodyPr/>
        <a:lstStyle/>
        <a:p>
          <a:endParaRPr lang="ru-RU"/>
        </a:p>
      </dgm:t>
    </dgm:pt>
    <dgm:pt modelId="{563659A9-6CDA-4B98-B87C-B6D9818E3291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Оптимизация маршрута и стиля вождения.</a:t>
          </a:r>
        </a:p>
      </dgm:t>
    </dgm:pt>
    <dgm:pt modelId="{5DC5B6BD-358C-42B1-85A4-3FB1B66AF6EA}" type="parTrans" cxnId="{0C1A8DEE-3849-4217-AD7D-A6B95EE4395C}">
      <dgm:prSet/>
      <dgm:spPr/>
      <dgm:t>
        <a:bodyPr/>
        <a:lstStyle/>
        <a:p>
          <a:endParaRPr lang="ru-RU"/>
        </a:p>
      </dgm:t>
    </dgm:pt>
    <dgm:pt modelId="{1168BC15-3885-457B-A531-14114C7C3CB5}" type="sibTrans" cxnId="{0C1A8DEE-3849-4217-AD7D-A6B95EE4395C}">
      <dgm:prSet/>
      <dgm:spPr/>
      <dgm:t>
        <a:bodyPr/>
        <a:lstStyle/>
        <a:p>
          <a:endParaRPr lang="ru-RU"/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5" custScaleY="13913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20374F95-4147-434D-AD73-9905AA269F9A}" type="pres">
      <dgm:prSet presAssocID="{7EF6F393-CA74-4BE9-A3C6-8A6DBA93959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A014CD-AAA8-48F7-A063-DA5A281C4751}" type="pres">
      <dgm:prSet presAssocID="{1C11E435-7F35-4EF3-BB2B-E990011D0670}" presName="sibTrans" presStyleCnt="0"/>
      <dgm:spPr/>
    </dgm:pt>
    <dgm:pt modelId="{11F30DDD-9770-48D1-A1F2-A8E934FDA81C}" type="pres">
      <dgm:prSet presAssocID="{8673E968-216D-48C4-89B3-CFC9906C591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AD2DD5-D82A-48A7-A194-78A73DBFD34B}" type="pres">
      <dgm:prSet presAssocID="{59A43484-FBC1-4147-BBC2-A873752C8493}" presName="sibTrans" presStyleCnt="0"/>
      <dgm:spPr/>
    </dgm:pt>
    <dgm:pt modelId="{6F0AD5C9-BA04-4A43-BD26-252061D7A68A}" type="pres">
      <dgm:prSet presAssocID="{5D45AD0B-F491-4464-B820-DCCABC5798F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C33E4E-1649-446F-8D04-7F68075DA334}" type="pres">
      <dgm:prSet presAssocID="{4009A6A4-8855-4344-94E1-FA50BBC0DFED}" presName="sibTrans" presStyleCnt="0"/>
      <dgm:spPr/>
    </dgm:pt>
    <dgm:pt modelId="{AFF4E8E8-EEC5-440D-9216-1A5B78C065C8}" type="pres">
      <dgm:prSet presAssocID="{563659A9-6CDA-4B98-B87C-B6D9818E3291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DF5C119-49DA-407A-9F46-4F1E97981D95}" type="presOf" srcId="{55FC329F-18EE-40A3-845E-FCECD817743E}" destId="{63C21AF2-1D7C-4FAA-A637-B1AE70359A82}" srcOrd="0" destOrd="0" presId="urn:microsoft.com/office/officeart/2005/8/layout/default"/>
    <dgm:cxn modelId="{F1C5A669-C1B6-415D-B51B-94BA52E96078}" srcId="{A44C5DC1-05C9-4222-B0AA-1C05A3D19281}" destId="{8673E968-216D-48C4-89B3-CFC9906C591D}" srcOrd="2" destOrd="0" parTransId="{47F20E25-FC61-4079-BA17-3C63140DFC80}" sibTransId="{59A43484-FBC1-4147-BBC2-A873752C8493}"/>
    <dgm:cxn modelId="{695278A3-9E6C-41C0-B6BC-C7C7402E4592}" type="presOf" srcId="{563659A9-6CDA-4B98-B87C-B6D9818E3291}" destId="{AFF4E8E8-EEC5-440D-9216-1A5B78C065C8}" srcOrd="0" destOrd="0" presId="urn:microsoft.com/office/officeart/2005/8/layout/default"/>
    <dgm:cxn modelId="{0FD8E7DD-59EA-4A3B-9C6E-3A3A9C5A6BD0}" type="presOf" srcId="{A44C5DC1-05C9-4222-B0AA-1C05A3D19281}" destId="{12DA2874-E3C9-4920-9908-BAAED304CF0B}" srcOrd="0" destOrd="0" presId="urn:microsoft.com/office/officeart/2005/8/layout/default"/>
    <dgm:cxn modelId="{7828E4D7-2F53-4128-B1F4-2F4B368519FA}" srcId="{A44C5DC1-05C9-4222-B0AA-1C05A3D19281}" destId="{7EF6F393-CA74-4BE9-A3C6-8A6DBA939591}" srcOrd="1" destOrd="0" parTransId="{776DA7D3-1E6F-4311-BB3F-4F5573B29823}" sibTransId="{1C11E435-7F35-4EF3-BB2B-E990011D0670}"/>
    <dgm:cxn modelId="{0C1A8DEE-3849-4217-AD7D-A6B95EE4395C}" srcId="{A44C5DC1-05C9-4222-B0AA-1C05A3D19281}" destId="{563659A9-6CDA-4B98-B87C-B6D9818E3291}" srcOrd="4" destOrd="0" parTransId="{5DC5B6BD-358C-42B1-85A4-3FB1B66AF6EA}" sibTransId="{1168BC15-3885-457B-A531-14114C7C3CB5}"/>
    <dgm:cxn modelId="{85CC3353-C90E-4AAA-B1D7-3732BDEB9365}" srcId="{A44C5DC1-05C9-4222-B0AA-1C05A3D19281}" destId="{5D45AD0B-F491-4464-B820-DCCABC5798F9}" srcOrd="3" destOrd="0" parTransId="{CE1FB2C8-189F-4479-99EF-429387091080}" sibTransId="{4009A6A4-8855-4344-94E1-FA50BBC0DFED}"/>
    <dgm:cxn modelId="{8BD6F0A6-7D62-4401-90F8-585A70843C3D}" type="presOf" srcId="{5D45AD0B-F491-4464-B820-DCCABC5798F9}" destId="{6F0AD5C9-BA04-4A43-BD26-252061D7A68A}" srcOrd="0" destOrd="0" presId="urn:microsoft.com/office/officeart/2005/8/layout/default"/>
    <dgm:cxn modelId="{95C770E2-F8F2-415A-B95E-ADA3BEB7DD60}" type="presOf" srcId="{8673E968-216D-48C4-89B3-CFC9906C591D}" destId="{11F30DDD-9770-48D1-A1F2-A8E934FDA81C}" srcOrd="0" destOrd="0" presId="urn:microsoft.com/office/officeart/2005/8/layout/default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1A7333A5-8A25-46DF-8593-9FA4DEBF8C26}" type="presOf" srcId="{7EF6F393-CA74-4BE9-A3C6-8A6DBA939591}" destId="{20374F95-4147-434D-AD73-9905AA269F9A}" srcOrd="0" destOrd="0" presId="urn:microsoft.com/office/officeart/2005/8/layout/default"/>
    <dgm:cxn modelId="{193EE4FA-C172-46EF-937A-99FBF9CA2D01}" type="presParOf" srcId="{12DA2874-E3C9-4920-9908-BAAED304CF0B}" destId="{63C21AF2-1D7C-4FAA-A637-B1AE70359A82}" srcOrd="0" destOrd="0" presId="urn:microsoft.com/office/officeart/2005/8/layout/default"/>
    <dgm:cxn modelId="{AF69BC27-9A6F-4027-B894-1CCF33F18B6D}" type="presParOf" srcId="{12DA2874-E3C9-4920-9908-BAAED304CF0B}" destId="{CD3A0716-F646-41DA-A4FA-21F2AB5B1C46}" srcOrd="1" destOrd="0" presId="urn:microsoft.com/office/officeart/2005/8/layout/default"/>
    <dgm:cxn modelId="{1F8BE5B8-95CE-4410-8FF7-E511DA1C20DD}" type="presParOf" srcId="{12DA2874-E3C9-4920-9908-BAAED304CF0B}" destId="{20374F95-4147-434D-AD73-9905AA269F9A}" srcOrd="2" destOrd="0" presId="urn:microsoft.com/office/officeart/2005/8/layout/default"/>
    <dgm:cxn modelId="{4DFF70D5-293F-4E79-8909-D9360A27F74B}" type="presParOf" srcId="{12DA2874-E3C9-4920-9908-BAAED304CF0B}" destId="{D3A014CD-AAA8-48F7-A063-DA5A281C4751}" srcOrd="3" destOrd="0" presId="urn:microsoft.com/office/officeart/2005/8/layout/default"/>
    <dgm:cxn modelId="{D2FFE7EC-AE29-4202-8EA0-13401B8FC550}" type="presParOf" srcId="{12DA2874-E3C9-4920-9908-BAAED304CF0B}" destId="{11F30DDD-9770-48D1-A1F2-A8E934FDA81C}" srcOrd="4" destOrd="0" presId="urn:microsoft.com/office/officeart/2005/8/layout/default"/>
    <dgm:cxn modelId="{C5F1ECE0-DFE2-4B36-9F00-835D1E17440D}" type="presParOf" srcId="{12DA2874-E3C9-4920-9908-BAAED304CF0B}" destId="{BCAD2DD5-D82A-48A7-A194-78A73DBFD34B}" srcOrd="5" destOrd="0" presId="urn:microsoft.com/office/officeart/2005/8/layout/default"/>
    <dgm:cxn modelId="{BBE36EBE-F868-45C1-9BD7-94F8EC8C3D02}" type="presParOf" srcId="{12DA2874-E3C9-4920-9908-BAAED304CF0B}" destId="{6F0AD5C9-BA04-4A43-BD26-252061D7A68A}" srcOrd="6" destOrd="0" presId="urn:microsoft.com/office/officeart/2005/8/layout/default"/>
    <dgm:cxn modelId="{D4082031-995D-4304-8A45-53460806FA51}" type="presParOf" srcId="{12DA2874-E3C9-4920-9908-BAAED304CF0B}" destId="{58C33E4E-1649-446F-8D04-7F68075DA334}" srcOrd="7" destOrd="0" presId="urn:microsoft.com/office/officeart/2005/8/layout/default"/>
    <dgm:cxn modelId="{40678498-DDE0-442B-896D-AB71AF5A8486}" type="presParOf" srcId="{12DA2874-E3C9-4920-9908-BAAED304CF0B}" destId="{AFF4E8E8-EEC5-440D-9216-1A5B78C065C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Удобство и понятность интерфейса пользователя.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94D0D9F-5961-4FE2-96AC-0ACBED92215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Легкость настройки и управления.</a:t>
          </a:r>
        </a:p>
      </dgm:t>
    </dgm:pt>
    <dgm:pt modelId="{8E097339-DDCD-404D-8B43-9B565E033B3B}" type="parTrans" cxnId="{0AD9BFFC-BE75-408C-AD41-5807A5E73F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55008A1-B856-4D4F-9FE6-337FB73FE092}" type="sibTrans" cxnId="{0AD9BFFC-BE75-408C-AD41-5807A5E73F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49854F6-6BB0-48E8-A519-A5BC2C14095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Комфорт для пассажиров.</a:t>
          </a:r>
        </a:p>
      </dgm:t>
    </dgm:pt>
    <dgm:pt modelId="{22C5B923-E7B9-4452-909E-05D16B1CC892}" type="parTrans" cxnId="{7BC30E51-5C85-49B2-80EB-5B2058B834F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D5C1EB1-996B-4A49-8429-5893351A7D9A}" type="sibTrans" cxnId="{7BC30E51-5C85-49B2-80EB-5B2058B834F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BEC48EF-6F12-40BC-AB7F-ACBFFED4D87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Способность адаптироваться к предпочтениям пользователя.</a:t>
          </a:r>
        </a:p>
      </dgm:t>
    </dgm:pt>
    <dgm:pt modelId="{762787CC-CB6E-413F-8AD1-E4F7A74AC76F}" type="parTrans" cxnId="{AAF1D304-938D-43BD-AC21-C39D74265D2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BB7FF02-5347-46A6-BBB6-4D14DD580298}" type="sibTrans" cxnId="{AAF1D304-938D-43BD-AC21-C39D74265D2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E983360-EC91-4050-B5A7-57839069144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Интеграция с другими сервисами и устройствами.</a:t>
          </a:r>
        </a:p>
      </dgm:t>
    </dgm:pt>
    <dgm:pt modelId="{E08040FE-AED1-4623-8B0F-574446750CBF}" type="parTrans" cxnId="{EBB198B1-AD07-44AB-BFFD-EDBFCE7A70C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7C059E6-6477-4E4A-A8F2-51424B8377EC}" type="sibTrans" cxnId="{EBB198B1-AD07-44AB-BFFD-EDBFCE7A70C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5859EDC6-3415-44EE-A2C7-F274F6EF4431}" type="pres">
      <dgm:prSet presAssocID="{794D0D9F-5961-4FE2-96AC-0ACBED92215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5510AA-DFA3-4706-BAE4-8717B865BF01}" type="pres">
      <dgm:prSet presAssocID="{355008A1-B856-4D4F-9FE6-337FB73FE092}" presName="sibTrans" presStyleCnt="0"/>
      <dgm:spPr/>
    </dgm:pt>
    <dgm:pt modelId="{E2C65080-3AA6-478F-88C7-E4739237EC4F}" type="pres">
      <dgm:prSet presAssocID="{149854F6-6BB0-48E8-A519-A5BC2C140951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5D7219-C653-4606-9B04-45C4B6C30075}" type="pres">
      <dgm:prSet presAssocID="{CD5C1EB1-996B-4A49-8429-5893351A7D9A}" presName="sibTrans" presStyleCnt="0"/>
      <dgm:spPr/>
    </dgm:pt>
    <dgm:pt modelId="{837208AB-36AD-4257-A4B2-4A0F54DFEC91}" type="pres">
      <dgm:prSet presAssocID="{ABEC48EF-6F12-40BC-AB7F-ACBFFED4D87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37962E-A20F-4138-A727-11F4D33EB242}" type="pres">
      <dgm:prSet presAssocID="{7BB7FF02-5347-46A6-BBB6-4D14DD580298}" presName="sibTrans" presStyleCnt="0"/>
      <dgm:spPr/>
    </dgm:pt>
    <dgm:pt modelId="{5AA247FC-BBB5-4025-B302-ECA0CDA3FEDD}" type="pres">
      <dgm:prSet presAssocID="{0E983360-EC91-4050-B5A7-57839069144D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AF1D304-938D-43BD-AC21-C39D74265D23}" srcId="{A44C5DC1-05C9-4222-B0AA-1C05A3D19281}" destId="{ABEC48EF-6F12-40BC-AB7F-ACBFFED4D874}" srcOrd="3" destOrd="0" parTransId="{762787CC-CB6E-413F-8AD1-E4F7A74AC76F}" sibTransId="{7BB7FF02-5347-46A6-BBB6-4D14DD580298}"/>
    <dgm:cxn modelId="{0AD9BFFC-BE75-408C-AD41-5807A5E73FB4}" srcId="{A44C5DC1-05C9-4222-B0AA-1C05A3D19281}" destId="{794D0D9F-5961-4FE2-96AC-0ACBED92215C}" srcOrd="1" destOrd="0" parTransId="{8E097339-DDCD-404D-8B43-9B565E033B3B}" sibTransId="{355008A1-B856-4D4F-9FE6-337FB73FE092}"/>
    <dgm:cxn modelId="{4B18A880-0DEF-4C57-A513-956A581ED6E7}" type="presOf" srcId="{0E983360-EC91-4050-B5A7-57839069144D}" destId="{5AA247FC-BBB5-4025-B302-ECA0CDA3FEDD}" srcOrd="0" destOrd="0" presId="urn:microsoft.com/office/officeart/2005/8/layout/default"/>
    <dgm:cxn modelId="{7BC30E51-5C85-49B2-80EB-5B2058B834F1}" srcId="{A44C5DC1-05C9-4222-B0AA-1C05A3D19281}" destId="{149854F6-6BB0-48E8-A519-A5BC2C140951}" srcOrd="2" destOrd="0" parTransId="{22C5B923-E7B9-4452-909E-05D16B1CC892}" sibTransId="{CD5C1EB1-996B-4A49-8429-5893351A7D9A}"/>
    <dgm:cxn modelId="{C4FBAF4F-40AF-4779-B6FA-A8C94ABFDA6E}" type="presOf" srcId="{55FC329F-18EE-40A3-845E-FCECD817743E}" destId="{63C21AF2-1D7C-4FAA-A637-B1AE70359A82}" srcOrd="0" destOrd="0" presId="urn:microsoft.com/office/officeart/2005/8/layout/default"/>
    <dgm:cxn modelId="{FCA688BB-FBBB-4C6C-9891-B9AAFE45A95F}" type="presOf" srcId="{ABEC48EF-6F12-40BC-AB7F-ACBFFED4D874}" destId="{837208AB-36AD-4257-A4B2-4A0F54DFEC91}" srcOrd="0" destOrd="0" presId="urn:microsoft.com/office/officeart/2005/8/layout/default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EBB198B1-AD07-44AB-BFFD-EDBFCE7A70CF}" srcId="{A44C5DC1-05C9-4222-B0AA-1C05A3D19281}" destId="{0E983360-EC91-4050-B5A7-57839069144D}" srcOrd="4" destOrd="0" parTransId="{E08040FE-AED1-4623-8B0F-574446750CBF}" sibTransId="{D7C059E6-6477-4E4A-A8F2-51424B8377EC}"/>
    <dgm:cxn modelId="{BE7B47AD-68C4-4C9C-87AB-9D3B7841C194}" type="presOf" srcId="{A44C5DC1-05C9-4222-B0AA-1C05A3D19281}" destId="{12DA2874-E3C9-4920-9908-BAAED304CF0B}" srcOrd="0" destOrd="0" presId="urn:microsoft.com/office/officeart/2005/8/layout/default"/>
    <dgm:cxn modelId="{C22CCDBB-4A5E-48FA-9B24-123B0185531B}" type="presOf" srcId="{149854F6-6BB0-48E8-A519-A5BC2C140951}" destId="{E2C65080-3AA6-478F-88C7-E4739237EC4F}" srcOrd="0" destOrd="0" presId="urn:microsoft.com/office/officeart/2005/8/layout/default"/>
    <dgm:cxn modelId="{F5D07E58-CEDD-4BF9-94E5-9FDE318C485E}" type="presOf" srcId="{794D0D9F-5961-4FE2-96AC-0ACBED92215C}" destId="{5859EDC6-3415-44EE-A2C7-F274F6EF4431}" srcOrd="0" destOrd="0" presId="urn:microsoft.com/office/officeart/2005/8/layout/default"/>
    <dgm:cxn modelId="{BF292824-AEC4-45B8-B8B6-C527046ADF51}" type="presParOf" srcId="{12DA2874-E3C9-4920-9908-BAAED304CF0B}" destId="{63C21AF2-1D7C-4FAA-A637-B1AE70359A82}" srcOrd="0" destOrd="0" presId="urn:microsoft.com/office/officeart/2005/8/layout/default"/>
    <dgm:cxn modelId="{20A7AB9C-14D1-4CF7-83FF-B8F56FA2A3E0}" type="presParOf" srcId="{12DA2874-E3C9-4920-9908-BAAED304CF0B}" destId="{CD3A0716-F646-41DA-A4FA-21F2AB5B1C46}" srcOrd="1" destOrd="0" presId="urn:microsoft.com/office/officeart/2005/8/layout/default"/>
    <dgm:cxn modelId="{1CFF91DC-00DE-4E7E-80AE-5E82815FE863}" type="presParOf" srcId="{12DA2874-E3C9-4920-9908-BAAED304CF0B}" destId="{5859EDC6-3415-44EE-A2C7-F274F6EF4431}" srcOrd="2" destOrd="0" presId="urn:microsoft.com/office/officeart/2005/8/layout/default"/>
    <dgm:cxn modelId="{3D7F8559-2715-4954-A4BA-35174AEFD1BB}" type="presParOf" srcId="{12DA2874-E3C9-4920-9908-BAAED304CF0B}" destId="{A45510AA-DFA3-4706-BAE4-8717B865BF01}" srcOrd="3" destOrd="0" presId="urn:microsoft.com/office/officeart/2005/8/layout/default"/>
    <dgm:cxn modelId="{9AE5C94C-B088-42A6-A190-34813DA13487}" type="presParOf" srcId="{12DA2874-E3C9-4920-9908-BAAED304CF0B}" destId="{E2C65080-3AA6-478F-88C7-E4739237EC4F}" srcOrd="4" destOrd="0" presId="urn:microsoft.com/office/officeart/2005/8/layout/default"/>
    <dgm:cxn modelId="{10DB1454-42C0-4843-8D3B-B80A329C4986}" type="presParOf" srcId="{12DA2874-E3C9-4920-9908-BAAED304CF0B}" destId="{5B5D7219-C653-4606-9B04-45C4B6C30075}" srcOrd="5" destOrd="0" presId="urn:microsoft.com/office/officeart/2005/8/layout/default"/>
    <dgm:cxn modelId="{15CA4DC4-145D-4104-A222-BFE9CE2CF2B7}" type="presParOf" srcId="{12DA2874-E3C9-4920-9908-BAAED304CF0B}" destId="{837208AB-36AD-4257-A4B2-4A0F54DFEC91}" srcOrd="6" destOrd="0" presId="urn:microsoft.com/office/officeart/2005/8/layout/default"/>
    <dgm:cxn modelId="{11A3539D-AEF4-422C-A1A2-F6F86E8116B5}" type="presParOf" srcId="{12DA2874-E3C9-4920-9908-BAAED304CF0B}" destId="{A937962E-A20F-4138-A727-11F4D33EB242}" srcOrd="7" destOrd="0" presId="urn:microsoft.com/office/officeart/2005/8/layout/default"/>
    <dgm:cxn modelId="{2BCD1337-30F8-487E-A462-8FB5D4F55056}" type="presParOf" srcId="{12DA2874-E3C9-4920-9908-BAAED304CF0B}" destId="{5AA247FC-BBB5-4025-B302-ECA0CDA3FED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Четкая и хорошо видимая дорожная разметка: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необходима для обеспечения точного определения полосы движения.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5AED166-5471-4AB0-8263-E61AD23A1FF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Стандартизированные и легко распознаваемые дорожные знаки: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для правильной интерпретации дорожной обстановки.</a:t>
          </a:r>
        </a:p>
      </dgm:t>
    </dgm:pt>
    <dgm:pt modelId="{1341B807-238A-41DA-B6C1-36C5AEDB8AC1}" type="parTrans" cxnId="{40229E12-3A5D-4A16-B219-C18BEF36B969}">
      <dgm:prSet/>
      <dgm:spPr/>
      <dgm:t>
        <a:bodyPr/>
        <a:lstStyle/>
        <a:p>
          <a:endParaRPr lang="ru-RU"/>
        </a:p>
      </dgm:t>
    </dgm:pt>
    <dgm:pt modelId="{2AE776F5-3074-4C27-8599-D4A401EB4621}" type="sibTrans" cxnId="{40229E12-3A5D-4A16-B219-C18BEF36B969}">
      <dgm:prSet/>
      <dgm:spPr/>
      <dgm:t>
        <a:bodyPr/>
        <a:lstStyle/>
        <a:p>
          <a:endParaRPr lang="ru-RU"/>
        </a:p>
      </dgm:t>
    </dgm:pt>
    <dgm:pt modelId="{4BC2B12A-E167-41F5-B9A1-5EC8A7DCF269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Качественное дорожное покрытие: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для обеспечения надежной работы сенсоров и навигационных систем.</a:t>
          </a:r>
        </a:p>
      </dgm:t>
    </dgm:pt>
    <dgm:pt modelId="{A75BC444-9A9F-493F-BBC6-8F42E7DB8EA5}" type="parTrans" cxnId="{5246A287-C51B-4079-9515-52CC8FD84412}">
      <dgm:prSet/>
      <dgm:spPr/>
      <dgm:t>
        <a:bodyPr/>
        <a:lstStyle/>
        <a:p>
          <a:endParaRPr lang="ru-RU"/>
        </a:p>
      </dgm:t>
    </dgm:pt>
    <dgm:pt modelId="{84649A45-C69C-49FF-BC25-F88D08B6FB5F}" type="sibTrans" cxnId="{5246A287-C51B-4079-9515-52CC8FD84412}">
      <dgm:prSet/>
      <dgm:spPr/>
      <dgm:t>
        <a:bodyPr/>
        <a:lstStyle/>
        <a:p>
          <a:endParaRPr lang="ru-RU"/>
        </a:p>
      </dgm:t>
    </dgm:pt>
    <dgm:pt modelId="{A0AE63F8-31EE-46A4-8729-9FE57E5D406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Надежная связь: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для обмена данными между БПТС, инфраструктурой и другими участниками дорожного движения.</a:t>
          </a:r>
        </a:p>
      </dgm:t>
    </dgm:pt>
    <dgm:pt modelId="{8AA5150E-9C97-4813-8DC6-D74692EA7874}" type="parTrans" cxnId="{7187566A-0806-4E27-B62B-5329C253E3AF}">
      <dgm:prSet/>
      <dgm:spPr/>
      <dgm:t>
        <a:bodyPr/>
        <a:lstStyle/>
        <a:p>
          <a:endParaRPr lang="ru-RU"/>
        </a:p>
      </dgm:t>
    </dgm:pt>
    <dgm:pt modelId="{10A62C90-14C5-44FE-8692-902E6EF2781F}" type="sibTrans" cxnId="{7187566A-0806-4E27-B62B-5329C253E3AF}">
      <dgm:prSet/>
      <dgm:spPr/>
      <dgm:t>
        <a:bodyPr/>
        <a:lstStyle/>
        <a:p>
          <a:endParaRPr lang="ru-RU"/>
        </a:p>
      </dgm:t>
    </dgm:pt>
    <dgm:pt modelId="{76106400-606D-42BB-B997-DB42C9D72E8F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Точная и актуальная картографическая информация: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для обеспечения точной навигации и планирования маршрута.</a:t>
          </a:r>
        </a:p>
      </dgm:t>
    </dgm:pt>
    <dgm:pt modelId="{C67817E2-933F-411D-97A8-F4EDB6BF7FBB}" type="parTrans" cxnId="{8D887707-34B9-49C5-8E67-9E573B772A60}">
      <dgm:prSet/>
      <dgm:spPr/>
      <dgm:t>
        <a:bodyPr/>
        <a:lstStyle/>
        <a:p>
          <a:endParaRPr lang="ru-RU"/>
        </a:p>
      </dgm:t>
    </dgm:pt>
    <dgm:pt modelId="{AC42AB04-0852-45EA-BB18-3C6B32E08F2F}" type="sibTrans" cxnId="{8D887707-34B9-49C5-8E67-9E573B772A60}">
      <dgm:prSet/>
      <dgm:spPr/>
      <dgm:t>
        <a:bodyPr/>
        <a:lstStyle/>
        <a:p>
          <a:endParaRPr lang="ru-RU"/>
        </a:p>
      </dgm:t>
    </dgm:pt>
    <dgm:pt modelId="{06949A7A-9B00-48CD-969F-3F8440A9CB6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Устойчивость к погодным условиям: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дороги и знаки должны быть хорошо видимы в любых погодных условиях.</a:t>
          </a:r>
        </a:p>
      </dgm:t>
    </dgm:pt>
    <dgm:pt modelId="{3B21EAB6-074A-44B3-9DB1-BAA5D179BC8F}" type="parTrans" cxnId="{FD178A05-20E2-40A8-8EEE-CBB494FA9C3A}">
      <dgm:prSet/>
      <dgm:spPr/>
      <dgm:t>
        <a:bodyPr/>
        <a:lstStyle/>
        <a:p>
          <a:endParaRPr lang="ru-RU"/>
        </a:p>
      </dgm:t>
    </dgm:pt>
    <dgm:pt modelId="{167E14FC-AB4D-4313-819C-2F8AF54324A0}" type="sibTrans" cxnId="{FD178A05-20E2-40A8-8EEE-CBB494FA9C3A}">
      <dgm:prSet/>
      <dgm:spPr/>
      <dgm:t>
        <a:bodyPr/>
        <a:lstStyle/>
        <a:p>
          <a:endParaRPr lang="ru-RU"/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774D4E45-429E-480B-A503-3CF182C24856}" type="pres">
      <dgm:prSet presAssocID="{B5AED166-5471-4AB0-8263-E61AD23A1FFA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975D11-02B9-4965-AF3B-CFD5EF92A941}" type="pres">
      <dgm:prSet presAssocID="{2AE776F5-3074-4C27-8599-D4A401EB4621}" presName="sibTrans" presStyleCnt="0"/>
      <dgm:spPr/>
    </dgm:pt>
    <dgm:pt modelId="{1B28560F-A563-414C-9D9D-A31FDFD8FF8C}" type="pres">
      <dgm:prSet presAssocID="{4BC2B12A-E167-41F5-B9A1-5EC8A7DCF269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E287A4-E5A7-49A8-B913-012F9E17838B}" type="pres">
      <dgm:prSet presAssocID="{84649A45-C69C-49FF-BC25-F88D08B6FB5F}" presName="sibTrans" presStyleCnt="0"/>
      <dgm:spPr/>
    </dgm:pt>
    <dgm:pt modelId="{B8A2F422-E45E-4907-BAB0-7121FB714E3F}" type="pres">
      <dgm:prSet presAssocID="{A0AE63F8-31EE-46A4-8729-9FE57E5D4065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0E3409-DC48-45FC-A76B-52907F29A2BD}" type="pres">
      <dgm:prSet presAssocID="{10A62C90-14C5-44FE-8692-902E6EF2781F}" presName="sibTrans" presStyleCnt="0"/>
      <dgm:spPr/>
    </dgm:pt>
    <dgm:pt modelId="{8B0B37EB-1D44-4D5A-BA02-16D2C066EFA3}" type="pres">
      <dgm:prSet presAssocID="{76106400-606D-42BB-B997-DB42C9D72E8F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33D61E-6AAB-45FB-B7C9-36A5D4DA217D}" type="pres">
      <dgm:prSet presAssocID="{AC42AB04-0852-45EA-BB18-3C6B32E08F2F}" presName="sibTrans" presStyleCnt="0"/>
      <dgm:spPr/>
    </dgm:pt>
    <dgm:pt modelId="{EFBBCEB5-1F09-434D-BF61-CEBB430BCB69}" type="pres">
      <dgm:prSet presAssocID="{06949A7A-9B00-48CD-969F-3F8440A9CB65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187566A-0806-4E27-B62B-5329C253E3AF}" srcId="{A44C5DC1-05C9-4222-B0AA-1C05A3D19281}" destId="{A0AE63F8-31EE-46A4-8729-9FE57E5D4065}" srcOrd="3" destOrd="0" parTransId="{8AA5150E-9C97-4813-8DC6-D74692EA7874}" sibTransId="{10A62C90-14C5-44FE-8692-902E6EF2781F}"/>
    <dgm:cxn modelId="{8D887707-34B9-49C5-8E67-9E573B772A60}" srcId="{A44C5DC1-05C9-4222-B0AA-1C05A3D19281}" destId="{76106400-606D-42BB-B997-DB42C9D72E8F}" srcOrd="4" destOrd="0" parTransId="{C67817E2-933F-411D-97A8-F4EDB6BF7FBB}" sibTransId="{AC42AB04-0852-45EA-BB18-3C6B32E08F2F}"/>
    <dgm:cxn modelId="{EF814679-A809-4796-9D08-2D5632F7BBDA}" type="presOf" srcId="{B5AED166-5471-4AB0-8263-E61AD23A1FFA}" destId="{774D4E45-429E-480B-A503-3CF182C24856}" srcOrd="0" destOrd="0" presId="urn:microsoft.com/office/officeart/2005/8/layout/default"/>
    <dgm:cxn modelId="{0D9206B6-2516-49F5-9F37-8D3705A0AB89}" type="presOf" srcId="{76106400-606D-42BB-B997-DB42C9D72E8F}" destId="{8B0B37EB-1D44-4D5A-BA02-16D2C066EFA3}" srcOrd="0" destOrd="0" presId="urn:microsoft.com/office/officeart/2005/8/layout/default"/>
    <dgm:cxn modelId="{CC25EB1A-9BBD-4423-B94B-C4B96463D03B}" type="presOf" srcId="{A0AE63F8-31EE-46A4-8729-9FE57E5D4065}" destId="{B8A2F422-E45E-4907-BAB0-7121FB714E3F}" srcOrd="0" destOrd="0" presId="urn:microsoft.com/office/officeart/2005/8/layout/default"/>
    <dgm:cxn modelId="{40229E12-3A5D-4A16-B219-C18BEF36B969}" srcId="{A44C5DC1-05C9-4222-B0AA-1C05A3D19281}" destId="{B5AED166-5471-4AB0-8263-E61AD23A1FFA}" srcOrd="1" destOrd="0" parTransId="{1341B807-238A-41DA-B6C1-36C5AEDB8AC1}" sibTransId="{2AE776F5-3074-4C27-8599-D4A401EB4621}"/>
    <dgm:cxn modelId="{A5371EC4-CC96-4F30-A903-274E81C3E55A}" type="presOf" srcId="{06949A7A-9B00-48CD-969F-3F8440A9CB65}" destId="{EFBBCEB5-1F09-434D-BF61-CEBB430BCB69}" srcOrd="0" destOrd="0" presId="urn:microsoft.com/office/officeart/2005/8/layout/default"/>
    <dgm:cxn modelId="{2487AD22-6FB8-46EB-A2BC-0B149E300227}" type="presOf" srcId="{A44C5DC1-05C9-4222-B0AA-1C05A3D19281}" destId="{12DA2874-E3C9-4920-9908-BAAED304CF0B}" srcOrd="0" destOrd="0" presId="urn:microsoft.com/office/officeart/2005/8/layout/default"/>
    <dgm:cxn modelId="{4362BDA4-5835-446F-93A9-0BE6AC2CF330}" type="presOf" srcId="{55FC329F-18EE-40A3-845E-FCECD817743E}" destId="{63C21AF2-1D7C-4FAA-A637-B1AE70359A82}" srcOrd="0" destOrd="0" presId="urn:microsoft.com/office/officeart/2005/8/layout/default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FD178A05-20E2-40A8-8EEE-CBB494FA9C3A}" srcId="{A44C5DC1-05C9-4222-B0AA-1C05A3D19281}" destId="{06949A7A-9B00-48CD-969F-3F8440A9CB65}" srcOrd="5" destOrd="0" parTransId="{3B21EAB6-074A-44B3-9DB1-BAA5D179BC8F}" sibTransId="{167E14FC-AB4D-4313-819C-2F8AF54324A0}"/>
    <dgm:cxn modelId="{5246A287-C51B-4079-9515-52CC8FD84412}" srcId="{A44C5DC1-05C9-4222-B0AA-1C05A3D19281}" destId="{4BC2B12A-E167-41F5-B9A1-5EC8A7DCF269}" srcOrd="2" destOrd="0" parTransId="{A75BC444-9A9F-493F-BBC6-8F42E7DB8EA5}" sibTransId="{84649A45-C69C-49FF-BC25-F88D08B6FB5F}"/>
    <dgm:cxn modelId="{7DAA8AFB-3C29-4076-99A5-F6291CEC695A}" type="presOf" srcId="{4BC2B12A-E167-41F5-B9A1-5EC8A7DCF269}" destId="{1B28560F-A563-414C-9D9D-A31FDFD8FF8C}" srcOrd="0" destOrd="0" presId="urn:microsoft.com/office/officeart/2005/8/layout/default"/>
    <dgm:cxn modelId="{A002B0D1-0554-4FB8-9AE4-6F45165D306F}" type="presParOf" srcId="{12DA2874-E3C9-4920-9908-BAAED304CF0B}" destId="{63C21AF2-1D7C-4FAA-A637-B1AE70359A82}" srcOrd="0" destOrd="0" presId="urn:microsoft.com/office/officeart/2005/8/layout/default"/>
    <dgm:cxn modelId="{F3253EFA-88F3-478E-949B-F161BFF30AAB}" type="presParOf" srcId="{12DA2874-E3C9-4920-9908-BAAED304CF0B}" destId="{CD3A0716-F646-41DA-A4FA-21F2AB5B1C46}" srcOrd="1" destOrd="0" presId="urn:microsoft.com/office/officeart/2005/8/layout/default"/>
    <dgm:cxn modelId="{6A5F8963-77B1-4B92-B7AF-3ED3230343D0}" type="presParOf" srcId="{12DA2874-E3C9-4920-9908-BAAED304CF0B}" destId="{774D4E45-429E-480B-A503-3CF182C24856}" srcOrd="2" destOrd="0" presId="urn:microsoft.com/office/officeart/2005/8/layout/default"/>
    <dgm:cxn modelId="{F343C8B9-11E2-435D-9ADE-A7D40F4DB6D4}" type="presParOf" srcId="{12DA2874-E3C9-4920-9908-BAAED304CF0B}" destId="{3A975D11-02B9-4965-AF3B-CFD5EF92A941}" srcOrd="3" destOrd="0" presId="urn:microsoft.com/office/officeart/2005/8/layout/default"/>
    <dgm:cxn modelId="{57A824EB-D7F9-44B0-92C6-5846399A6415}" type="presParOf" srcId="{12DA2874-E3C9-4920-9908-BAAED304CF0B}" destId="{1B28560F-A563-414C-9D9D-A31FDFD8FF8C}" srcOrd="4" destOrd="0" presId="urn:microsoft.com/office/officeart/2005/8/layout/default"/>
    <dgm:cxn modelId="{CDF03D90-1150-4543-A6BC-EC2BE21DBB23}" type="presParOf" srcId="{12DA2874-E3C9-4920-9908-BAAED304CF0B}" destId="{94E287A4-E5A7-49A8-B913-012F9E17838B}" srcOrd="5" destOrd="0" presId="urn:microsoft.com/office/officeart/2005/8/layout/default"/>
    <dgm:cxn modelId="{FAF9AE2E-8C8B-4426-B0C3-03032A5189A2}" type="presParOf" srcId="{12DA2874-E3C9-4920-9908-BAAED304CF0B}" destId="{B8A2F422-E45E-4907-BAB0-7121FB714E3F}" srcOrd="6" destOrd="0" presId="urn:microsoft.com/office/officeart/2005/8/layout/default"/>
    <dgm:cxn modelId="{9ECC0F0B-C959-437D-998C-5BF54C5BC923}" type="presParOf" srcId="{12DA2874-E3C9-4920-9908-BAAED304CF0B}" destId="{000E3409-DC48-45FC-A76B-52907F29A2BD}" srcOrd="7" destOrd="0" presId="urn:microsoft.com/office/officeart/2005/8/layout/default"/>
    <dgm:cxn modelId="{E2444426-AC9D-496D-AC87-039C24DF0C6A}" type="presParOf" srcId="{12DA2874-E3C9-4920-9908-BAAED304CF0B}" destId="{8B0B37EB-1D44-4D5A-BA02-16D2C066EFA3}" srcOrd="8" destOrd="0" presId="urn:microsoft.com/office/officeart/2005/8/layout/default"/>
    <dgm:cxn modelId="{1605C9A1-E3E5-42BC-AC9C-5A93B4923D92}" type="presParOf" srcId="{12DA2874-E3C9-4920-9908-BAAED304CF0B}" destId="{C833D61E-6AAB-45FB-B7C9-36A5D4DA217D}" srcOrd="9" destOrd="0" presId="urn:microsoft.com/office/officeart/2005/8/layout/default"/>
    <dgm:cxn modelId="{630E8262-126E-425C-A3C7-6B854F64C7FC}" type="presParOf" srcId="{12DA2874-E3C9-4920-9908-BAAED304CF0B}" destId="{EFBBCEB5-1F09-434D-BF61-CEBB430BCB6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Улучшение дорожной разметки и знаков.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686D1FC-4DA7-4BB8-AB09-276AD70315C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Установка дополнительных датчиков и сенсоров.</a:t>
          </a:r>
        </a:p>
      </dgm:t>
    </dgm:pt>
    <dgm:pt modelId="{7B916ABA-7E56-440F-BE46-1A738AD45D6D}" type="parTrans" cxnId="{0F590536-95DE-41A3-A811-889E9CF90BE3}">
      <dgm:prSet/>
      <dgm:spPr/>
      <dgm:t>
        <a:bodyPr/>
        <a:lstStyle/>
        <a:p>
          <a:endParaRPr lang="ru-RU"/>
        </a:p>
      </dgm:t>
    </dgm:pt>
    <dgm:pt modelId="{2F4520DB-6DBC-46B2-8094-A7589B793B45}" type="sibTrans" cxnId="{0F590536-95DE-41A3-A811-889E9CF90BE3}">
      <dgm:prSet/>
      <dgm:spPr/>
      <dgm:t>
        <a:bodyPr/>
        <a:lstStyle/>
        <a:p>
          <a:endParaRPr lang="ru-RU"/>
        </a:p>
      </dgm:t>
    </dgm:pt>
    <dgm:pt modelId="{E3517C48-0445-4350-9676-D05AE7577A5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Модернизация систем связи.</a:t>
          </a:r>
        </a:p>
      </dgm:t>
    </dgm:pt>
    <dgm:pt modelId="{AA7E5341-CC2C-472C-9E68-994B86390832}" type="parTrans" cxnId="{C2641037-B06E-4A4D-B1D2-C4549C255AAB}">
      <dgm:prSet/>
      <dgm:spPr/>
      <dgm:t>
        <a:bodyPr/>
        <a:lstStyle/>
        <a:p>
          <a:endParaRPr lang="ru-RU"/>
        </a:p>
      </dgm:t>
    </dgm:pt>
    <dgm:pt modelId="{694DDAC7-84DA-480D-AFC2-F6CA06792DB6}" type="sibTrans" cxnId="{C2641037-B06E-4A4D-B1D2-C4549C255AAB}">
      <dgm:prSet/>
      <dgm:spPr/>
      <dgm:t>
        <a:bodyPr/>
        <a:lstStyle/>
        <a:p>
          <a:endParaRPr lang="ru-RU"/>
        </a:p>
      </dgm:t>
    </dgm:pt>
    <dgm:pt modelId="{0499E8FF-EBFB-4901-A91B-98DE39F2B6E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Обновление картографической информации.</a:t>
          </a:r>
        </a:p>
      </dgm:t>
    </dgm:pt>
    <dgm:pt modelId="{E4F0E247-4168-45B5-955E-06D04DDFF413}" type="parTrans" cxnId="{A6AEEFC6-53FF-4008-80E7-05CC1809EBFC}">
      <dgm:prSet/>
      <dgm:spPr/>
      <dgm:t>
        <a:bodyPr/>
        <a:lstStyle/>
        <a:p>
          <a:endParaRPr lang="ru-RU"/>
        </a:p>
      </dgm:t>
    </dgm:pt>
    <dgm:pt modelId="{75E62EEB-C000-432B-AC5D-7A9AB898BF84}" type="sibTrans" cxnId="{A6AEEFC6-53FF-4008-80E7-05CC1809EBFC}">
      <dgm:prSet/>
      <dgm:spPr/>
      <dgm:t>
        <a:bodyPr/>
        <a:lstStyle/>
        <a:p>
          <a:endParaRPr lang="ru-RU"/>
        </a:p>
      </dgm:t>
    </dgm:pt>
    <dgm:pt modelId="{4428432F-9410-4172-B83E-7F91783ABC4E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Реализация мер по обеспечению кибербезопасности инфраструктуры.</a:t>
          </a:r>
        </a:p>
      </dgm:t>
    </dgm:pt>
    <dgm:pt modelId="{E80F1B7B-9252-45FE-B86C-23DEA5198DD5}" type="parTrans" cxnId="{73569FCC-8B0F-45E0-81E9-F0B670A85327}">
      <dgm:prSet/>
      <dgm:spPr/>
      <dgm:t>
        <a:bodyPr/>
        <a:lstStyle/>
        <a:p>
          <a:endParaRPr lang="ru-RU"/>
        </a:p>
      </dgm:t>
    </dgm:pt>
    <dgm:pt modelId="{73EFDD69-E996-4067-A260-69122B9424B1}" type="sibTrans" cxnId="{73569FCC-8B0F-45E0-81E9-F0B670A85327}">
      <dgm:prSet/>
      <dgm:spPr/>
      <dgm:t>
        <a:bodyPr/>
        <a:lstStyle/>
        <a:p>
          <a:endParaRPr lang="ru-RU"/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7C758ED5-547E-46FE-A6B4-35CE0D8A98EA}" type="pres">
      <dgm:prSet presAssocID="{2686D1FC-4DA7-4BB8-AB09-276AD70315CA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888666-C8AE-47C0-84E3-867753331899}" type="pres">
      <dgm:prSet presAssocID="{2F4520DB-6DBC-46B2-8094-A7589B793B45}" presName="sibTrans" presStyleCnt="0"/>
      <dgm:spPr/>
    </dgm:pt>
    <dgm:pt modelId="{BC34A21D-D25C-4B2A-B72B-B9D9744521F9}" type="pres">
      <dgm:prSet presAssocID="{E3517C48-0445-4350-9676-D05AE7577A5A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0FF2AA-9921-41EF-8CC8-21931EDE284E}" type="pres">
      <dgm:prSet presAssocID="{694DDAC7-84DA-480D-AFC2-F6CA06792DB6}" presName="sibTrans" presStyleCnt="0"/>
      <dgm:spPr/>
    </dgm:pt>
    <dgm:pt modelId="{48196FC3-53AC-4981-9DA7-5A17186A6DA7}" type="pres">
      <dgm:prSet presAssocID="{0499E8FF-EBFB-4901-A91B-98DE39F2B6E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A7CCAB-4EF5-4990-B321-211F14E39ECC}" type="pres">
      <dgm:prSet presAssocID="{75E62EEB-C000-432B-AC5D-7A9AB898BF84}" presName="sibTrans" presStyleCnt="0"/>
      <dgm:spPr/>
    </dgm:pt>
    <dgm:pt modelId="{5672F79F-1D88-4D68-A342-D40DAE7167C7}" type="pres">
      <dgm:prSet presAssocID="{4428432F-9410-4172-B83E-7F91783ABC4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0842291-7A1A-4F4F-9256-641220BC6EDD}" type="presOf" srcId="{55FC329F-18EE-40A3-845E-FCECD817743E}" destId="{63C21AF2-1D7C-4FAA-A637-B1AE70359A82}" srcOrd="0" destOrd="0" presId="urn:microsoft.com/office/officeart/2005/8/layout/default"/>
    <dgm:cxn modelId="{56468906-FF33-4A23-9849-BEE3B301152F}" type="presOf" srcId="{A44C5DC1-05C9-4222-B0AA-1C05A3D19281}" destId="{12DA2874-E3C9-4920-9908-BAAED304CF0B}" srcOrd="0" destOrd="0" presId="urn:microsoft.com/office/officeart/2005/8/layout/default"/>
    <dgm:cxn modelId="{0F590536-95DE-41A3-A811-889E9CF90BE3}" srcId="{A44C5DC1-05C9-4222-B0AA-1C05A3D19281}" destId="{2686D1FC-4DA7-4BB8-AB09-276AD70315CA}" srcOrd="1" destOrd="0" parTransId="{7B916ABA-7E56-440F-BE46-1A738AD45D6D}" sibTransId="{2F4520DB-6DBC-46B2-8094-A7589B793B45}"/>
    <dgm:cxn modelId="{DE9E99E6-3988-455B-9485-32EF77847AFF}" type="presOf" srcId="{4428432F-9410-4172-B83E-7F91783ABC4E}" destId="{5672F79F-1D88-4D68-A342-D40DAE7167C7}" srcOrd="0" destOrd="0" presId="urn:microsoft.com/office/officeart/2005/8/layout/default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291A0AE9-3748-450A-9AE5-9AD2A3C32147}" type="presOf" srcId="{0499E8FF-EBFB-4901-A91B-98DE39F2B6E1}" destId="{48196FC3-53AC-4981-9DA7-5A17186A6DA7}" srcOrd="0" destOrd="0" presId="urn:microsoft.com/office/officeart/2005/8/layout/default"/>
    <dgm:cxn modelId="{C2641037-B06E-4A4D-B1D2-C4549C255AAB}" srcId="{A44C5DC1-05C9-4222-B0AA-1C05A3D19281}" destId="{E3517C48-0445-4350-9676-D05AE7577A5A}" srcOrd="2" destOrd="0" parTransId="{AA7E5341-CC2C-472C-9E68-994B86390832}" sibTransId="{694DDAC7-84DA-480D-AFC2-F6CA06792DB6}"/>
    <dgm:cxn modelId="{A6AEEFC6-53FF-4008-80E7-05CC1809EBFC}" srcId="{A44C5DC1-05C9-4222-B0AA-1C05A3D19281}" destId="{0499E8FF-EBFB-4901-A91B-98DE39F2B6E1}" srcOrd="3" destOrd="0" parTransId="{E4F0E247-4168-45B5-955E-06D04DDFF413}" sibTransId="{75E62EEB-C000-432B-AC5D-7A9AB898BF84}"/>
    <dgm:cxn modelId="{CD994FED-9BC6-4C87-83BE-027295F5C738}" type="presOf" srcId="{E3517C48-0445-4350-9676-D05AE7577A5A}" destId="{BC34A21D-D25C-4B2A-B72B-B9D9744521F9}" srcOrd="0" destOrd="0" presId="urn:microsoft.com/office/officeart/2005/8/layout/default"/>
    <dgm:cxn modelId="{73569FCC-8B0F-45E0-81E9-F0B670A85327}" srcId="{A44C5DC1-05C9-4222-B0AA-1C05A3D19281}" destId="{4428432F-9410-4172-B83E-7F91783ABC4E}" srcOrd="4" destOrd="0" parTransId="{E80F1B7B-9252-45FE-B86C-23DEA5198DD5}" sibTransId="{73EFDD69-E996-4067-A260-69122B9424B1}"/>
    <dgm:cxn modelId="{E30C460F-9233-44BE-BACF-81A809EFB5C6}" type="presOf" srcId="{2686D1FC-4DA7-4BB8-AB09-276AD70315CA}" destId="{7C758ED5-547E-46FE-A6B4-35CE0D8A98EA}" srcOrd="0" destOrd="0" presId="urn:microsoft.com/office/officeart/2005/8/layout/default"/>
    <dgm:cxn modelId="{B53ADEA5-87DE-4D30-B4B4-142A0444293B}" type="presParOf" srcId="{12DA2874-E3C9-4920-9908-BAAED304CF0B}" destId="{63C21AF2-1D7C-4FAA-A637-B1AE70359A82}" srcOrd="0" destOrd="0" presId="urn:microsoft.com/office/officeart/2005/8/layout/default"/>
    <dgm:cxn modelId="{83663BD4-CF40-49EC-835E-E6B8C57D672E}" type="presParOf" srcId="{12DA2874-E3C9-4920-9908-BAAED304CF0B}" destId="{CD3A0716-F646-41DA-A4FA-21F2AB5B1C46}" srcOrd="1" destOrd="0" presId="urn:microsoft.com/office/officeart/2005/8/layout/default"/>
    <dgm:cxn modelId="{E7C65324-D135-4B83-B77D-3E98948E2614}" type="presParOf" srcId="{12DA2874-E3C9-4920-9908-BAAED304CF0B}" destId="{7C758ED5-547E-46FE-A6B4-35CE0D8A98EA}" srcOrd="2" destOrd="0" presId="urn:microsoft.com/office/officeart/2005/8/layout/default"/>
    <dgm:cxn modelId="{2C6A865D-1C5F-4253-B3FF-6C5A54D5D47F}" type="presParOf" srcId="{12DA2874-E3C9-4920-9908-BAAED304CF0B}" destId="{62888666-C8AE-47C0-84E3-867753331899}" srcOrd="3" destOrd="0" presId="urn:microsoft.com/office/officeart/2005/8/layout/default"/>
    <dgm:cxn modelId="{AB02592E-F5E1-4D90-A308-97EF9146E0EF}" type="presParOf" srcId="{12DA2874-E3C9-4920-9908-BAAED304CF0B}" destId="{BC34A21D-D25C-4B2A-B72B-B9D9744521F9}" srcOrd="4" destOrd="0" presId="urn:microsoft.com/office/officeart/2005/8/layout/default"/>
    <dgm:cxn modelId="{02444DA3-2AEB-4736-9A0E-CB6709EDCD28}" type="presParOf" srcId="{12DA2874-E3C9-4920-9908-BAAED304CF0B}" destId="{ED0FF2AA-9921-41EF-8CC8-21931EDE284E}" srcOrd="5" destOrd="0" presId="urn:microsoft.com/office/officeart/2005/8/layout/default"/>
    <dgm:cxn modelId="{845C3653-B7E4-4BCC-9FA1-AE3EFD513C72}" type="presParOf" srcId="{12DA2874-E3C9-4920-9908-BAAED304CF0B}" destId="{48196FC3-53AC-4981-9DA7-5A17186A6DA7}" srcOrd="6" destOrd="0" presId="urn:microsoft.com/office/officeart/2005/8/layout/default"/>
    <dgm:cxn modelId="{A4176929-ADAC-4C6F-8023-158A6432B4B9}" type="presParOf" srcId="{12DA2874-E3C9-4920-9908-BAAED304CF0B}" destId="{28A7CCAB-4EF5-4990-B321-211F14E39ECC}" srcOrd="7" destOrd="0" presId="urn:microsoft.com/office/officeart/2005/8/layout/default"/>
    <dgm:cxn modelId="{0FF0B06C-4909-4E3E-8494-08AE50BF0DDD}" type="presParOf" srcId="{12DA2874-E3C9-4920-9908-BAAED304CF0B}" destId="{5672F79F-1D88-4D68-A342-D40DAE7167C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Интеграция дорожной инфраструктуры с интеллектуальными транспортными системами.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6910268-6CC9-4D10-B59D-F0E53D8AE7A9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Использование технологий V2X (Vehicle-to-Everything) для обмена данными между автомобилями, инфраструктурой и другими участниками дорожного движения.</a:t>
          </a:r>
        </a:p>
      </dgm:t>
    </dgm:pt>
    <dgm:pt modelId="{60837016-266E-47DC-987B-A22C22DABBDC}" type="parTrans" cxnId="{8E8BFAD6-F69F-43A9-BEFA-F91DE2B1EAB2}">
      <dgm:prSet/>
      <dgm:spPr/>
      <dgm:t>
        <a:bodyPr/>
        <a:lstStyle/>
        <a:p>
          <a:endParaRPr lang="ru-RU"/>
        </a:p>
      </dgm:t>
    </dgm:pt>
    <dgm:pt modelId="{530B2F75-AA15-4CF8-8ADA-3A1FFB498856}" type="sibTrans" cxnId="{8E8BFAD6-F69F-43A9-BEFA-F91DE2B1EAB2}">
      <dgm:prSet/>
      <dgm:spPr/>
      <dgm:t>
        <a:bodyPr/>
        <a:lstStyle/>
        <a:p>
          <a:endParaRPr lang="ru-RU"/>
        </a:p>
      </dgm:t>
    </dgm:pt>
    <dgm:pt modelId="{70A5AEA2-A385-4999-8467-AEC197F48849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Установка "умных" светофоров, которые адаптируются к условиям трафика и оптимизируют движение ВАТС.</a:t>
          </a:r>
        </a:p>
      </dgm:t>
    </dgm:pt>
    <dgm:pt modelId="{44AC94A4-B5A1-47F0-817A-4ED34AA41DFC}" type="parTrans" cxnId="{4D911F8D-D994-4A94-A930-17045BA7388D}">
      <dgm:prSet/>
      <dgm:spPr/>
      <dgm:t>
        <a:bodyPr/>
        <a:lstStyle/>
        <a:p>
          <a:endParaRPr lang="ru-RU"/>
        </a:p>
      </dgm:t>
    </dgm:pt>
    <dgm:pt modelId="{A79E7AE2-A4CC-4D41-9292-40EB701C3EFC}" type="sibTrans" cxnId="{4D911F8D-D994-4A94-A930-17045BA7388D}">
      <dgm:prSet/>
      <dgm:spPr/>
      <dgm:t>
        <a:bodyPr/>
        <a:lstStyle/>
        <a:p>
          <a:endParaRPr lang="ru-RU"/>
        </a:p>
      </dgm:t>
    </dgm:pt>
    <dgm:pt modelId="{6D3A6E83-891F-42E3-8C71-CF9E1505CA3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Создание цифровых двойников городов для моделирования и оптимизации работы транспортной системы.</a:t>
          </a:r>
        </a:p>
      </dgm:t>
    </dgm:pt>
    <dgm:pt modelId="{C883CB57-94E1-4F38-84E3-11D4CC713D01}" type="parTrans" cxnId="{5AD02F2F-60CD-4195-A313-6FAF6C635EE1}">
      <dgm:prSet/>
      <dgm:spPr/>
      <dgm:t>
        <a:bodyPr/>
        <a:lstStyle/>
        <a:p>
          <a:endParaRPr lang="ru-RU"/>
        </a:p>
      </dgm:t>
    </dgm:pt>
    <dgm:pt modelId="{E1CD57F1-7BDE-48AD-9D37-14769DD2AF23}" type="sibTrans" cxnId="{5AD02F2F-60CD-4195-A313-6FAF6C635EE1}">
      <dgm:prSet/>
      <dgm:spPr/>
      <dgm:t>
        <a:bodyPr/>
        <a:lstStyle/>
        <a:p>
          <a:endParaRPr lang="ru-RU"/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E1FF6388-EE33-4058-AC4D-6E4BD0191FBD}" type="pres">
      <dgm:prSet presAssocID="{96910268-6CC9-4D10-B59D-F0E53D8AE7A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61C6B0E-2CE1-4762-8698-994ECC665400}" type="pres">
      <dgm:prSet presAssocID="{530B2F75-AA15-4CF8-8ADA-3A1FFB498856}" presName="sibTrans" presStyleCnt="0"/>
      <dgm:spPr/>
    </dgm:pt>
    <dgm:pt modelId="{EC29F045-785F-4308-9271-CD756F9BC14F}" type="pres">
      <dgm:prSet presAssocID="{70A5AEA2-A385-4999-8467-AEC197F4884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5DB74A-CD74-4397-B7AB-B4221E366B39}" type="pres">
      <dgm:prSet presAssocID="{A79E7AE2-A4CC-4D41-9292-40EB701C3EFC}" presName="sibTrans" presStyleCnt="0"/>
      <dgm:spPr/>
    </dgm:pt>
    <dgm:pt modelId="{B43BCC96-2CA8-4F8D-92A0-6C4E9C6435EC}" type="pres">
      <dgm:prSet presAssocID="{6D3A6E83-891F-42E3-8C71-CF9E1505CA3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E8BFAD6-F69F-43A9-BEFA-F91DE2B1EAB2}" srcId="{A44C5DC1-05C9-4222-B0AA-1C05A3D19281}" destId="{96910268-6CC9-4D10-B59D-F0E53D8AE7A9}" srcOrd="1" destOrd="0" parTransId="{60837016-266E-47DC-987B-A22C22DABBDC}" sibTransId="{530B2F75-AA15-4CF8-8ADA-3A1FFB498856}"/>
    <dgm:cxn modelId="{9D895EEC-2D82-419A-959C-1EFC9D17A884}" type="presOf" srcId="{6D3A6E83-891F-42E3-8C71-CF9E1505CA38}" destId="{B43BCC96-2CA8-4F8D-92A0-6C4E9C6435EC}" srcOrd="0" destOrd="0" presId="urn:microsoft.com/office/officeart/2005/8/layout/default"/>
    <dgm:cxn modelId="{4362E391-6272-4E49-8071-AA34527ECA6E}" type="presOf" srcId="{A44C5DC1-05C9-4222-B0AA-1C05A3D19281}" destId="{12DA2874-E3C9-4920-9908-BAAED304CF0B}" srcOrd="0" destOrd="0" presId="urn:microsoft.com/office/officeart/2005/8/layout/default"/>
    <dgm:cxn modelId="{4D911F8D-D994-4A94-A930-17045BA7388D}" srcId="{A44C5DC1-05C9-4222-B0AA-1C05A3D19281}" destId="{70A5AEA2-A385-4999-8467-AEC197F48849}" srcOrd="2" destOrd="0" parTransId="{44AC94A4-B5A1-47F0-817A-4ED34AA41DFC}" sibTransId="{A79E7AE2-A4CC-4D41-9292-40EB701C3EFC}"/>
    <dgm:cxn modelId="{C780731E-C6D0-4E18-8926-3AF4A9932F0B}" type="presOf" srcId="{70A5AEA2-A385-4999-8467-AEC197F48849}" destId="{EC29F045-785F-4308-9271-CD756F9BC14F}" srcOrd="0" destOrd="0" presId="urn:microsoft.com/office/officeart/2005/8/layout/default"/>
    <dgm:cxn modelId="{64B6D1AF-3A16-4B3B-AD05-8927B7B5311F}" type="presOf" srcId="{55FC329F-18EE-40A3-845E-FCECD817743E}" destId="{63C21AF2-1D7C-4FAA-A637-B1AE70359A82}" srcOrd="0" destOrd="0" presId="urn:microsoft.com/office/officeart/2005/8/layout/default"/>
    <dgm:cxn modelId="{5AD02F2F-60CD-4195-A313-6FAF6C635EE1}" srcId="{A44C5DC1-05C9-4222-B0AA-1C05A3D19281}" destId="{6D3A6E83-891F-42E3-8C71-CF9E1505CA38}" srcOrd="3" destOrd="0" parTransId="{C883CB57-94E1-4F38-84E3-11D4CC713D01}" sibTransId="{E1CD57F1-7BDE-48AD-9D37-14769DD2AF23}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C7E6E123-2E17-47D8-91E0-4C1D85D51A65}" type="presOf" srcId="{96910268-6CC9-4D10-B59D-F0E53D8AE7A9}" destId="{E1FF6388-EE33-4058-AC4D-6E4BD0191FBD}" srcOrd="0" destOrd="0" presId="urn:microsoft.com/office/officeart/2005/8/layout/default"/>
    <dgm:cxn modelId="{56AE25BB-CC74-42AD-98D6-4D8C587EED3D}" type="presParOf" srcId="{12DA2874-E3C9-4920-9908-BAAED304CF0B}" destId="{63C21AF2-1D7C-4FAA-A637-B1AE70359A82}" srcOrd="0" destOrd="0" presId="urn:microsoft.com/office/officeart/2005/8/layout/default"/>
    <dgm:cxn modelId="{55E2175F-0222-4776-946B-DDAD8881BCA7}" type="presParOf" srcId="{12DA2874-E3C9-4920-9908-BAAED304CF0B}" destId="{CD3A0716-F646-41DA-A4FA-21F2AB5B1C46}" srcOrd="1" destOrd="0" presId="urn:microsoft.com/office/officeart/2005/8/layout/default"/>
    <dgm:cxn modelId="{9D1C2047-E498-40B2-9289-0F98D0CE505C}" type="presParOf" srcId="{12DA2874-E3C9-4920-9908-BAAED304CF0B}" destId="{E1FF6388-EE33-4058-AC4D-6E4BD0191FBD}" srcOrd="2" destOrd="0" presId="urn:microsoft.com/office/officeart/2005/8/layout/default"/>
    <dgm:cxn modelId="{8F236B57-1069-499E-B54E-A63030514982}" type="presParOf" srcId="{12DA2874-E3C9-4920-9908-BAAED304CF0B}" destId="{A61C6B0E-2CE1-4762-8698-994ECC665400}" srcOrd="3" destOrd="0" presId="urn:microsoft.com/office/officeart/2005/8/layout/default"/>
    <dgm:cxn modelId="{1D633FC3-29F3-4AA7-B070-969BF17AFF2A}" type="presParOf" srcId="{12DA2874-E3C9-4920-9908-BAAED304CF0B}" destId="{EC29F045-785F-4308-9271-CD756F9BC14F}" srcOrd="4" destOrd="0" presId="urn:microsoft.com/office/officeart/2005/8/layout/default"/>
    <dgm:cxn modelId="{EF48A1B9-7612-4AD2-BC0C-E4797C490B4E}" type="presParOf" srcId="{12DA2874-E3C9-4920-9908-BAAED304CF0B}" destId="{6C5DB74A-CD74-4397-B7AB-B4221E366B39}" srcOrd="5" destOrd="0" presId="urn:microsoft.com/office/officeart/2005/8/layout/default"/>
    <dgm:cxn modelId="{469357CF-CF10-40DE-9073-8EB6E0D5F0DF}" type="presParOf" srcId="{12DA2874-E3C9-4920-9908-BAAED304CF0B}" destId="{B43BCC96-2CA8-4F8D-92A0-6C4E9C6435E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Камеры видеонаблюдения: для мониторинга трафика и дорожной обстановки.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FC26DF6-AB29-4501-A47D-ED1885B0222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Радары и лидары: для обнаружения препятствий и измерения расстояний.</a:t>
          </a:r>
        </a:p>
      </dgm:t>
    </dgm:pt>
    <dgm:pt modelId="{12A6C61C-A63E-4E04-91DC-81DC6FE90B2A}" type="parTrans" cxnId="{4D3F24C5-897F-4F2F-B28D-3CBA3E9E02CF}">
      <dgm:prSet/>
      <dgm:spPr/>
      <dgm:t>
        <a:bodyPr/>
        <a:lstStyle/>
        <a:p>
          <a:endParaRPr lang="ru-RU"/>
        </a:p>
      </dgm:t>
    </dgm:pt>
    <dgm:pt modelId="{E42928B9-45CA-4FF1-B512-E2AAFAA4B69E}" type="sibTrans" cxnId="{4D3F24C5-897F-4F2F-B28D-3CBA3E9E02CF}">
      <dgm:prSet/>
      <dgm:spPr/>
      <dgm:t>
        <a:bodyPr/>
        <a:lstStyle/>
        <a:p>
          <a:endParaRPr lang="ru-RU"/>
        </a:p>
      </dgm:t>
    </dgm:pt>
    <dgm:pt modelId="{71298341-BE79-46A4-881F-274994A463B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Датчики погоды: для измерения температуры, влажности, осадков и других параметров.</a:t>
          </a:r>
        </a:p>
      </dgm:t>
    </dgm:pt>
    <dgm:pt modelId="{C33F0262-2FC1-4F3F-AE5B-C0786942C3C2}" type="parTrans" cxnId="{2563C742-8595-41B2-AD43-11BBBE9A605D}">
      <dgm:prSet/>
      <dgm:spPr/>
      <dgm:t>
        <a:bodyPr/>
        <a:lstStyle/>
        <a:p>
          <a:endParaRPr lang="ru-RU"/>
        </a:p>
      </dgm:t>
    </dgm:pt>
    <dgm:pt modelId="{F44DF59B-8CFA-48D2-8945-2D261D376049}" type="sibTrans" cxnId="{2563C742-8595-41B2-AD43-11BBBE9A605D}">
      <dgm:prSet/>
      <dgm:spPr/>
      <dgm:t>
        <a:bodyPr/>
        <a:lstStyle/>
        <a:p>
          <a:endParaRPr lang="ru-RU"/>
        </a:p>
      </dgm:t>
    </dgm:pt>
    <dgm:pt modelId="{2909B77C-0A89-4B31-9F4B-7EBD4E4826C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Датчики состояния дорожного покрытия: для измерения коэффициента сцепления.</a:t>
          </a:r>
        </a:p>
      </dgm:t>
    </dgm:pt>
    <dgm:pt modelId="{A4A9853D-9EC3-452F-8AC5-C57A9BF90930}" type="parTrans" cxnId="{E1010624-1A3D-4EFB-B1BB-08ADB3463FAB}">
      <dgm:prSet/>
      <dgm:spPr/>
      <dgm:t>
        <a:bodyPr/>
        <a:lstStyle/>
        <a:p>
          <a:endParaRPr lang="ru-RU"/>
        </a:p>
      </dgm:t>
    </dgm:pt>
    <dgm:pt modelId="{3CFB2922-3CE8-4FAD-AF9E-373DCE940875}" type="sibTrans" cxnId="{E1010624-1A3D-4EFB-B1BB-08ADB3463FAB}">
      <dgm:prSet/>
      <dgm:spPr/>
      <dgm:t>
        <a:bodyPr/>
        <a:lstStyle/>
        <a:p>
          <a:endParaRPr lang="ru-RU"/>
        </a:p>
      </dgm:t>
    </dgm:pt>
    <dgm:pt modelId="{369BB2BE-B45D-465E-807E-69DD8C27C70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Датчики интенсивности движения: для измерения скорости и плотности трафика.</a:t>
          </a:r>
        </a:p>
      </dgm:t>
    </dgm:pt>
    <dgm:pt modelId="{4DAD59A1-C7B0-4406-8CAE-7B67379B3902}" type="parTrans" cxnId="{29521D5C-4D95-4480-87C1-E03DD2FD3ED5}">
      <dgm:prSet/>
      <dgm:spPr/>
      <dgm:t>
        <a:bodyPr/>
        <a:lstStyle/>
        <a:p>
          <a:endParaRPr lang="ru-RU"/>
        </a:p>
      </dgm:t>
    </dgm:pt>
    <dgm:pt modelId="{2E689F5A-A176-4BCC-AF2F-67F9EE967019}" type="sibTrans" cxnId="{29521D5C-4D95-4480-87C1-E03DD2FD3ED5}">
      <dgm:prSet/>
      <dgm:spPr/>
      <dgm:t>
        <a:bodyPr/>
        <a:lstStyle/>
        <a:p>
          <a:endParaRPr lang="ru-RU"/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4E7E5F29-D8CF-43DC-99DC-988EF54C0C97}" type="pres">
      <dgm:prSet presAssocID="{1FC26DF6-AB29-4501-A47D-ED1885B0222A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C92639-7BCC-4A52-9D9C-1BE33F861861}" type="pres">
      <dgm:prSet presAssocID="{E42928B9-45CA-4FF1-B512-E2AAFAA4B69E}" presName="sibTrans" presStyleCnt="0"/>
      <dgm:spPr/>
    </dgm:pt>
    <dgm:pt modelId="{E7F12E8C-311D-4AEA-B86C-208B0D6F6CF7}" type="pres">
      <dgm:prSet presAssocID="{71298341-BE79-46A4-881F-274994A463B1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3AC1CD2-1C64-402F-8462-4E11F47EA1C2}" type="pres">
      <dgm:prSet presAssocID="{F44DF59B-8CFA-48D2-8945-2D261D376049}" presName="sibTrans" presStyleCnt="0"/>
      <dgm:spPr/>
    </dgm:pt>
    <dgm:pt modelId="{979D8FBF-98EC-4396-BA06-3B2B1DA38925}" type="pres">
      <dgm:prSet presAssocID="{2909B77C-0A89-4B31-9F4B-7EBD4E4826CC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397D560-964D-4441-81C4-7D6EEBA5551A}" type="pres">
      <dgm:prSet presAssocID="{3CFB2922-3CE8-4FAD-AF9E-373DCE940875}" presName="sibTrans" presStyleCnt="0"/>
      <dgm:spPr/>
    </dgm:pt>
    <dgm:pt modelId="{EE111E16-A7CF-49BE-BBCB-BC8357E4CC1F}" type="pres">
      <dgm:prSet presAssocID="{369BB2BE-B45D-465E-807E-69DD8C27C70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D3F24C5-897F-4F2F-B28D-3CBA3E9E02CF}" srcId="{A44C5DC1-05C9-4222-B0AA-1C05A3D19281}" destId="{1FC26DF6-AB29-4501-A47D-ED1885B0222A}" srcOrd="1" destOrd="0" parTransId="{12A6C61C-A63E-4E04-91DC-81DC6FE90B2A}" sibTransId="{E42928B9-45CA-4FF1-B512-E2AAFAA4B69E}"/>
    <dgm:cxn modelId="{29521D5C-4D95-4480-87C1-E03DD2FD3ED5}" srcId="{A44C5DC1-05C9-4222-B0AA-1C05A3D19281}" destId="{369BB2BE-B45D-465E-807E-69DD8C27C704}" srcOrd="4" destOrd="0" parTransId="{4DAD59A1-C7B0-4406-8CAE-7B67379B3902}" sibTransId="{2E689F5A-A176-4BCC-AF2F-67F9EE967019}"/>
    <dgm:cxn modelId="{8D53D315-0B7B-4116-8C30-ABFDC4A7E7E0}" type="presOf" srcId="{2909B77C-0A89-4B31-9F4B-7EBD4E4826CC}" destId="{979D8FBF-98EC-4396-BA06-3B2B1DA38925}" srcOrd="0" destOrd="0" presId="urn:microsoft.com/office/officeart/2005/8/layout/default"/>
    <dgm:cxn modelId="{E1010624-1A3D-4EFB-B1BB-08ADB3463FAB}" srcId="{A44C5DC1-05C9-4222-B0AA-1C05A3D19281}" destId="{2909B77C-0A89-4B31-9F4B-7EBD4E4826CC}" srcOrd="3" destOrd="0" parTransId="{A4A9853D-9EC3-452F-8AC5-C57A9BF90930}" sibTransId="{3CFB2922-3CE8-4FAD-AF9E-373DCE940875}"/>
    <dgm:cxn modelId="{466D1EA0-4468-4D17-83D8-56742BB82382}" type="presOf" srcId="{1FC26DF6-AB29-4501-A47D-ED1885B0222A}" destId="{4E7E5F29-D8CF-43DC-99DC-988EF54C0C97}" srcOrd="0" destOrd="0" presId="urn:microsoft.com/office/officeart/2005/8/layout/default"/>
    <dgm:cxn modelId="{02D8DB52-9471-4F0F-9C4D-E5040857E865}" type="presOf" srcId="{55FC329F-18EE-40A3-845E-FCECD817743E}" destId="{63C21AF2-1D7C-4FAA-A637-B1AE70359A82}" srcOrd="0" destOrd="0" presId="urn:microsoft.com/office/officeart/2005/8/layout/default"/>
    <dgm:cxn modelId="{12F6E0AA-6BC7-49C8-A126-3084BEB51FDB}" type="presOf" srcId="{369BB2BE-B45D-465E-807E-69DD8C27C704}" destId="{EE111E16-A7CF-49BE-BBCB-BC8357E4CC1F}" srcOrd="0" destOrd="0" presId="urn:microsoft.com/office/officeart/2005/8/layout/default"/>
    <dgm:cxn modelId="{2563C742-8595-41B2-AD43-11BBBE9A605D}" srcId="{A44C5DC1-05C9-4222-B0AA-1C05A3D19281}" destId="{71298341-BE79-46A4-881F-274994A463B1}" srcOrd="2" destOrd="0" parTransId="{C33F0262-2FC1-4F3F-AE5B-C0786942C3C2}" sibTransId="{F44DF59B-8CFA-48D2-8945-2D261D376049}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7A50F05D-B707-45EC-AA4A-0144EB9AAC70}" type="presOf" srcId="{A44C5DC1-05C9-4222-B0AA-1C05A3D19281}" destId="{12DA2874-E3C9-4920-9908-BAAED304CF0B}" srcOrd="0" destOrd="0" presId="urn:microsoft.com/office/officeart/2005/8/layout/default"/>
    <dgm:cxn modelId="{6CF4973E-46FD-41E2-9DED-0BD782B28FDE}" type="presOf" srcId="{71298341-BE79-46A4-881F-274994A463B1}" destId="{E7F12E8C-311D-4AEA-B86C-208B0D6F6CF7}" srcOrd="0" destOrd="0" presId="urn:microsoft.com/office/officeart/2005/8/layout/default"/>
    <dgm:cxn modelId="{84BA5F9C-155C-42FF-96B1-3B1DA03682B2}" type="presParOf" srcId="{12DA2874-E3C9-4920-9908-BAAED304CF0B}" destId="{63C21AF2-1D7C-4FAA-A637-B1AE70359A82}" srcOrd="0" destOrd="0" presId="urn:microsoft.com/office/officeart/2005/8/layout/default"/>
    <dgm:cxn modelId="{FF733AD8-B648-49C8-8179-A998EBAC18D2}" type="presParOf" srcId="{12DA2874-E3C9-4920-9908-BAAED304CF0B}" destId="{CD3A0716-F646-41DA-A4FA-21F2AB5B1C46}" srcOrd="1" destOrd="0" presId="urn:microsoft.com/office/officeart/2005/8/layout/default"/>
    <dgm:cxn modelId="{540E7ACE-1920-403C-95A3-0F49F33000A3}" type="presParOf" srcId="{12DA2874-E3C9-4920-9908-BAAED304CF0B}" destId="{4E7E5F29-D8CF-43DC-99DC-988EF54C0C97}" srcOrd="2" destOrd="0" presId="urn:microsoft.com/office/officeart/2005/8/layout/default"/>
    <dgm:cxn modelId="{FF3C59E0-C45D-4E7F-8C8F-3BECBAA44594}" type="presParOf" srcId="{12DA2874-E3C9-4920-9908-BAAED304CF0B}" destId="{09C92639-7BCC-4A52-9D9C-1BE33F861861}" srcOrd="3" destOrd="0" presId="urn:microsoft.com/office/officeart/2005/8/layout/default"/>
    <dgm:cxn modelId="{A01425A7-A7CC-4ED9-ABFA-F6D61EB5EBD9}" type="presParOf" srcId="{12DA2874-E3C9-4920-9908-BAAED304CF0B}" destId="{E7F12E8C-311D-4AEA-B86C-208B0D6F6CF7}" srcOrd="4" destOrd="0" presId="urn:microsoft.com/office/officeart/2005/8/layout/default"/>
    <dgm:cxn modelId="{D5950E37-270E-4E07-B0A7-6D94E893BF93}" type="presParOf" srcId="{12DA2874-E3C9-4920-9908-BAAED304CF0B}" destId="{43AC1CD2-1C64-402F-8462-4E11F47EA1C2}" srcOrd="5" destOrd="0" presId="urn:microsoft.com/office/officeart/2005/8/layout/default"/>
    <dgm:cxn modelId="{AD5F4EFE-B9A8-4F97-8CBE-605AEB40BBB3}" type="presParOf" srcId="{12DA2874-E3C9-4920-9908-BAAED304CF0B}" destId="{979D8FBF-98EC-4396-BA06-3B2B1DA38925}" srcOrd="6" destOrd="0" presId="urn:microsoft.com/office/officeart/2005/8/layout/default"/>
    <dgm:cxn modelId="{ACB99609-F7B5-4CBE-A85C-6FB2D42BF157}" type="presParOf" srcId="{12DA2874-E3C9-4920-9908-BAAED304CF0B}" destId="{E397D560-964D-4441-81C4-7D6EEBA5551A}" srcOrd="7" destOrd="0" presId="urn:microsoft.com/office/officeart/2005/8/layout/default"/>
    <dgm:cxn modelId="{9994B512-9A52-4FFC-A956-D0A019BC9110}" type="presParOf" srcId="{12DA2874-E3C9-4920-9908-BAAED304CF0B}" destId="{EE111E16-A7CF-49BE-BBCB-BC8357E4CC1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DSRC (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Dedicated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Short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Range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Communications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): стандарт беспроводной связи для обмена данными на коротких расстояниях.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5A7E19B-F489-41E5-A8A4-05ED0C215DD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C-V2X (Cellular Vehicle-to-Everything): технология, использующая сотовые сети для обмена данными.</a:t>
          </a:r>
        </a:p>
      </dgm:t>
    </dgm:pt>
    <dgm:pt modelId="{DA7B19AF-E297-48AF-883B-DD092AB3261D}" type="parTrans" cxnId="{E6FB49A1-8145-41B0-AD04-E98DD95EF275}">
      <dgm:prSet/>
      <dgm:spPr/>
      <dgm:t>
        <a:bodyPr/>
        <a:lstStyle/>
        <a:p>
          <a:endParaRPr lang="ru-RU"/>
        </a:p>
      </dgm:t>
    </dgm:pt>
    <dgm:pt modelId="{43960FCE-F85D-4630-BF36-12A0A37C0FED}" type="sibTrans" cxnId="{E6FB49A1-8145-41B0-AD04-E98DD95EF275}">
      <dgm:prSet/>
      <dgm:spPr/>
      <dgm:t>
        <a:bodyPr/>
        <a:lstStyle/>
        <a:p>
          <a:endParaRPr lang="ru-RU"/>
        </a:p>
      </dgm:t>
    </dgm:pt>
    <dgm:pt modelId="{F9D12216-4DA2-43A9-AB92-62234808C8C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5G: новое поколение сотовой связи, обеспечивающее высокую скорость и низкую задержку передачи данных.</a:t>
          </a:r>
        </a:p>
      </dgm:t>
    </dgm:pt>
    <dgm:pt modelId="{7A7FFCBA-B4E1-4875-A70F-20CDD3C846A9}" type="parTrans" cxnId="{BA63E732-715E-463B-87CE-AF34F4BFA61E}">
      <dgm:prSet/>
      <dgm:spPr/>
      <dgm:t>
        <a:bodyPr/>
        <a:lstStyle/>
        <a:p>
          <a:endParaRPr lang="ru-RU"/>
        </a:p>
      </dgm:t>
    </dgm:pt>
    <dgm:pt modelId="{F70B9801-A1B6-4A4F-92CB-80728205D8BA}" type="sibTrans" cxnId="{BA63E732-715E-463B-87CE-AF34F4BFA61E}">
      <dgm:prSet/>
      <dgm:spPr/>
      <dgm:t>
        <a:bodyPr/>
        <a:lstStyle/>
        <a:p>
          <a:endParaRPr lang="ru-RU"/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7EA0AF2C-C6B6-46BB-8674-C1351DA7CEA7}" type="pres">
      <dgm:prSet presAssocID="{95A7E19B-F489-41E5-A8A4-05ED0C215DD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0502D3-8DBE-41EE-AD8E-0817FE3C2469}" type="pres">
      <dgm:prSet presAssocID="{43960FCE-F85D-4630-BF36-12A0A37C0FED}" presName="sibTrans" presStyleCnt="0"/>
      <dgm:spPr/>
    </dgm:pt>
    <dgm:pt modelId="{C3E40D44-21C2-45CC-96AB-591110965F2E}" type="pres">
      <dgm:prSet presAssocID="{F9D12216-4DA2-43A9-AB92-62234808C8C1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33D853C-2140-4C3E-B9BB-7F58E25C6B25}" type="presOf" srcId="{A44C5DC1-05C9-4222-B0AA-1C05A3D19281}" destId="{12DA2874-E3C9-4920-9908-BAAED304CF0B}" srcOrd="0" destOrd="0" presId="urn:microsoft.com/office/officeart/2005/8/layout/default"/>
    <dgm:cxn modelId="{71692854-6A24-4B82-935C-B30C05D8EFC4}" type="presOf" srcId="{95A7E19B-F489-41E5-A8A4-05ED0C215DD6}" destId="{7EA0AF2C-C6B6-46BB-8674-C1351DA7CEA7}" srcOrd="0" destOrd="0" presId="urn:microsoft.com/office/officeart/2005/8/layout/default"/>
    <dgm:cxn modelId="{96DE2DBA-BEC1-460E-B498-6DF082A80C36}" type="presOf" srcId="{F9D12216-4DA2-43A9-AB92-62234808C8C1}" destId="{C3E40D44-21C2-45CC-96AB-591110965F2E}" srcOrd="0" destOrd="0" presId="urn:microsoft.com/office/officeart/2005/8/layout/default"/>
    <dgm:cxn modelId="{BA63E732-715E-463B-87CE-AF34F4BFA61E}" srcId="{A44C5DC1-05C9-4222-B0AA-1C05A3D19281}" destId="{F9D12216-4DA2-43A9-AB92-62234808C8C1}" srcOrd="2" destOrd="0" parTransId="{7A7FFCBA-B4E1-4875-A70F-20CDD3C846A9}" sibTransId="{F70B9801-A1B6-4A4F-92CB-80728205D8BA}"/>
    <dgm:cxn modelId="{13500C85-EA55-4178-A02B-91ACFB60990A}" type="presOf" srcId="{55FC329F-18EE-40A3-845E-FCECD817743E}" destId="{63C21AF2-1D7C-4FAA-A637-B1AE70359A82}" srcOrd="0" destOrd="0" presId="urn:microsoft.com/office/officeart/2005/8/layout/default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E6FB49A1-8145-41B0-AD04-E98DD95EF275}" srcId="{A44C5DC1-05C9-4222-B0AA-1C05A3D19281}" destId="{95A7E19B-F489-41E5-A8A4-05ED0C215DD6}" srcOrd="1" destOrd="0" parTransId="{DA7B19AF-E297-48AF-883B-DD092AB3261D}" sibTransId="{43960FCE-F85D-4630-BF36-12A0A37C0FED}"/>
    <dgm:cxn modelId="{A1461DEB-D562-4534-B312-24F2375DBFFF}" type="presParOf" srcId="{12DA2874-E3C9-4920-9908-BAAED304CF0B}" destId="{63C21AF2-1D7C-4FAA-A637-B1AE70359A82}" srcOrd="0" destOrd="0" presId="urn:microsoft.com/office/officeart/2005/8/layout/default"/>
    <dgm:cxn modelId="{FC52FFFD-7F4D-49F1-9C5D-78A17453C49F}" type="presParOf" srcId="{12DA2874-E3C9-4920-9908-BAAED304CF0B}" destId="{CD3A0716-F646-41DA-A4FA-21F2AB5B1C46}" srcOrd="1" destOrd="0" presId="urn:microsoft.com/office/officeart/2005/8/layout/default"/>
    <dgm:cxn modelId="{1894C3EE-3F46-47BF-843E-04A2A5F207AD}" type="presParOf" srcId="{12DA2874-E3C9-4920-9908-BAAED304CF0B}" destId="{7EA0AF2C-C6B6-46BB-8674-C1351DA7CEA7}" srcOrd="2" destOrd="0" presId="urn:microsoft.com/office/officeart/2005/8/layout/default"/>
    <dgm:cxn modelId="{15AAFAED-5AC9-4DFE-BDEE-285FF8880BE3}" type="presParOf" srcId="{12DA2874-E3C9-4920-9908-BAAED304CF0B}" destId="{000502D3-8DBE-41EE-AD8E-0817FE3C2469}" srcOrd="3" destOrd="0" presId="urn:microsoft.com/office/officeart/2005/8/layout/default"/>
    <dgm:cxn modelId="{25E7B654-E5F5-4031-8C13-429CDE9F7B5C}" type="presParOf" srcId="{12DA2874-E3C9-4920-9908-BAAED304CF0B}" destId="{C3E40D44-21C2-45CC-96AB-591110965F2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44C5DC1-05C9-4222-B0AA-1C05A3D1928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FC329F-18EE-40A3-845E-FCECD817743E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Использование программного обеспечения для моделирования дорожного движения и тестирования различных сценариев взаимодействия ВАТС с инфраструктурой.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D60EED3-C2FC-4675-B45D-643CF4083BBB}" type="par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E865AC-F47A-499E-92CA-209B590331CF}" type="sibTrans" cxnId="{CB813F11-A4B0-40FF-8180-0F9404E3DC7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A539344-2281-4947-AEBE-044FA083C30B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Оценка влияния изменений в инфраструктуре на производительность и безопасность ВАТС.</a:t>
          </a:r>
        </a:p>
      </dgm:t>
    </dgm:pt>
    <dgm:pt modelId="{CCFCDC69-D568-4DEC-BE4F-5AFF96143AC1}" type="parTrans" cxnId="{2DB3AE7A-2F16-4056-ACFA-92092719527E}">
      <dgm:prSet/>
      <dgm:spPr/>
      <dgm:t>
        <a:bodyPr/>
        <a:lstStyle/>
        <a:p>
          <a:endParaRPr lang="ru-RU"/>
        </a:p>
      </dgm:t>
    </dgm:pt>
    <dgm:pt modelId="{966C2E34-E70E-4276-876C-CE244BD72BD6}" type="sibTrans" cxnId="{2DB3AE7A-2F16-4056-ACFA-92092719527E}">
      <dgm:prSet/>
      <dgm:spPr/>
      <dgm:t>
        <a:bodyPr/>
        <a:lstStyle/>
        <a:p>
          <a:endParaRPr lang="ru-RU"/>
        </a:p>
      </dgm:t>
    </dgm:pt>
    <dgm:pt modelId="{12DA2874-E3C9-4920-9908-BAAED304CF0B}" type="pres">
      <dgm:prSet presAssocID="{A44C5DC1-05C9-4222-B0AA-1C05A3D1928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C21AF2-1D7C-4FAA-A637-B1AE70359A82}" type="pres">
      <dgm:prSet presAssocID="{55FC329F-18EE-40A3-845E-FCECD817743E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A0716-F646-41DA-A4FA-21F2AB5B1C46}" type="pres">
      <dgm:prSet presAssocID="{49E865AC-F47A-499E-92CA-209B590331CF}" presName="sibTrans" presStyleCnt="0"/>
      <dgm:spPr/>
    </dgm:pt>
    <dgm:pt modelId="{D461CC57-5AB3-4758-84DD-88DF65E4A68C}" type="pres">
      <dgm:prSet presAssocID="{9A539344-2281-4947-AEBE-044FA083C30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8E14E42-03F9-49A0-A040-868F6810CFBC}" type="presOf" srcId="{55FC329F-18EE-40A3-845E-FCECD817743E}" destId="{63C21AF2-1D7C-4FAA-A637-B1AE70359A82}" srcOrd="0" destOrd="0" presId="urn:microsoft.com/office/officeart/2005/8/layout/default"/>
    <dgm:cxn modelId="{CB813F11-A4B0-40FF-8180-0F9404E3DC71}" srcId="{A44C5DC1-05C9-4222-B0AA-1C05A3D19281}" destId="{55FC329F-18EE-40A3-845E-FCECD817743E}" srcOrd="0" destOrd="0" parTransId="{ED60EED3-C2FC-4675-B45D-643CF4083BBB}" sibTransId="{49E865AC-F47A-499E-92CA-209B590331CF}"/>
    <dgm:cxn modelId="{2DB3AE7A-2F16-4056-ACFA-92092719527E}" srcId="{A44C5DC1-05C9-4222-B0AA-1C05A3D19281}" destId="{9A539344-2281-4947-AEBE-044FA083C30B}" srcOrd="1" destOrd="0" parTransId="{CCFCDC69-D568-4DEC-BE4F-5AFF96143AC1}" sibTransId="{966C2E34-E70E-4276-876C-CE244BD72BD6}"/>
    <dgm:cxn modelId="{DB254557-4AE4-4448-B788-AC991D699BE5}" type="presOf" srcId="{A44C5DC1-05C9-4222-B0AA-1C05A3D19281}" destId="{12DA2874-E3C9-4920-9908-BAAED304CF0B}" srcOrd="0" destOrd="0" presId="urn:microsoft.com/office/officeart/2005/8/layout/default"/>
    <dgm:cxn modelId="{0FD1836A-9E66-4FD9-B84B-387314BF5520}" type="presOf" srcId="{9A539344-2281-4947-AEBE-044FA083C30B}" destId="{D461CC57-5AB3-4758-84DD-88DF65E4A68C}" srcOrd="0" destOrd="0" presId="urn:microsoft.com/office/officeart/2005/8/layout/default"/>
    <dgm:cxn modelId="{EA548D87-2F96-4573-B027-B0C9CE2403C8}" type="presParOf" srcId="{12DA2874-E3C9-4920-9908-BAAED304CF0B}" destId="{63C21AF2-1D7C-4FAA-A637-B1AE70359A82}" srcOrd="0" destOrd="0" presId="urn:microsoft.com/office/officeart/2005/8/layout/default"/>
    <dgm:cxn modelId="{46B9FECB-BA7D-422E-8BB9-C8C53F7F6474}" type="presParOf" srcId="{12DA2874-E3C9-4920-9908-BAAED304CF0B}" destId="{CD3A0716-F646-41DA-A4FA-21F2AB5B1C46}" srcOrd="1" destOrd="0" presId="urn:microsoft.com/office/officeart/2005/8/layout/default"/>
    <dgm:cxn modelId="{F2921D15-2B9C-4BE2-9F61-0B261ADCC962}" type="presParOf" srcId="{12DA2874-E3C9-4920-9908-BAAED304CF0B}" destId="{D461CC57-5AB3-4758-84DD-88DF65E4A68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238B055-F0DC-4B67-BC86-2FFFBFCC7FF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E9AEB10-74ED-402D-ABB5-3701EA18B229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Анализ требований и спецификаций ПО.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C09FB9A1-1AF4-4C14-9260-51993CF45CA4}" type="parTrans" cxnId="{E7E82FFE-EB96-4DED-B43B-2B59BB24F51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302F892-05F3-401F-BAD2-381B5238963D}" type="sibTrans" cxnId="{E7E82FFE-EB96-4DED-B43B-2B59BB24F51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EC1FB5E-D152-47F8-A8F8-9DAA1DE81629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Тестирование на соответствие функциональным и безопасным требованиям (включая моделирование критических сценариев).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78D72771-A5FD-4891-8747-A9152607615B}" type="parTrans" cxnId="{3E11FDC3-773D-4786-8E4C-EAAAE5E4410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B006370-683B-457B-8AD6-C8A922F3A0ED}" type="sibTrans" cxnId="{3E11FDC3-773D-4786-8E4C-EAAAE5E4410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C1E34F9-C267-40AC-BAD3-F9C47EDC99ED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Проверка надёжности и отказоустойчивости (например, поведение системы при потере сигнала GPS).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9D132D4F-5C12-45F7-8831-45A37A47C4EC}" type="parTrans" cxnId="{9129A090-E923-46C3-A0F7-3B2C2AC04A6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4BB4F59-999A-46EB-8CEE-8CAEC75D45BE}" type="sibTrans" cxnId="{9129A090-E923-46C3-A0F7-3B2C2AC04A6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B8D0165-4FD6-49A0-B1E5-D9D95810AFB0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Оценка кибербезопасности (защита от несанкционированного доступа, вредоносного ПО).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735D89DD-3D32-40ED-A25D-D2806A904658}" type="parTrans" cxnId="{DDE08C9D-8D05-41DA-B982-C2B6576F010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0A38ADF-B206-4984-B66F-002A7A60473E}" type="sibTrans" cxnId="{DDE08C9D-8D05-41DA-B982-C2B6576F010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76360E5-D3A2-4DA5-BD28-4556474055E0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Проверка взаимодействия с другими системами (наземные станции управления, системы управления воздушным движением).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0DE71EA0-2D08-471C-AC8B-2BA22A195E5C}" type="parTrans" cxnId="{2E13EEAC-12EC-4D29-804A-A59650BFE25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53F5D52-3979-4D91-B8D6-1DFDFE3CF68D}" type="sibTrans" cxnId="{2E13EEAC-12EC-4D29-804A-A59650BFE25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B4A6297-7878-4660-87E5-DE69C55B837F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Документирование результатов и оформление сертификата соответствия.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190FC1D5-D906-47F3-9B83-258ED5381729}" type="parTrans" cxnId="{DE463CC2-010A-4057-ABEB-EBDAE3DBEED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601085F-B50A-41B5-B3FF-54AEC67FF859}" type="sibTrans" cxnId="{DE463CC2-010A-4057-ABEB-EBDAE3DBEED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3A73A4C-1DEB-44FA-876D-A2A9EA5C79FA}" type="pres">
      <dgm:prSet presAssocID="{B238B055-F0DC-4B67-BC86-2FFFBFCC7FF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9A5D804-F537-4135-965F-CB94A35B54E6}" type="pres">
      <dgm:prSet presAssocID="{3E9AEB10-74ED-402D-ABB5-3701EA18B229}" presName="parentLin" presStyleCnt="0"/>
      <dgm:spPr/>
    </dgm:pt>
    <dgm:pt modelId="{CE1ECD03-E685-4F2A-8771-B75AE7C46E36}" type="pres">
      <dgm:prSet presAssocID="{3E9AEB10-74ED-402D-ABB5-3701EA18B229}" presName="parentLeftMargin" presStyleLbl="node1" presStyleIdx="0" presStyleCnt="6"/>
      <dgm:spPr/>
      <dgm:t>
        <a:bodyPr/>
        <a:lstStyle/>
        <a:p>
          <a:endParaRPr lang="ru-RU"/>
        </a:p>
      </dgm:t>
    </dgm:pt>
    <dgm:pt modelId="{070788AF-9D26-414F-9B7F-5AF0EC283D31}" type="pres">
      <dgm:prSet presAssocID="{3E9AEB10-74ED-402D-ABB5-3701EA18B229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6D2EBC9-BE29-4D9E-8FB5-CEA71855A044}" type="pres">
      <dgm:prSet presAssocID="{3E9AEB10-74ED-402D-ABB5-3701EA18B229}" presName="negativeSpace" presStyleCnt="0"/>
      <dgm:spPr/>
    </dgm:pt>
    <dgm:pt modelId="{341D284C-FBCE-482B-9D22-514464EBDC97}" type="pres">
      <dgm:prSet presAssocID="{3E9AEB10-74ED-402D-ABB5-3701EA18B229}" presName="childText" presStyleLbl="conFgAcc1" presStyleIdx="0" presStyleCnt="6">
        <dgm:presLayoutVars>
          <dgm:bulletEnabled val="1"/>
        </dgm:presLayoutVars>
      </dgm:prSet>
      <dgm:spPr/>
    </dgm:pt>
    <dgm:pt modelId="{5EF80E74-3AA0-4D37-8D3C-2F6FE7AA1922}" type="pres">
      <dgm:prSet presAssocID="{E302F892-05F3-401F-BAD2-381B5238963D}" presName="spaceBetweenRectangles" presStyleCnt="0"/>
      <dgm:spPr/>
    </dgm:pt>
    <dgm:pt modelId="{799E1204-673C-43D3-94F2-663E72052B45}" type="pres">
      <dgm:prSet presAssocID="{2EC1FB5E-D152-47F8-A8F8-9DAA1DE81629}" presName="parentLin" presStyleCnt="0"/>
      <dgm:spPr/>
    </dgm:pt>
    <dgm:pt modelId="{A01A0CBE-2512-41B0-B990-BBB5C2D141C0}" type="pres">
      <dgm:prSet presAssocID="{2EC1FB5E-D152-47F8-A8F8-9DAA1DE81629}" presName="parentLeftMargin" presStyleLbl="node1" presStyleIdx="0" presStyleCnt="6"/>
      <dgm:spPr/>
      <dgm:t>
        <a:bodyPr/>
        <a:lstStyle/>
        <a:p>
          <a:endParaRPr lang="ru-RU"/>
        </a:p>
      </dgm:t>
    </dgm:pt>
    <dgm:pt modelId="{11E013DE-8852-406E-AD8F-7A27A32BE85D}" type="pres">
      <dgm:prSet presAssocID="{2EC1FB5E-D152-47F8-A8F8-9DAA1DE81629}" presName="parentText" presStyleLbl="node1" presStyleIdx="1" presStyleCnt="6" custScaleY="14367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99ACDC-C88C-4CB0-BEC4-89734C7AA117}" type="pres">
      <dgm:prSet presAssocID="{2EC1FB5E-D152-47F8-A8F8-9DAA1DE81629}" presName="negativeSpace" presStyleCnt="0"/>
      <dgm:spPr/>
    </dgm:pt>
    <dgm:pt modelId="{3D63709C-7D43-4C77-B432-42FE1919DAFE}" type="pres">
      <dgm:prSet presAssocID="{2EC1FB5E-D152-47F8-A8F8-9DAA1DE81629}" presName="childText" presStyleLbl="conFgAcc1" presStyleIdx="1" presStyleCnt="6">
        <dgm:presLayoutVars>
          <dgm:bulletEnabled val="1"/>
        </dgm:presLayoutVars>
      </dgm:prSet>
      <dgm:spPr/>
    </dgm:pt>
    <dgm:pt modelId="{3968E771-7D90-4E8C-A0F1-A0E38FB93E09}" type="pres">
      <dgm:prSet presAssocID="{5B006370-683B-457B-8AD6-C8A922F3A0ED}" presName="spaceBetweenRectangles" presStyleCnt="0"/>
      <dgm:spPr/>
    </dgm:pt>
    <dgm:pt modelId="{523E244E-5DD6-414D-B2DD-406F33DC6D27}" type="pres">
      <dgm:prSet presAssocID="{CC1E34F9-C267-40AC-BAD3-F9C47EDC99ED}" presName="parentLin" presStyleCnt="0"/>
      <dgm:spPr/>
    </dgm:pt>
    <dgm:pt modelId="{EBFF92BB-4961-4E94-ABC9-F859322D1BD5}" type="pres">
      <dgm:prSet presAssocID="{CC1E34F9-C267-40AC-BAD3-F9C47EDC99ED}" presName="parentLeftMargin" presStyleLbl="node1" presStyleIdx="1" presStyleCnt="6"/>
      <dgm:spPr/>
      <dgm:t>
        <a:bodyPr/>
        <a:lstStyle/>
        <a:p>
          <a:endParaRPr lang="ru-RU"/>
        </a:p>
      </dgm:t>
    </dgm:pt>
    <dgm:pt modelId="{9C8679DC-A0AE-4885-836C-9C264794926D}" type="pres">
      <dgm:prSet presAssocID="{CC1E34F9-C267-40AC-BAD3-F9C47EDC99ED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0B72B0-31CB-404C-A0D8-AD091AD9E2F2}" type="pres">
      <dgm:prSet presAssocID="{CC1E34F9-C267-40AC-BAD3-F9C47EDC99ED}" presName="negativeSpace" presStyleCnt="0"/>
      <dgm:spPr/>
    </dgm:pt>
    <dgm:pt modelId="{4638C859-17E5-4C73-B122-130E29608770}" type="pres">
      <dgm:prSet presAssocID="{CC1E34F9-C267-40AC-BAD3-F9C47EDC99ED}" presName="childText" presStyleLbl="conFgAcc1" presStyleIdx="2" presStyleCnt="6">
        <dgm:presLayoutVars>
          <dgm:bulletEnabled val="1"/>
        </dgm:presLayoutVars>
      </dgm:prSet>
      <dgm:spPr/>
    </dgm:pt>
    <dgm:pt modelId="{1DC8998D-618D-4CD0-BC07-6B9F5AD90ECF}" type="pres">
      <dgm:prSet presAssocID="{A4BB4F59-999A-46EB-8CEE-8CAEC75D45BE}" presName="spaceBetweenRectangles" presStyleCnt="0"/>
      <dgm:spPr/>
    </dgm:pt>
    <dgm:pt modelId="{7C172809-2809-4C6F-AB8E-59F0EAB21D17}" type="pres">
      <dgm:prSet presAssocID="{EB8D0165-4FD6-49A0-B1E5-D9D95810AFB0}" presName="parentLin" presStyleCnt="0"/>
      <dgm:spPr/>
    </dgm:pt>
    <dgm:pt modelId="{D37C3F0B-E361-4684-A892-7CDE7CB69E6D}" type="pres">
      <dgm:prSet presAssocID="{EB8D0165-4FD6-49A0-B1E5-D9D95810AFB0}" presName="parentLeftMargin" presStyleLbl="node1" presStyleIdx="2" presStyleCnt="6"/>
      <dgm:spPr/>
      <dgm:t>
        <a:bodyPr/>
        <a:lstStyle/>
        <a:p>
          <a:endParaRPr lang="ru-RU"/>
        </a:p>
      </dgm:t>
    </dgm:pt>
    <dgm:pt modelId="{DDF4EDC2-0EC3-4870-A803-1CCF7539328E}" type="pres">
      <dgm:prSet presAssocID="{EB8D0165-4FD6-49A0-B1E5-D9D95810AFB0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A0EE5B-FA5C-4626-91BD-FDA6B9DA944D}" type="pres">
      <dgm:prSet presAssocID="{EB8D0165-4FD6-49A0-B1E5-D9D95810AFB0}" presName="negativeSpace" presStyleCnt="0"/>
      <dgm:spPr/>
    </dgm:pt>
    <dgm:pt modelId="{1296C42E-061B-47B5-839B-91143ACDE87B}" type="pres">
      <dgm:prSet presAssocID="{EB8D0165-4FD6-49A0-B1E5-D9D95810AFB0}" presName="childText" presStyleLbl="conFgAcc1" presStyleIdx="3" presStyleCnt="6">
        <dgm:presLayoutVars>
          <dgm:bulletEnabled val="1"/>
        </dgm:presLayoutVars>
      </dgm:prSet>
      <dgm:spPr/>
    </dgm:pt>
    <dgm:pt modelId="{971C36C9-39B1-458F-9268-78BFBEE17FCD}" type="pres">
      <dgm:prSet presAssocID="{20A38ADF-B206-4984-B66F-002A7A60473E}" presName="spaceBetweenRectangles" presStyleCnt="0"/>
      <dgm:spPr/>
    </dgm:pt>
    <dgm:pt modelId="{B0A57186-515A-4B77-9361-4263AA3B152C}" type="pres">
      <dgm:prSet presAssocID="{976360E5-D3A2-4DA5-BD28-4556474055E0}" presName="parentLin" presStyleCnt="0"/>
      <dgm:spPr/>
    </dgm:pt>
    <dgm:pt modelId="{AC1C41D0-3139-42A9-AF8D-CCFBDF3B4E92}" type="pres">
      <dgm:prSet presAssocID="{976360E5-D3A2-4DA5-BD28-4556474055E0}" presName="parentLeftMargin" presStyleLbl="node1" presStyleIdx="3" presStyleCnt="6"/>
      <dgm:spPr/>
      <dgm:t>
        <a:bodyPr/>
        <a:lstStyle/>
        <a:p>
          <a:endParaRPr lang="ru-RU"/>
        </a:p>
      </dgm:t>
    </dgm:pt>
    <dgm:pt modelId="{188E321D-AED1-4C1F-A106-B0EC73F9333D}" type="pres">
      <dgm:prSet presAssocID="{976360E5-D3A2-4DA5-BD28-4556474055E0}" presName="parentText" presStyleLbl="node1" presStyleIdx="4" presStyleCnt="6" custScaleY="14273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8BF36E-ADA5-4ECD-92C7-9C605D0BAF7D}" type="pres">
      <dgm:prSet presAssocID="{976360E5-D3A2-4DA5-BD28-4556474055E0}" presName="negativeSpace" presStyleCnt="0"/>
      <dgm:spPr/>
    </dgm:pt>
    <dgm:pt modelId="{6507647B-DCA6-40ED-B531-4CFDBB8EFF5D}" type="pres">
      <dgm:prSet presAssocID="{976360E5-D3A2-4DA5-BD28-4556474055E0}" presName="childText" presStyleLbl="conFgAcc1" presStyleIdx="4" presStyleCnt="6">
        <dgm:presLayoutVars>
          <dgm:bulletEnabled val="1"/>
        </dgm:presLayoutVars>
      </dgm:prSet>
      <dgm:spPr/>
    </dgm:pt>
    <dgm:pt modelId="{54AED011-39D9-4F5A-B136-3F39117A5752}" type="pres">
      <dgm:prSet presAssocID="{753F5D52-3979-4D91-B8D6-1DFDFE3CF68D}" presName="spaceBetweenRectangles" presStyleCnt="0"/>
      <dgm:spPr/>
    </dgm:pt>
    <dgm:pt modelId="{DCF07255-85DF-478C-BDAD-D531B8532AFB}" type="pres">
      <dgm:prSet presAssocID="{8B4A6297-7878-4660-87E5-DE69C55B837F}" presName="parentLin" presStyleCnt="0"/>
      <dgm:spPr/>
    </dgm:pt>
    <dgm:pt modelId="{5B642E5F-C0E1-4655-B335-76A9FF94E018}" type="pres">
      <dgm:prSet presAssocID="{8B4A6297-7878-4660-87E5-DE69C55B837F}" presName="parentLeftMargin" presStyleLbl="node1" presStyleIdx="4" presStyleCnt="6"/>
      <dgm:spPr/>
      <dgm:t>
        <a:bodyPr/>
        <a:lstStyle/>
        <a:p>
          <a:endParaRPr lang="ru-RU"/>
        </a:p>
      </dgm:t>
    </dgm:pt>
    <dgm:pt modelId="{229DC230-3714-473A-A894-EB2AD7673034}" type="pres">
      <dgm:prSet presAssocID="{8B4A6297-7878-4660-87E5-DE69C55B837F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354C6D-9809-40A7-8B65-CA4ACD9DC72C}" type="pres">
      <dgm:prSet presAssocID="{8B4A6297-7878-4660-87E5-DE69C55B837F}" presName="negativeSpace" presStyleCnt="0"/>
      <dgm:spPr/>
    </dgm:pt>
    <dgm:pt modelId="{F2B552FA-60F5-403D-9237-794C580D5417}" type="pres">
      <dgm:prSet presAssocID="{8B4A6297-7878-4660-87E5-DE69C55B837F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3E11FDC3-773D-4786-8E4C-EAAAE5E4410A}" srcId="{B238B055-F0DC-4B67-BC86-2FFFBFCC7FF6}" destId="{2EC1FB5E-D152-47F8-A8F8-9DAA1DE81629}" srcOrd="1" destOrd="0" parTransId="{78D72771-A5FD-4891-8747-A9152607615B}" sibTransId="{5B006370-683B-457B-8AD6-C8A922F3A0ED}"/>
    <dgm:cxn modelId="{2E13EEAC-12EC-4D29-804A-A59650BFE259}" srcId="{B238B055-F0DC-4B67-BC86-2FFFBFCC7FF6}" destId="{976360E5-D3A2-4DA5-BD28-4556474055E0}" srcOrd="4" destOrd="0" parTransId="{0DE71EA0-2D08-471C-AC8B-2BA22A195E5C}" sibTransId="{753F5D52-3979-4D91-B8D6-1DFDFE3CF68D}"/>
    <dgm:cxn modelId="{DDE08C9D-8D05-41DA-B982-C2B6576F010B}" srcId="{B238B055-F0DC-4B67-BC86-2FFFBFCC7FF6}" destId="{EB8D0165-4FD6-49A0-B1E5-D9D95810AFB0}" srcOrd="3" destOrd="0" parTransId="{735D89DD-3D32-40ED-A25D-D2806A904658}" sibTransId="{20A38ADF-B206-4984-B66F-002A7A60473E}"/>
    <dgm:cxn modelId="{48E8E93D-CF1A-4B69-8DAB-FC5C9255C397}" type="presOf" srcId="{2EC1FB5E-D152-47F8-A8F8-9DAA1DE81629}" destId="{11E013DE-8852-406E-AD8F-7A27A32BE85D}" srcOrd="1" destOrd="0" presId="urn:microsoft.com/office/officeart/2005/8/layout/list1"/>
    <dgm:cxn modelId="{D1CB56EE-D6E2-4D8C-98B7-3EFF5D961F07}" type="presOf" srcId="{B238B055-F0DC-4B67-BC86-2FFFBFCC7FF6}" destId="{53A73A4C-1DEB-44FA-876D-A2A9EA5C79FA}" srcOrd="0" destOrd="0" presId="urn:microsoft.com/office/officeart/2005/8/layout/list1"/>
    <dgm:cxn modelId="{3305D119-5580-4A36-AEBC-EA2F81C5C094}" type="presOf" srcId="{976360E5-D3A2-4DA5-BD28-4556474055E0}" destId="{AC1C41D0-3139-42A9-AF8D-CCFBDF3B4E92}" srcOrd="0" destOrd="0" presId="urn:microsoft.com/office/officeart/2005/8/layout/list1"/>
    <dgm:cxn modelId="{679B321C-191B-4B73-8ECB-8FA5CCA52A69}" type="presOf" srcId="{3E9AEB10-74ED-402D-ABB5-3701EA18B229}" destId="{070788AF-9D26-414F-9B7F-5AF0EC283D31}" srcOrd="1" destOrd="0" presId="urn:microsoft.com/office/officeart/2005/8/layout/list1"/>
    <dgm:cxn modelId="{DE463CC2-010A-4057-ABEB-EBDAE3DBEED2}" srcId="{B238B055-F0DC-4B67-BC86-2FFFBFCC7FF6}" destId="{8B4A6297-7878-4660-87E5-DE69C55B837F}" srcOrd="5" destOrd="0" parTransId="{190FC1D5-D906-47F3-9B83-258ED5381729}" sibTransId="{4601085F-B50A-41B5-B3FF-54AEC67FF859}"/>
    <dgm:cxn modelId="{0D7011E4-18BC-42E6-B093-2E34EC088E77}" type="presOf" srcId="{2EC1FB5E-D152-47F8-A8F8-9DAA1DE81629}" destId="{A01A0CBE-2512-41B0-B990-BBB5C2D141C0}" srcOrd="0" destOrd="0" presId="urn:microsoft.com/office/officeart/2005/8/layout/list1"/>
    <dgm:cxn modelId="{BF566F35-963B-46DF-BB63-3A19B117D9A3}" type="presOf" srcId="{976360E5-D3A2-4DA5-BD28-4556474055E0}" destId="{188E321D-AED1-4C1F-A106-B0EC73F9333D}" srcOrd="1" destOrd="0" presId="urn:microsoft.com/office/officeart/2005/8/layout/list1"/>
    <dgm:cxn modelId="{F4FE6858-AA47-43ED-BA81-B067BA9E06C0}" type="presOf" srcId="{3E9AEB10-74ED-402D-ABB5-3701EA18B229}" destId="{CE1ECD03-E685-4F2A-8771-B75AE7C46E36}" srcOrd="0" destOrd="0" presId="urn:microsoft.com/office/officeart/2005/8/layout/list1"/>
    <dgm:cxn modelId="{21E74A0A-141E-4484-A72E-9EABFB478272}" type="presOf" srcId="{CC1E34F9-C267-40AC-BAD3-F9C47EDC99ED}" destId="{9C8679DC-A0AE-4885-836C-9C264794926D}" srcOrd="1" destOrd="0" presId="urn:microsoft.com/office/officeart/2005/8/layout/list1"/>
    <dgm:cxn modelId="{562C31A6-018D-46C1-85D0-818E9657C33C}" type="presOf" srcId="{CC1E34F9-C267-40AC-BAD3-F9C47EDC99ED}" destId="{EBFF92BB-4961-4E94-ABC9-F859322D1BD5}" srcOrd="0" destOrd="0" presId="urn:microsoft.com/office/officeart/2005/8/layout/list1"/>
    <dgm:cxn modelId="{E7E82FFE-EB96-4DED-B43B-2B59BB24F515}" srcId="{B238B055-F0DC-4B67-BC86-2FFFBFCC7FF6}" destId="{3E9AEB10-74ED-402D-ABB5-3701EA18B229}" srcOrd="0" destOrd="0" parTransId="{C09FB9A1-1AF4-4C14-9260-51993CF45CA4}" sibTransId="{E302F892-05F3-401F-BAD2-381B5238963D}"/>
    <dgm:cxn modelId="{A1A1C824-C151-4041-94CE-F419CB8B0047}" type="presOf" srcId="{8B4A6297-7878-4660-87E5-DE69C55B837F}" destId="{5B642E5F-C0E1-4655-B335-76A9FF94E018}" srcOrd="0" destOrd="0" presId="urn:microsoft.com/office/officeart/2005/8/layout/list1"/>
    <dgm:cxn modelId="{155F7560-0DC2-4369-BE4B-402EB62FD655}" type="presOf" srcId="{8B4A6297-7878-4660-87E5-DE69C55B837F}" destId="{229DC230-3714-473A-A894-EB2AD7673034}" srcOrd="1" destOrd="0" presId="urn:microsoft.com/office/officeart/2005/8/layout/list1"/>
    <dgm:cxn modelId="{9D322A4F-068C-45DC-B4EB-1C418ED488DC}" type="presOf" srcId="{EB8D0165-4FD6-49A0-B1E5-D9D95810AFB0}" destId="{DDF4EDC2-0EC3-4870-A803-1CCF7539328E}" srcOrd="1" destOrd="0" presId="urn:microsoft.com/office/officeart/2005/8/layout/list1"/>
    <dgm:cxn modelId="{010C4091-3A18-4354-B1B4-CFE4E25C75CC}" type="presOf" srcId="{EB8D0165-4FD6-49A0-B1E5-D9D95810AFB0}" destId="{D37C3F0B-E361-4684-A892-7CDE7CB69E6D}" srcOrd="0" destOrd="0" presId="urn:microsoft.com/office/officeart/2005/8/layout/list1"/>
    <dgm:cxn modelId="{9129A090-E923-46C3-A0F7-3B2C2AC04A65}" srcId="{B238B055-F0DC-4B67-BC86-2FFFBFCC7FF6}" destId="{CC1E34F9-C267-40AC-BAD3-F9C47EDC99ED}" srcOrd="2" destOrd="0" parTransId="{9D132D4F-5C12-45F7-8831-45A37A47C4EC}" sibTransId="{A4BB4F59-999A-46EB-8CEE-8CAEC75D45BE}"/>
    <dgm:cxn modelId="{F5E577F7-A6B4-48B7-98DD-50E47FAD32DC}" type="presParOf" srcId="{53A73A4C-1DEB-44FA-876D-A2A9EA5C79FA}" destId="{39A5D804-F537-4135-965F-CB94A35B54E6}" srcOrd="0" destOrd="0" presId="urn:microsoft.com/office/officeart/2005/8/layout/list1"/>
    <dgm:cxn modelId="{DBB94724-89D9-460B-A1DD-ECF4D21CB09B}" type="presParOf" srcId="{39A5D804-F537-4135-965F-CB94A35B54E6}" destId="{CE1ECD03-E685-4F2A-8771-B75AE7C46E36}" srcOrd="0" destOrd="0" presId="urn:microsoft.com/office/officeart/2005/8/layout/list1"/>
    <dgm:cxn modelId="{BAB36A0A-3ACA-4EDE-B4EC-DCB20A15C5CE}" type="presParOf" srcId="{39A5D804-F537-4135-965F-CB94A35B54E6}" destId="{070788AF-9D26-414F-9B7F-5AF0EC283D31}" srcOrd="1" destOrd="0" presId="urn:microsoft.com/office/officeart/2005/8/layout/list1"/>
    <dgm:cxn modelId="{828EB3A3-1C36-446F-9809-06281D36E50E}" type="presParOf" srcId="{53A73A4C-1DEB-44FA-876D-A2A9EA5C79FA}" destId="{66D2EBC9-BE29-4D9E-8FB5-CEA71855A044}" srcOrd="1" destOrd="0" presId="urn:microsoft.com/office/officeart/2005/8/layout/list1"/>
    <dgm:cxn modelId="{3846C98B-807E-4C52-B17E-6B6879F175D1}" type="presParOf" srcId="{53A73A4C-1DEB-44FA-876D-A2A9EA5C79FA}" destId="{341D284C-FBCE-482B-9D22-514464EBDC97}" srcOrd="2" destOrd="0" presId="urn:microsoft.com/office/officeart/2005/8/layout/list1"/>
    <dgm:cxn modelId="{09800A15-D909-4A81-9EFC-E0AE4A709E5F}" type="presParOf" srcId="{53A73A4C-1DEB-44FA-876D-A2A9EA5C79FA}" destId="{5EF80E74-3AA0-4D37-8D3C-2F6FE7AA1922}" srcOrd="3" destOrd="0" presId="urn:microsoft.com/office/officeart/2005/8/layout/list1"/>
    <dgm:cxn modelId="{E91E5157-B11C-446C-A19F-AA3725B9C4F8}" type="presParOf" srcId="{53A73A4C-1DEB-44FA-876D-A2A9EA5C79FA}" destId="{799E1204-673C-43D3-94F2-663E72052B45}" srcOrd="4" destOrd="0" presId="urn:microsoft.com/office/officeart/2005/8/layout/list1"/>
    <dgm:cxn modelId="{A4B51EF7-AAF0-468D-AFFE-09C0882AE792}" type="presParOf" srcId="{799E1204-673C-43D3-94F2-663E72052B45}" destId="{A01A0CBE-2512-41B0-B990-BBB5C2D141C0}" srcOrd="0" destOrd="0" presId="urn:microsoft.com/office/officeart/2005/8/layout/list1"/>
    <dgm:cxn modelId="{CA2EA6C8-18BA-4C60-B8C2-7046BB600F2E}" type="presParOf" srcId="{799E1204-673C-43D3-94F2-663E72052B45}" destId="{11E013DE-8852-406E-AD8F-7A27A32BE85D}" srcOrd="1" destOrd="0" presId="urn:microsoft.com/office/officeart/2005/8/layout/list1"/>
    <dgm:cxn modelId="{B87D59C6-5279-4E23-BE8A-B7D5F23A8A70}" type="presParOf" srcId="{53A73A4C-1DEB-44FA-876D-A2A9EA5C79FA}" destId="{A999ACDC-C88C-4CB0-BEC4-89734C7AA117}" srcOrd="5" destOrd="0" presId="urn:microsoft.com/office/officeart/2005/8/layout/list1"/>
    <dgm:cxn modelId="{03EFA61C-6896-48DA-8F7E-C0CF4F790A66}" type="presParOf" srcId="{53A73A4C-1DEB-44FA-876D-A2A9EA5C79FA}" destId="{3D63709C-7D43-4C77-B432-42FE1919DAFE}" srcOrd="6" destOrd="0" presId="urn:microsoft.com/office/officeart/2005/8/layout/list1"/>
    <dgm:cxn modelId="{BB54AA1C-300C-4F5C-A484-BAF65E1BFB40}" type="presParOf" srcId="{53A73A4C-1DEB-44FA-876D-A2A9EA5C79FA}" destId="{3968E771-7D90-4E8C-A0F1-A0E38FB93E09}" srcOrd="7" destOrd="0" presId="urn:microsoft.com/office/officeart/2005/8/layout/list1"/>
    <dgm:cxn modelId="{A1B2C80B-0C63-4AB2-B278-421B4EAEBBF5}" type="presParOf" srcId="{53A73A4C-1DEB-44FA-876D-A2A9EA5C79FA}" destId="{523E244E-5DD6-414D-B2DD-406F33DC6D27}" srcOrd="8" destOrd="0" presId="urn:microsoft.com/office/officeart/2005/8/layout/list1"/>
    <dgm:cxn modelId="{C16581F1-BF53-4B6D-967C-ED88E80877F3}" type="presParOf" srcId="{523E244E-5DD6-414D-B2DD-406F33DC6D27}" destId="{EBFF92BB-4961-4E94-ABC9-F859322D1BD5}" srcOrd="0" destOrd="0" presId="urn:microsoft.com/office/officeart/2005/8/layout/list1"/>
    <dgm:cxn modelId="{E49CFCDB-972F-4D3C-84E5-9FB0D70F0078}" type="presParOf" srcId="{523E244E-5DD6-414D-B2DD-406F33DC6D27}" destId="{9C8679DC-A0AE-4885-836C-9C264794926D}" srcOrd="1" destOrd="0" presId="urn:microsoft.com/office/officeart/2005/8/layout/list1"/>
    <dgm:cxn modelId="{9F25B95D-D5A9-441F-A84D-9F3CE1449C87}" type="presParOf" srcId="{53A73A4C-1DEB-44FA-876D-A2A9EA5C79FA}" destId="{E50B72B0-31CB-404C-A0D8-AD091AD9E2F2}" srcOrd="9" destOrd="0" presId="urn:microsoft.com/office/officeart/2005/8/layout/list1"/>
    <dgm:cxn modelId="{0811AB58-3E55-46B0-9FB3-F070CB000309}" type="presParOf" srcId="{53A73A4C-1DEB-44FA-876D-A2A9EA5C79FA}" destId="{4638C859-17E5-4C73-B122-130E29608770}" srcOrd="10" destOrd="0" presId="urn:microsoft.com/office/officeart/2005/8/layout/list1"/>
    <dgm:cxn modelId="{F42F553F-7AC6-4CB7-A580-E4B1565FD24A}" type="presParOf" srcId="{53A73A4C-1DEB-44FA-876D-A2A9EA5C79FA}" destId="{1DC8998D-618D-4CD0-BC07-6B9F5AD90ECF}" srcOrd="11" destOrd="0" presId="urn:microsoft.com/office/officeart/2005/8/layout/list1"/>
    <dgm:cxn modelId="{F5716106-F85D-4361-B120-BFC387CA3FDD}" type="presParOf" srcId="{53A73A4C-1DEB-44FA-876D-A2A9EA5C79FA}" destId="{7C172809-2809-4C6F-AB8E-59F0EAB21D17}" srcOrd="12" destOrd="0" presId="urn:microsoft.com/office/officeart/2005/8/layout/list1"/>
    <dgm:cxn modelId="{D2436968-D6D1-4764-A867-21570B3DF678}" type="presParOf" srcId="{7C172809-2809-4C6F-AB8E-59F0EAB21D17}" destId="{D37C3F0B-E361-4684-A892-7CDE7CB69E6D}" srcOrd="0" destOrd="0" presId="urn:microsoft.com/office/officeart/2005/8/layout/list1"/>
    <dgm:cxn modelId="{B100680F-66C0-4318-B66D-67EE7506A3A1}" type="presParOf" srcId="{7C172809-2809-4C6F-AB8E-59F0EAB21D17}" destId="{DDF4EDC2-0EC3-4870-A803-1CCF7539328E}" srcOrd="1" destOrd="0" presId="urn:microsoft.com/office/officeart/2005/8/layout/list1"/>
    <dgm:cxn modelId="{FF25D2E8-45B4-4A6F-86C3-5D5BB2E82E90}" type="presParOf" srcId="{53A73A4C-1DEB-44FA-876D-A2A9EA5C79FA}" destId="{24A0EE5B-FA5C-4626-91BD-FDA6B9DA944D}" srcOrd="13" destOrd="0" presId="urn:microsoft.com/office/officeart/2005/8/layout/list1"/>
    <dgm:cxn modelId="{79664DA1-91DD-4CF8-BF49-B1FAD4E5D4FB}" type="presParOf" srcId="{53A73A4C-1DEB-44FA-876D-A2A9EA5C79FA}" destId="{1296C42E-061B-47B5-839B-91143ACDE87B}" srcOrd="14" destOrd="0" presId="urn:microsoft.com/office/officeart/2005/8/layout/list1"/>
    <dgm:cxn modelId="{CF1C110C-A286-4592-9127-F14BC867EA50}" type="presParOf" srcId="{53A73A4C-1DEB-44FA-876D-A2A9EA5C79FA}" destId="{971C36C9-39B1-458F-9268-78BFBEE17FCD}" srcOrd="15" destOrd="0" presId="urn:microsoft.com/office/officeart/2005/8/layout/list1"/>
    <dgm:cxn modelId="{91F403ED-EE9B-4A93-A1C3-9204B90F7DDA}" type="presParOf" srcId="{53A73A4C-1DEB-44FA-876D-A2A9EA5C79FA}" destId="{B0A57186-515A-4B77-9361-4263AA3B152C}" srcOrd="16" destOrd="0" presId="urn:microsoft.com/office/officeart/2005/8/layout/list1"/>
    <dgm:cxn modelId="{7E8C8305-DF0D-4981-B565-F3B25D608488}" type="presParOf" srcId="{B0A57186-515A-4B77-9361-4263AA3B152C}" destId="{AC1C41D0-3139-42A9-AF8D-CCFBDF3B4E92}" srcOrd="0" destOrd="0" presId="urn:microsoft.com/office/officeart/2005/8/layout/list1"/>
    <dgm:cxn modelId="{96B20D82-147C-4471-BCA8-FD2BACE33408}" type="presParOf" srcId="{B0A57186-515A-4B77-9361-4263AA3B152C}" destId="{188E321D-AED1-4C1F-A106-B0EC73F9333D}" srcOrd="1" destOrd="0" presId="urn:microsoft.com/office/officeart/2005/8/layout/list1"/>
    <dgm:cxn modelId="{5656C6DC-C53A-4B35-878D-F2744974785F}" type="presParOf" srcId="{53A73A4C-1DEB-44FA-876D-A2A9EA5C79FA}" destId="{598BF36E-ADA5-4ECD-92C7-9C605D0BAF7D}" srcOrd="17" destOrd="0" presId="urn:microsoft.com/office/officeart/2005/8/layout/list1"/>
    <dgm:cxn modelId="{33629EEC-0D42-4995-9771-798FF54FF9ED}" type="presParOf" srcId="{53A73A4C-1DEB-44FA-876D-A2A9EA5C79FA}" destId="{6507647B-DCA6-40ED-B531-4CFDBB8EFF5D}" srcOrd="18" destOrd="0" presId="urn:microsoft.com/office/officeart/2005/8/layout/list1"/>
    <dgm:cxn modelId="{EDD2E835-A907-4965-9AB0-97C63E82FA01}" type="presParOf" srcId="{53A73A4C-1DEB-44FA-876D-A2A9EA5C79FA}" destId="{54AED011-39D9-4F5A-B136-3F39117A5752}" srcOrd="19" destOrd="0" presId="urn:microsoft.com/office/officeart/2005/8/layout/list1"/>
    <dgm:cxn modelId="{A52C4F40-B850-4826-9F93-F7373B62A016}" type="presParOf" srcId="{53A73A4C-1DEB-44FA-876D-A2A9EA5C79FA}" destId="{DCF07255-85DF-478C-BDAD-D531B8532AFB}" srcOrd="20" destOrd="0" presId="urn:microsoft.com/office/officeart/2005/8/layout/list1"/>
    <dgm:cxn modelId="{B48F8A60-884A-49EF-97EF-27316E58F7D0}" type="presParOf" srcId="{DCF07255-85DF-478C-BDAD-D531B8532AFB}" destId="{5B642E5F-C0E1-4655-B335-76A9FF94E018}" srcOrd="0" destOrd="0" presId="urn:microsoft.com/office/officeart/2005/8/layout/list1"/>
    <dgm:cxn modelId="{5050CBE4-CD9D-4E10-A437-3DFE64211FE3}" type="presParOf" srcId="{DCF07255-85DF-478C-BDAD-D531B8532AFB}" destId="{229DC230-3714-473A-A894-EB2AD7673034}" srcOrd="1" destOrd="0" presId="urn:microsoft.com/office/officeart/2005/8/layout/list1"/>
    <dgm:cxn modelId="{A7EAA53A-0F56-4975-9B70-C29E09E8228E}" type="presParOf" srcId="{53A73A4C-1DEB-44FA-876D-A2A9EA5C79FA}" destId="{D6354C6D-9809-40A7-8B65-CA4ACD9DC72C}" srcOrd="21" destOrd="0" presId="urn:microsoft.com/office/officeart/2005/8/layout/list1"/>
    <dgm:cxn modelId="{795842A7-187E-4F02-8535-39F268E801D4}" type="presParOf" srcId="{53A73A4C-1DEB-44FA-876D-A2A9EA5C79FA}" destId="{F2B552FA-60F5-403D-9237-794C580D5417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FEDFC12-390F-4E1C-888C-7191157C343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B1B5154-2891-4770-9F7A-35092443CC73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отсутствие узкоспециализированных стандартов для ПО автономной навигации;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E92115A-DBA0-478C-BD06-F313A04A0B39}" type="parTrans" cxnId="{AACE3912-4BEF-4A82-8913-7B963D0FFD4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5FC18EC-9B4E-47F7-86EC-7651DA7913D7}" type="sibTrans" cxnId="{AACE3912-4BEF-4A82-8913-7B963D0FFD4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2E779ED-A45F-4BA1-ACEE-26F62D3BAB7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сложность оценки надёжности в условиях неопределённости;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564EBAA-78F1-4F9B-A170-635A62FF69CD}" type="parTrans" cxnId="{093A98B7-2747-4BA7-8854-AD932DBB48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AE2E781-56E1-4FDB-B42A-E2E2AEB3CE27}" type="sibTrans" cxnId="{093A98B7-2747-4BA7-8854-AD932DBB48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828FA3F-91BF-4834-AC5D-B20CE1F9577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интеграция с разнородными системами;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EC48E38-1002-4D6F-ABFC-A25FDB7DD3A9}" type="parTrans" cxnId="{B4DC26E2-C7A4-4F54-941B-66D0AD13A6B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54728A6-E6EC-4CEE-932B-E93262A6132C}" type="sibTrans" cxnId="{B4DC26E2-C7A4-4F54-941B-66D0AD13A6B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889F40F-AC84-4629-8EB7-E515B076D5B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обеспечение кибербезопасности.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8C81FB1-84D1-4D13-96A9-2E71AD750CE7}" type="parTrans" cxnId="{8D034C67-0D7A-4B66-AA39-884F08F80D7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F9D99B8-4BDE-446F-8977-7E843734F0E8}" type="sibTrans" cxnId="{8D034C67-0D7A-4B66-AA39-884F08F80D7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4B0BCB-00D0-4410-ADD6-2586E58B6471}" type="pres">
      <dgm:prSet presAssocID="{0FEDFC12-390F-4E1C-888C-7191157C343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2C2755E-9FBD-4F43-8742-A2AC9D5C605C}" type="pres">
      <dgm:prSet presAssocID="{5B1B5154-2891-4770-9F7A-35092443CC7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4E8506-42CB-4545-8E0F-C206B55E83F6}" type="pres">
      <dgm:prSet presAssocID="{D5FC18EC-9B4E-47F7-86EC-7651DA7913D7}" presName="sibTrans" presStyleCnt="0"/>
      <dgm:spPr/>
    </dgm:pt>
    <dgm:pt modelId="{75C3328C-5BBF-4F55-806C-D25C4B3A00C6}" type="pres">
      <dgm:prSet presAssocID="{72E779ED-A45F-4BA1-ACEE-26F62D3BAB7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67F5C2-34DB-41D5-9D15-E63E2D64718F}" type="pres">
      <dgm:prSet presAssocID="{CAE2E781-56E1-4FDB-B42A-E2E2AEB3CE27}" presName="sibTrans" presStyleCnt="0"/>
      <dgm:spPr/>
    </dgm:pt>
    <dgm:pt modelId="{4AB78FC6-6EA6-493A-A0AD-F9DC9C077B17}" type="pres">
      <dgm:prSet presAssocID="{9828FA3F-91BF-4834-AC5D-B20CE1F9577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DFDB86-3CAD-4A93-AD37-684275A32C57}" type="pres">
      <dgm:prSet presAssocID="{F54728A6-E6EC-4CEE-932B-E93262A6132C}" presName="sibTrans" presStyleCnt="0"/>
      <dgm:spPr/>
    </dgm:pt>
    <dgm:pt modelId="{C20C7C5E-CB1A-4C61-B5DB-ABBB324CA000}" type="pres">
      <dgm:prSet presAssocID="{8889F40F-AC84-4629-8EB7-E515B076D5B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4DC26E2-C7A4-4F54-941B-66D0AD13A6B0}" srcId="{0FEDFC12-390F-4E1C-888C-7191157C3438}" destId="{9828FA3F-91BF-4834-AC5D-B20CE1F9577B}" srcOrd="2" destOrd="0" parTransId="{0EC48E38-1002-4D6F-ABFC-A25FDB7DD3A9}" sibTransId="{F54728A6-E6EC-4CEE-932B-E93262A6132C}"/>
    <dgm:cxn modelId="{9332186B-EA86-4606-98F7-EB1A5AE004C5}" type="presOf" srcId="{8889F40F-AC84-4629-8EB7-E515B076D5BA}" destId="{C20C7C5E-CB1A-4C61-B5DB-ABBB324CA000}" srcOrd="0" destOrd="0" presId="urn:microsoft.com/office/officeart/2005/8/layout/default"/>
    <dgm:cxn modelId="{8D034C67-0D7A-4B66-AA39-884F08F80D78}" srcId="{0FEDFC12-390F-4E1C-888C-7191157C3438}" destId="{8889F40F-AC84-4629-8EB7-E515B076D5BA}" srcOrd="3" destOrd="0" parTransId="{A8C81FB1-84D1-4D13-96A9-2E71AD750CE7}" sibTransId="{6F9D99B8-4BDE-446F-8977-7E843734F0E8}"/>
    <dgm:cxn modelId="{093A98B7-2747-4BA7-8854-AD932DBB4895}" srcId="{0FEDFC12-390F-4E1C-888C-7191157C3438}" destId="{72E779ED-A45F-4BA1-ACEE-26F62D3BAB79}" srcOrd="1" destOrd="0" parTransId="{0564EBAA-78F1-4F9B-A170-635A62FF69CD}" sibTransId="{CAE2E781-56E1-4FDB-B42A-E2E2AEB3CE27}"/>
    <dgm:cxn modelId="{9936A7CD-5D06-40A9-8BD1-B1A34D99B9A5}" type="presOf" srcId="{0FEDFC12-390F-4E1C-888C-7191157C3438}" destId="{0F4B0BCB-00D0-4410-ADD6-2586E58B6471}" srcOrd="0" destOrd="0" presId="urn:microsoft.com/office/officeart/2005/8/layout/default"/>
    <dgm:cxn modelId="{F2EC1CE7-A887-4488-B131-546B9FF6D9BB}" type="presOf" srcId="{9828FA3F-91BF-4834-AC5D-B20CE1F9577B}" destId="{4AB78FC6-6EA6-493A-A0AD-F9DC9C077B17}" srcOrd="0" destOrd="0" presId="urn:microsoft.com/office/officeart/2005/8/layout/default"/>
    <dgm:cxn modelId="{AACE3912-4BEF-4A82-8913-7B963D0FFD41}" srcId="{0FEDFC12-390F-4E1C-888C-7191157C3438}" destId="{5B1B5154-2891-4770-9F7A-35092443CC73}" srcOrd="0" destOrd="0" parTransId="{5E92115A-DBA0-478C-BD06-F313A04A0B39}" sibTransId="{D5FC18EC-9B4E-47F7-86EC-7651DA7913D7}"/>
    <dgm:cxn modelId="{D1C69322-E1D2-4B41-960F-911EC387CF58}" type="presOf" srcId="{5B1B5154-2891-4770-9F7A-35092443CC73}" destId="{02C2755E-9FBD-4F43-8742-A2AC9D5C605C}" srcOrd="0" destOrd="0" presId="urn:microsoft.com/office/officeart/2005/8/layout/default"/>
    <dgm:cxn modelId="{EE553700-AD74-4A05-B3EA-121E3C83844B}" type="presOf" srcId="{72E779ED-A45F-4BA1-ACEE-26F62D3BAB79}" destId="{75C3328C-5BBF-4F55-806C-D25C4B3A00C6}" srcOrd="0" destOrd="0" presId="urn:microsoft.com/office/officeart/2005/8/layout/default"/>
    <dgm:cxn modelId="{54082D53-77C8-42C0-B6F4-8D762F347574}" type="presParOf" srcId="{0F4B0BCB-00D0-4410-ADD6-2586E58B6471}" destId="{02C2755E-9FBD-4F43-8742-A2AC9D5C605C}" srcOrd="0" destOrd="0" presId="urn:microsoft.com/office/officeart/2005/8/layout/default"/>
    <dgm:cxn modelId="{038D45FC-EA52-441F-8F5C-0A724E190FB3}" type="presParOf" srcId="{0F4B0BCB-00D0-4410-ADD6-2586E58B6471}" destId="{E04E8506-42CB-4545-8E0F-C206B55E83F6}" srcOrd="1" destOrd="0" presId="urn:microsoft.com/office/officeart/2005/8/layout/default"/>
    <dgm:cxn modelId="{2C1659E0-22A0-4F1E-AE5D-45A6D316817D}" type="presParOf" srcId="{0F4B0BCB-00D0-4410-ADD6-2586E58B6471}" destId="{75C3328C-5BBF-4F55-806C-D25C4B3A00C6}" srcOrd="2" destOrd="0" presId="urn:microsoft.com/office/officeart/2005/8/layout/default"/>
    <dgm:cxn modelId="{C4AF3F61-0984-4370-B5B9-937A422FB17C}" type="presParOf" srcId="{0F4B0BCB-00D0-4410-ADD6-2586E58B6471}" destId="{7A67F5C2-34DB-41D5-9D15-E63E2D64718F}" srcOrd="3" destOrd="0" presId="urn:microsoft.com/office/officeart/2005/8/layout/default"/>
    <dgm:cxn modelId="{FF6D3A10-0F37-4BF0-B55C-748E770C9A88}" type="presParOf" srcId="{0F4B0BCB-00D0-4410-ADD6-2586E58B6471}" destId="{4AB78FC6-6EA6-493A-A0AD-F9DC9C077B17}" srcOrd="4" destOrd="0" presId="urn:microsoft.com/office/officeart/2005/8/layout/default"/>
    <dgm:cxn modelId="{DCB95EB2-E071-4159-A31F-907C74E397F8}" type="presParOf" srcId="{0F4B0BCB-00D0-4410-ADD6-2586E58B6471}" destId="{88DFDB86-3CAD-4A93-AD37-684275A32C57}" srcOrd="5" destOrd="0" presId="urn:microsoft.com/office/officeart/2005/8/layout/default"/>
    <dgm:cxn modelId="{F79936F3-CFF5-417B-9CCE-D22939B4E74A}" type="presParOf" srcId="{0F4B0BCB-00D0-4410-ADD6-2586E58B6471}" destId="{C20C7C5E-CB1A-4C61-B5DB-ABBB324CA00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2A0508C-B0B7-471E-AEE3-9302C2B3410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2C52216-A87D-42B2-B912-F1AEC2F178F9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датчики высоты, скорости, ускорения (IMU);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8D16BBD-CE77-4F92-AFB1-B8CA13E612E5}" type="parTrans" cxnId="{AD188BA0-3A10-457F-BA10-83F65F6B8AA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B466A2B-3F97-4DC1-AB93-929608D31331}" type="sibTrans" cxnId="{AD188BA0-3A10-457F-BA10-83F65F6B8AA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A3B80FA-FF70-43C0-9809-5FD4B109EB4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сенсоры обнаружения препятствий (лидары, радары, камеры);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6C44C53-CC6B-4D7F-9832-39FD60163EA1}" type="parTrans" cxnId="{F18220F2-3BB3-483D-AC51-9B6AB95EBB9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D994230-D745-46FB-8675-401E2012EC47}" type="sibTrans" cxnId="{F18220F2-3BB3-483D-AC51-9B6AB95EBB9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15EB53C-DAC3-4AA9-8177-148BE8B1A3A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датчики ориентации и навигации (GPS, ГЛОНАСС, компасы);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628FA2A-C320-4BEA-8C9A-E19176333A24}" type="parTrans" cxnId="{BB3BE253-0C06-46A6-AA8B-B599907156E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E02F4A9-9066-4B9C-BE65-C7A617C5C9D8}" type="sibTrans" cxnId="{BB3BE253-0C06-46A6-AA8B-B599907156E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1816651-A8B2-44EA-8B78-23225B3B94B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сенсоры состояния бортовых систем (температуры, давления, заряда батареи).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CB0B0E6-D999-4EC7-8FC1-7159D343812E}" type="parTrans" cxnId="{DF699774-D064-4D22-91E6-E83CD09EF1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0391454-DFF0-48B6-97D8-A1540029DEDD}" type="sibTrans" cxnId="{DF699774-D064-4D22-91E6-E83CD09EF1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1BB9A48-1331-432D-9ABA-A15212DE35DF}" type="pres">
      <dgm:prSet presAssocID="{12A0508C-B0B7-471E-AEE3-9302C2B3410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698486E-92C0-472A-8AAF-779A3F111D65}" type="pres">
      <dgm:prSet presAssocID="{32C52216-A87D-42B2-B912-F1AEC2F178F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148E53-9316-44CF-9EB0-4A984214772A}" type="pres">
      <dgm:prSet presAssocID="{CB466A2B-3F97-4DC1-AB93-929608D31331}" presName="sibTrans" presStyleCnt="0"/>
      <dgm:spPr/>
    </dgm:pt>
    <dgm:pt modelId="{7D87829F-4B92-4BA5-A140-AACF004E06A5}" type="pres">
      <dgm:prSet presAssocID="{2A3B80FA-FF70-43C0-9809-5FD4B109EB4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493362-8D4E-419E-8844-7F17225B57E6}" type="pres">
      <dgm:prSet presAssocID="{5D994230-D745-46FB-8675-401E2012EC47}" presName="sibTrans" presStyleCnt="0"/>
      <dgm:spPr/>
    </dgm:pt>
    <dgm:pt modelId="{3D179EFF-C0C9-4CC5-871E-AB3B8ECC3470}" type="pres">
      <dgm:prSet presAssocID="{215EB53C-DAC3-4AA9-8177-148BE8B1A3AD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915556-BC87-4463-A97C-E24698E126C9}" type="pres">
      <dgm:prSet presAssocID="{7E02F4A9-9066-4B9C-BE65-C7A617C5C9D8}" presName="sibTrans" presStyleCnt="0"/>
      <dgm:spPr/>
    </dgm:pt>
    <dgm:pt modelId="{E7A2CDD1-E44A-42B0-9FB4-DD16644E88F2}" type="pres">
      <dgm:prSet presAssocID="{E1816651-A8B2-44EA-8B78-23225B3B94B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B3BE253-0C06-46A6-AA8B-B599907156E8}" srcId="{12A0508C-B0B7-471E-AEE3-9302C2B3410C}" destId="{215EB53C-DAC3-4AA9-8177-148BE8B1A3AD}" srcOrd="2" destOrd="0" parTransId="{8628FA2A-C320-4BEA-8C9A-E19176333A24}" sibTransId="{7E02F4A9-9066-4B9C-BE65-C7A617C5C9D8}"/>
    <dgm:cxn modelId="{F89510DF-7F0E-48DC-BA84-73D46A29B137}" type="presOf" srcId="{12A0508C-B0B7-471E-AEE3-9302C2B3410C}" destId="{61BB9A48-1331-432D-9ABA-A15212DE35DF}" srcOrd="0" destOrd="0" presId="urn:microsoft.com/office/officeart/2005/8/layout/default"/>
    <dgm:cxn modelId="{AD188BA0-3A10-457F-BA10-83F65F6B8AA6}" srcId="{12A0508C-B0B7-471E-AEE3-9302C2B3410C}" destId="{32C52216-A87D-42B2-B912-F1AEC2F178F9}" srcOrd="0" destOrd="0" parTransId="{A8D16BBD-CE77-4F92-AFB1-B8CA13E612E5}" sibTransId="{CB466A2B-3F97-4DC1-AB93-929608D31331}"/>
    <dgm:cxn modelId="{F18220F2-3BB3-483D-AC51-9B6AB95EBB9F}" srcId="{12A0508C-B0B7-471E-AEE3-9302C2B3410C}" destId="{2A3B80FA-FF70-43C0-9809-5FD4B109EB4E}" srcOrd="1" destOrd="0" parTransId="{A6C44C53-CC6B-4D7F-9832-39FD60163EA1}" sibTransId="{5D994230-D745-46FB-8675-401E2012EC47}"/>
    <dgm:cxn modelId="{6FBAA08D-DCBE-41B9-BEC5-BF2B3FC00B79}" type="presOf" srcId="{E1816651-A8B2-44EA-8B78-23225B3B94BE}" destId="{E7A2CDD1-E44A-42B0-9FB4-DD16644E88F2}" srcOrd="0" destOrd="0" presId="urn:microsoft.com/office/officeart/2005/8/layout/default"/>
    <dgm:cxn modelId="{E4499B6B-313C-451E-9472-004FB170394D}" type="presOf" srcId="{2A3B80FA-FF70-43C0-9809-5FD4B109EB4E}" destId="{7D87829F-4B92-4BA5-A140-AACF004E06A5}" srcOrd="0" destOrd="0" presId="urn:microsoft.com/office/officeart/2005/8/layout/default"/>
    <dgm:cxn modelId="{9B3E5879-F12B-4699-B3F1-1C7A101779A4}" type="presOf" srcId="{32C52216-A87D-42B2-B912-F1AEC2F178F9}" destId="{8698486E-92C0-472A-8AAF-779A3F111D65}" srcOrd="0" destOrd="0" presId="urn:microsoft.com/office/officeart/2005/8/layout/default"/>
    <dgm:cxn modelId="{527FA2F6-B13A-4F9E-B371-A5DFE3F1B758}" type="presOf" srcId="{215EB53C-DAC3-4AA9-8177-148BE8B1A3AD}" destId="{3D179EFF-C0C9-4CC5-871E-AB3B8ECC3470}" srcOrd="0" destOrd="0" presId="urn:microsoft.com/office/officeart/2005/8/layout/default"/>
    <dgm:cxn modelId="{DF699774-D064-4D22-91E6-E83CD09EF159}" srcId="{12A0508C-B0B7-471E-AEE3-9302C2B3410C}" destId="{E1816651-A8B2-44EA-8B78-23225B3B94BE}" srcOrd="3" destOrd="0" parTransId="{8CB0B0E6-D999-4EC7-8FC1-7159D343812E}" sibTransId="{00391454-DFF0-48B6-97D8-A1540029DEDD}"/>
    <dgm:cxn modelId="{C6BC4DAB-22CF-4AFC-BC5B-9B38E54AE473}" type="presParOf" srcId="{61BB9A48-1331-432D-9ABA-A15212DE35DF}" destId="{8698486E-92C0-472A-8AAF-779A3F111D65}" srcOrd="0" destOrd="0" presId="urn:microsoft.com/office/officeart/2005/8/layout/default"/>
    <dgm:cxn modelId="{9D445ED7-C372-4783-A221-682107F46B09}" type="presParOf" srcId="{61BB9A48-1331-432D-9ABA-A15212DE35DF}" destId="{F0148E53-9316-44CF-9EB0-4A984214772A}" srcOrd="1" destOrd="0" presId="urn:microsoft.com/office/officeart/2005/8/layout/default"/>
    <dgm:cxn modelId="{795DB184-8A2A-494C-ABD2-0854DCE02B82}" type="presParOf" srcId="{61BB9A48-1331-432D-9ABA-A15212DE35DF}" destId="{7D87829F-4B92-4BA5-A140-AACF004E06A5}" srcOrd="2" destOrd="0" presId="urn:microsoft.com/office/officeart/2005/8/layout/default"/>
    <dgm:cxn modelId="{C5E1657D-A62A-45B9-B727-B5F61E308F01}" type="presParOf" srcId="{61BB9A48-1331-432D-9ABA-A15212DE35DF}" destId="{F3493362-8D4E-419E-8844-7F17225B57E6}" srcOrd="3" destOrd="0" presId="urn:microsoft.com/office/officeart/2005/8/layout/default"/>
    <dgm:cxn modelId="{F0D3B34D-6489-4ABD-8121-178BFCC0F774}" type="presParOf" srcId="{61BB9A48-1331-432D-9ABA-A15212DE35DF}" destId="{3D179EFF-C0C9-4CC5-871E-AB3B8ECC3470}" srcOrd="4" destOrd="0" presId="urn:microsoft.com/office/officeart/2005/8/layout/default"/>
    <dgm:cxn modelId="{E25020E2-526E-4D0B-AC60-061C8C9AEEEE}" type="presParOf" srcId="{61BB9A48-1331-432D-9ABA-A15212DE35DF}" destId="{24915556-BC87-4463-A97C-E24698E126C9}" srcOrd="5" destOrd="0" presId="urn:microsoft.com/office/officeart/2005/8/layout/default"/>
    <dgm:cxn modelId="{538E00CD-F2EB-4399-886F-FCAA97888474}" type="presParOf" srcId="{61BB9A48-1331-432D-9ABA-A15212DE35DF}" destId="{E7A2CDD1-E44A-42B0-9FB4-DD16644E88F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A430C23-AA79-4C2A-9AFC-5B58DD45D9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9EBBDC-AED5-4B0E-A45D-70B3FC4D2184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точность и стабильность показаний в заявленном диапазоне условий;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43256C4-1B90-470C-A881-F27673DEE1E1}" type="parTrans" cxnId="{E904C69D-C5B8-40A0-875E-1E6AAC2F735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624474F-9835-4416-9CAC-0BA8B27C8A54}" type="sibTrans" cxnId="{E904C69D-C5B8-40A0-875E-1E6AAC2F735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83FAC66-C778-43CD-8DFA-275DE5FAA9A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устойчивость к вибрациям, температурным перепадам, электромагнитным помехам;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28F3F5B-3CC9-450A-B9F6-A6DF9F154BA0}" type="parTrans" cxnId="{5F99980C-CA40-4C70-9635-CF6E2969AB9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B2D7477-AA06-407B-A5D2-0642B672CE1A}" type="sibTrans" cxnId="{5F99980C-CA40-4C70-9635-CF6E2969AB9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70BFA70-8080-4952-A521-4698F0C1D7B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соответствие ТР ТС;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5F050B3-8CE5-4664-9DFA-B384AC5FE9D1}" type="parTrans" cxnId="{4FE73981-E589-499C-9CDD-DE27B767BD6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A191551-3910-4ABB-A055-8D94DA1618D8}" type="sibTrans" cxnId="{4FE73981-E589-499C-9CDD-DE27B767BD6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B2F288A-1012-4EEA-88F6-646E71D084A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надёжность и время отклика, достаточные для безопасного управления БС;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2F5A108-A3A8-4FB5-B22C-3F596A2CB545}" type="parTrans" cxnId="{E00C3C3F-08D9-4B50-A299-C040EE79C99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108F0F7-870B-4996-8AF1-DF7C55F01DE3}" type="sibTrans" cxnId="{E00C3C3F-08D9-4B50-A299-C040EE79C99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0BEF8B2-CA4D-4749-B43B-93A7E7159EB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совместимость с бортовым ПО и системами обработки данных.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269955A-03B1-45C2-9F51-779D41063702}" type="parTrans" cxnId="{B7E731E7-9589-41FC-91B4-489FA35FE8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1E6EC0B-65E4-4C29-BA1A-EA4D2516CA91}" type="sibTrans" cxnId="{B7E731E7-9589-41FC-91B4-489FA35FE8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03CE7C8-2F3E-4875-8BD9-CD4A8D047247}" type="pres">
      <dgm:prSet presAssocID="{4A430C23-AA79-4C2A-9AFC-5B58DD45D9F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B2DEBBB-E78B-4141-82E5-8F48F1B8761C}" type="pres">
      <dgm:prSet presAssocID="{E09EBBDC-AED5-4B0E-A45D-70B3FC4D2184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9400B3F-261B-4877-AD13-C419722CE175}" type="pres">
      <dgm:prSet presAssocID="{D624474F-9835-4416-9CAC-0BA8B27C8A54}" presName="sibTrans" presStyleCnt="0"/>
      <dgm:spPr/>
    </dgm:pt>
    <dgm:pt modelId="{B9D8439A-998B-4135-9734-6EB63885D261}" type="pres">
      <dgm:prSet presAssocID="{E83FAC66-C778-43CD-8DFA-275DE5FAA9AE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F69CC56-E0A2-4A4D-8507-957F967DEFB5}" type="pres">
      <dgm:prSet presAssocID="{FB2D7477-AA06-407B-A5D2-0642B672CE1A}" presName="sibTrans" presStyleCnt="0"/>
      <dgm:spPr/>
    </dgm:pt>
    <dgm:pt modelId="{9B647827-9686-4E90-9977-30EA57852A6E}" type="pres">
      <dgm:prSet presAssocID="{B70BFA70-8080-4952-A521-4698F0C1D7B7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E7F939-89A3-4097-B8AE-48A9C2B0AE36}" type="pres">
      <dgm:prSet presAssocID="{7A191551-3910-4ABB-A055-8D94DA1618D8}" presName="sibTrans" presStyleCnt="0"/>
      <dgm:spPr/>
    </dgm:pt>
    <dgm:pt modelId="{9745FADB-876D-44BB-9F59-98E4C3488FB2}" type="pres">
      <dgm:prSet presAssocID="{5B2F288A-1012-4EEA-88F6-646E71D084A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4FD25C3-63E9-44C1-863F-56B2482AD1A5}" type="pres">
      <dgm:prSet presAssocID="{9108F0F7-870B-4996-8AF1-DF7C55F01DE3}" presName="sibTrans" presStyleCnt="0"/>
      <dgm:spPr/>
    </dgm:pt>
    <dgm:pt modelId="{9FD1D909-44BC-43D6-B273-CCE1FC360747}" type="pres">
      <dgm:prSet presAssocID="{50BEF8B2-CA4D-4749-B43B-93A7E7159EB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8D9BE95-2307-4793-90B1-B4A38BFAC01F}" type="presOf" srcId="{4A430C23-AA79-4C2A-9AFC-5B58DD45D9F8}" destId="{C03CE7C8-2F3E-4875-8BD9-CD4A8D047247}" srcOrd="0" destOrd="0" presId="urn:microsoft.com/office/officeart/2005/8/layout/default"/>
    <dgm:cxn modelId="{4FE73981-E589-499C-9CDD-DE27B767BD65}" srcId="{4A430C23-AA79-4C2A-9AFC-5B58DD45D9F8}" destId="{B70BFA70-8080-4952-A521-4698F0C1D7B7}" srcOrd="2" destOrd="0" parTransId="{B5F050B3-8CE5-4664-9DFA-B384AC5FE9D1}" sibTransId="{7A191551-3910-4ABB-A055-8D94DA1618D8}"/>
    <dgm:cxn modelId="{E904C69D-C5B8-40A0-875E-1E6AAC2F7355}" srcId="{4A430C23-AA79-4C2A-9AFC-5B58DD45D9F8}" destId="{E09EBBDC-AED5-4B0E-A45D-70B3FC4D2184}" srcOrd="0" destOrd="0" parTransId="{043256C4-1B90-470C-A881-F27673DEE1E1}" sibTransId="{D624474F-9835-4416-9CAC-0BA8B27C8A54}"/>
    <dgm:cxn modelId="{851E3591-814E-4002-ABB6-A6FF002C5D17}" type="presOf" srcId="{B70BFA70-8080-4952-A521-4698F0C1D7B7}" destId="{9B647827-9686-4E90-9977-30EA57852A6E}" srcOrd="0" destOrd="0" presId="urn:microsoft.com/office/officeart/2005/8/layout/default"/>
    <dgm:cxn modelId="{5F99980C-CA40-4C70-9635-CF6E2969AB96}" srcId="{4A430C23-AA79-4C2A-9AFC-5B58DD45D9F8}" destId="{E83FAC66-C778-43CD-8DFA-275DE5FAA9AE}" srcOrd="1" destOrd="0" parTransId="{228F3F5B-3CC9-450A-B9F6-A6DF9F154BA0}" sibTransId="{FB2D7477-AA06-407B-A5D2-0642B672CE1A}"/>
    <dgm:cxn modelId="{E00C3C3F-08D9-4B50-A299-C040EE79C999}" srcId="{4A430C23-AA79-4C2A-9AFC-5B58DD45D9F8}" destId="{5B2F288A-1012-4EEA-88F6-646E71D084AF}" srcOrd="3" destOrd="0" parTransId="{42F5A108-A3A8-4FB5-B22C-3F596A2CB545}" sibTransId="{9108F0F7-870B-4996-8AF1-DF7C55F01DE3}"/>
    <dgm:cxn modelId="{4648E58F-C015-4470-971F-B27B915F0440}" type="presOf" srcId="{E09EBBDC-AED5-4B0E-A45D-70B3FC4D2184}" destId="{6B2DEBBB-E78B-4141-82E5-8F48F1B8761C}" srcOrd="0" destOrd="0" presId="urn:microsoft.com/office/officeart/2005/8/layout/default"/>
    <dgm:cxn modelId="{F38A855C-C757-4F5A-B4D1-0E6A30DDA2D3}" type="presOf" srcId="{50BEF8B2-CA4D-4749-B43B-93A7E7159EB7}" destId="{9FD1D909-44BC-43D6-B273-CCE1FC360747}" srcOrd="0" destOrd="0" presId="urn:microsoft.com/office/officeart/2005/8/layout/default"/>
    <dgm:cxn modelId="{B7E731E7-9589-41FC-91B4-489FA35FE8C1}" srcId="{4A430C23-AA79-4C2A-9AFC-5B58DD45D9F8}" destId="{50BEF8B2-CA4D-4749-B43B-93A7E7159EB7}" srcOrd="4" destOrd="0" parTransId="{5269955A-03B1-45C2-9F51-779D41063702}" sibTransId="{71E6EC0B-65E4-4C29-BA1A-EA4D2516CA91}"/>
    <dgm:cxn modelId="{CE4AF833-1DE1-4E6F-B837-65CF71835777}" type="presOf" srcId="{5B2F288A-1012-4EEA-88F6-646E71D084AF}" destId="{9745FADB-876D-44BB-9F59-98E4C3488FB2}" srcOrd="0" destOrd="0" presId="urn:microsoft.com/office/officeart/2005/8/layout/default"/>
    <dgm:cxn modelId="{262E89FC-95F5-42B0-943B-7E48982BBF4E}" type="presOf" srcId="{E83FAC66-C778-43CD-8DFA-275DE5FAA9AE}" destId="{B9D8439A-998B-4135-9734-6EB63885D261}" srcOrd="0" destOrd="0" presId="urn:microsoft.com/office/officeart/2005/8/layout/default"/>
    <dgm:cxn modelId="{F5DD7B7B-F376-4F19-B9E7-3DD92BFEFA8B}" type="presParOf" srcId="{C03CE7C8-2F3E-4875-8BD9-CD4A8D047247}" destId="{6B2DEBBB-E78B-4141-82E5-8F48F1B8761C}" srcOrd="0" destOrd="0" presId="urn:microsoft.com/office/officeart/2005/8/layout/default"/>
    <dgm:cxn modelId="{185477F7-C965-46E2-BB5A-20CADF18B071}" type="presParOf" srcId="{C03CE7C8-2F3E-4875-8BD9-CD4A8D047247}" destId="{49400B3F-261B-4877-AD13-C419722CE175}" srcOrd="1" destOrd="0" presId="urn:microsoft.com/office/officeart/2005/8/layout/default"/>
    <dgm:cxn modelId="{A57FF06A-4A58-4043-86DE-8328C634A2E5}" type="presParOf" srcId="{C03CE7C8-2F3E-4875-8BD9-CD4A8D047247}" destId="{B9D8439A-998B-4135-9734-6EB63885D261}" srcOrd="2" destOrd="0" presId="urn:microsoft.com/office/officeart/2005/8/layout/default"/>
    <dgm:cxn modelId="{27A8E2A1-02E3-454C-99F4-6D180AB4DAEE}" type="presParOf" srcId="{C03CE7C8-2F3E-4875-8BD9-CD4A8D047247}" destId="{AF69CC56-E0A2-4A4D-8507-957F967DEFB5}" srcOrd="3" destOrd="0" presId="urn:microsoft.com/office/officeart/2005/8/layout/default"/>
    <dgm:cxn modelId="{B436028B-B217-4107-B613-2EDF165C9A88}" type="presParOf" srcId="{C03CE7C8-2F3E-4875-8BD9-CD4A8D047247}" destId="{9B647827-9686-4E90-9977-30EA57852A6E}" srcOrd="4" destOrd="0" presId="urn:microsoft.com/office/officeart/2005/8/layout/default"/>
    <dgm:cxn modelId="{D01E08CF-8E3E-4878-BDF6-E0C08AD4CD48}" type="presParOf" srcId="{C03CE7C8-2F3E-4875-8BD9-CD4A8D047247}" destId="{67E7F939-89A3-4097-B8AE-48A9C2B0AE36}" srcOrd="5" destOrd="0" presId="urn:microsoft.com/office/officeart/2005/8/layout/default"/>
    <dgm:cxn modelId="{079E9DFA-9E26-4E05-973B-9B619EA5F154}" type="presParOf" srcId="{C03CE7C8-2F3E-4875-8BD9-CD4A8D047247}" destId="{9745FADB-876D-44BB-9F59-98E4C3488FB2}" srcOrd="6" destOrd="0" presId="urn:microsoft.com/office/officeart/2005/8/layout/default"/>
    <dgm:cxn modelId="{BD26F322-29CC-4DD7-A0DE-E76EA485732C}" type="presParOf" srcId="{C03CE7C8-2F3E-4875-8BD9-CD4A8D047247}" destId="{14FD25C3-63E9-44C1-863F-56B2482AD1A5}" srcOrd="7" destOrd="0" presId="urn:microsoft.com/office/officeart/2005/8/layout/default"/>
    <dgm:cxn modelId="{24B224E2-A363-480C-B034-3305E8BBFE55}" type="presParOf" srcId="{C03CE7C8-2F3E-4875-8BD9-CD4A8D047247}" destId="{9FD1D909-44BC-43D6-B273-CCE1FC36074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A387FD4-420C-4165-A727-B2EF0EFA5E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31E5440-1C92-4E18-891C-D46B146FB9D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лабораторные тесты на точность и погрешность;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1E0B248-A5D7-43BB-AA16-0FE67698D74C}" type="parTrans" cxnId="{4AE755F5-D5B8-4215-9CC5-2A403E8AC6B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9872F7C-1ADA-4119-A18A-784A2548EFF8}" type="sibTrans" cxnId="{4AE755F5-D5B8-4215-9CC5-2A403E8AC6B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B5D5D6C-8DF6-429B-A351-04F5BE1FBFD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испытания в условиях имитации эксплуатационной среды (вибрационные, климатические камеры);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8113840-C9E8-4B4D-A24E-F62804707A2C}" type="parTrans" cxnId="{21A6CD10-2A4F-4DE1-8F20-2D5B8432F04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32A9CBD-5DFD-428C-9EC6-7F22096350CB}" type="sibTrans" cxnId="{21A6CD10-2A4F-4DE1-8F20-2D5B8432F04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0F5D0BA-C900-44A1-A8E7-61777478FE40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проверка электромагнитной совместимости (ЭМС);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2B41D98-834C-4D9D-8B4A-4F1CA5E30BB1}" type="parTrans" cxnId="{BB48152E-F3CD-456A-85AA-90780F36D17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41B400D-D344-47AE-A8FC-15D120A8AECA}" type="sibTrans" cxnId="{BB48152E-F3CD-456A-85AA-90780F36D17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0AB704A-F484-4793-A2E8-6DC158D5448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полевые испытания с оценкой работы в реальных условиях.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D690BB6-073C-4CA2-AFCF-7E5FE36E5CD7}" type="parTrans" cxnId="{6B7AB52B-C8EF-4275-B516-70A00ED977B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1A44E51-623C-4AB0-83FA-CB313BB2A484}" type="sibTrans" cxnId="{6B7AB52B-C8EF-4275-B516-70A00ED977B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7716D22-9A44-4F8F-AF96-8EB9BB33DF93}" type="pres">
      <dgm:prSet presAssocID="{1A387FD4-420C-4165-A727-B2EF0EFA5E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BDC7A38-9AC4-4554-AC3F-F7EC31DDA4D2}" type="pres">
      <dgm:prSet presAssocID="{C31E5440-1C92-4E18-891C-D46B146FB9D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C2780B-E1DF-419E-A1FC-452BD6784E5E}" type="pres">
      <dgm:prSet presAssocID="{C9872F7C-1ADA-4119-A18A-784A2548EFF8}" presName="sibTrans" presStyleCnt="0"/>
      <dgm:spPr/>
    </dgm:pt>
    <dgm:pt modelId="{EA8B4C9D-F9E0-4397-871E-B7F833CA5227}" type="pres">
      <dgm:prSet presAssocID="{9B5D5D6C-8DF6-429B-A351-04F5BE1FBFD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9A79E1-514F-4BF0-BD8A-7D6C4A77EF3D}" type="pres">
      <dgm:prSet presAssocID="{A32A9CBD-5DFD-428C-9EC6-7F22096350CB}" presName="sibTrans" presStyleCnt="0"/>
      <dgm:spPr/>
    </dgm:pt>
    <dgm:pt modelId="{BEEA8D54-F8B2-4D7B-8FB6-68E956D6ADEE}" type="pres">
      <dgm:prSet presAssocID="{E0F5D0BA-C900-44A1-A8E7-61777478FE4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A38AA1-BE36-4EFB-9131-92716D410D72}" type="pres">
      <dgm:prSet presAssocID="{041B400D-D344-47AE-A8FC-15D120A8AECA}" presName="sibTrans" presStyleCnt="0"/>
      <dgm:spPr/>
    </dgm:pt>
    <dgm:pt modelId="{85F85EB1-D7B0-4C13-B2D2-ED0CF982A0AC}" type="pres">
      <dgm:prSet presAssocID="{C0AB704A-F484-4793-A2E8-6DC158D5448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B48152E-F3CD-456A-85AA-90780F36D178}" srcId="{1A387FD4-420C-4165-A727-B2EF0EFA5E4D}" destId="{E0F5D0BA-C900-44A1-A8E7-61777478FE40}" srcOrd="2" destOrd="0" parTransId="{22B41D98-834C-4D9D-8B4A-4F1CA5E30BB1}" sibTransId="{041B400D-D344-47AE-A8FC-15D120A8AECA}"/>
    <dgm:cxn modelId="{21A6CD10-2A4F-4DE1-8F20-2D5B8432F047}" srcId="{1A387FD4-420C-4165-A727-B2EF0EFA5E4D}" destId="{9B5D5D6C-8DF6-429B-A351-04F5BE1FBFD4}" srcOrd="1" destOrd="0" parTransId="{98113840-C9E8-4B4D-A24E-F62804707A2C}" sibTransId="{A32A9CBD-5DFD-428C-9EC6-7F22096350CB}"/>
    <dgm:cxn modelId="{ED2594B6-BAEB-4CD2-80B5-6689403B1B0C}" type="presOf" srcId="{C0AB704A-F484-4793-A2E8-6DC158D54484}" destId="{85F85EB1-D7B0-4C13-B2D2-ED0CF982A0AC}" srcOrd="0" destOrd="0" presId="urn:microsoft.com/office/officeart/2005/8/layout/default"/>
    <dgm:cxn modelId="{6B7AB52B-C8EF-4275-B516-70A00ED977B8}" srcId="{1A387FD4-420C-4165-A727-B2EF0EFA5E4D}" destId="{C0AB704A-F484-4793-A2E8-6DC158D54484}" srcOrd="3" destOrd="0" parTransId="{DD690BB6-073C-4CA2-AFCF-7E5FE36E5CD7}" sibTransId="{A1A44E51-623C-4AB0-83FA-CB313BB2A484}"/>
    <dgm:cxn modelId="{71A6AAC6-0F1A-4C35-B540-45A6AE614B30}" type="presOf" srcId="{1A387FD4-420C-4165-A727-B2EF0EFA5E4D}" destId="{27716D22-9A44-4F8F-AF96-8EB9BB33DF93}" srcOrd="0" destOrd="0" presId="urn:microsoft.com/office/officeart/2005/8/layout/default"/>
    <dgm:cxn modelId="{F3C07FD6-0758-432D-AA62-0697C5D40144}" type="presOf" srcId="{C31E5440-1C92-4E18-891C-D46B146FB9D5}" destId="{DBDC7A38-9AC4-4554-AC3F-F7EC31DDA4D2}" srcOrd="0" destOrd="0" presId="urn:microsoft.com/office/officeart/2005/8/layout/default"/>
    <dgm:cxn modelId="{F2FA5C62-60B8-41C5-9883-B414127486F3}" type="presOf" srcId="{E0F5D0BA-C900-44A1-A8E7-61777478FE40}" destId="{BEEA8D54-F8B2-4D7B-8FB6-68E956D6ADEE}" srcOrd="0" destOrd="0" presId="urn:microsoft.com/office/officeart/2005/8/layout/default"/>
    <dgm:cxn modelId="{4AE755F5-D5B8-4215-9CC5-2A403E8AC6BD}" srcId="{1A387FD4-420C-4165-A727-B2EF0EFA5E4D}" destId="{C31E5440-1C92-4E18-891C-D46B146FB9D5}" srcOrd="0" destOrd="0" parTransId="{91E0B248-A5D7-43BB-AA16-0FE67698D74C}" sibTransId="{C9872F7C-1ADA-4119-A18A-784A2548EFF8}"/>
    <dgm:cxn modelId="{E6B9B51F-CA97-4E8B-90E2-8C9C3AF8FB59}" type="presOf" srcId="{9B5D5D6C-8DF6-429B-A351-04F5BE1FBFD4}" destId="{EA8B4C9D-F9E0-4397-871E-B7F833CA5227}" srcOrd="0" destOrd="0" presId="urn:microsoft.com/office/officeart/2005/8/layout/default"/>
    <dgm:cxn modelId="{F1DFDA86-968A-4138-9F0B-688674AB6CAA}" type="presParOf" srcId="{27716D22-9A44-4F8F-AF96-8EB9BB33DF93}" destId="{DBDC7A38-9AC4-4554-AC3F-F7EC31DDA4D2}" srcOrd="0" destOrd="0" presId="urn:microsoft.com/office/officeart/2005/8/layout/default"/>
    <dgm:cxn modelId="{459D4B8A-07D3-416E-B51D-B76638F4C4FD}" type="presParOf" srcId="{27716D22-9A44-4F8F-AF96-8EB9BB33DF93}" destId="{8DC2780B-E1DF-419E-A1FC-452BD6784E5E}" srcOrd="1" destOrd="0" presId="urn:microsoft.com/office/officeart/2005/8/layout/default"/>
    <dgm:cxn modelId="{C428B90B-9C6F-445C-BB9C-330AF8B49049}" type="presParOf" srcId="{27716D22-9A44-4F8F-AF96-8EB9BB33DF93}" destId="{EA8B4C9D-F9E0-4397-871E-B7F833CA5227}" srcOrd="2" destOrd="0" presId="urn:microsoft.com/office/officeart/2005/8/layout/default"/>
    <dgm:cxn modelId="{18EE11A1-6021-4E1E-960F-5B4775C2B781}" type="presParOf" srcId="{27716D22-9A44-4F8F-AF96-8EB9BB33DF93}" destId="{CA9A79E1-514F-4BF0-BD8A-7D6C4A77EF3D}" srcOrd="3" destOrd="0" presId="urn:microsoft.com/office/officeart/2005/8/layout/default"/>
    <dgm:cxn modelId="{0B07857E-EE8F-4DCD-86F7-A5B2EA388445}" type="presParOf" srcId="{27716D22-9A44-4F8F-AF96-8EB9BB33DF93}" destId="{BEEA8D54-F8B2-4D7B-8FB6-68E956D6ADEE}" srcOrd="4" destOrd="0" presId="urn:microsoft.com/office/officeart/2005/8/layout/default"/>
    <dgm:cxn modelId="{CFD66913-2018-4CD8-A9D0-D414638DF8AA}" type="presParOf" srcId="{27716D22-9A44-4F8F-AF96-8EB9BB33DF93}" destId="{53A38AA1-BE36-4EFB-9131-92716D410D72}" srcOrd="5" destOrd="0" presId="urn:microsoft.com/office/officeart/2005/8/layout/default"/>
    <dgm:cxn modelId="{41DAD2B1-9B3E-4B75-88EE-C8014E5E1F38}" type="presParOf" srcId="{27716D22-9A44-4F8F-AF96-8EB9BB33DF93}" destId="{85F85EB1-D7B0-4C13-B2D2-ED0CF982A0A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86A35DF-8909-4F97-A0C0-E3E7F3D023E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A817F2E-86C0-4780-9F1F-91E9AD9A348D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бортовые навигационные системы (GPS, ГЛОНАСС, инерциальные системы);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62E9D33-28CF-4BB7-9622-048541F25E28}" type="parTrans" cxnId="{2E4010D7-3D33-49FB-9A72-615622BC8A0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1507107-6E1D-4199-A8A7-A78A2BDA264E}" type="sibTrans" cxnId="{2E4010D7-3D33-49FB-9A72-615622BC8A0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0B58BD5-0F38-4FE7-B274-EE6A23C1A93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каналы связи с наземной станцией управления (радио, Wi-Fi, LTE);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290F85-89A3-49D3-94C5-92F1B0DE0600}" type="parTrans" cxnId="{9C1F651D-1F87-4407-A55A-68E6FE5F2B7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7F070F4-03B1-4F26-8171-3A41B7A64BD4}" type="sibTrans" cxnId="{9C1F651D-1F87-4407-A55A-68E6FE5F2B7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5886C42-A2E8-4A34-9BAF-3C13331E14B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системы передачи телеметрии и команд управления;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32CA1FF-04BF-44B4-8D81-73A49957C6EB}" type="parTrans" cxnId="{D6319586-EB6F-4B6A-B3FC-DC22F823A75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8F71D93-C3B1-4116-84C7-D7553E40EB40}" type="sibTrans" cxnId="{D6319586-EB6F-4B6A-B3FC-DC22F823A75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8F4B6D5-666A-4AB0-A68D-7019D507D6E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средства обеспечения помехоустойчивости и защиты каналов связи.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A14D7EF-BED1-4515-8C69-56E236142501}" type="parTrans" cxnId="{AD95FC94-04A2-4A29-82AD-EDF0B46D9F9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CD6E8ED-F54F-4BF1-9E40-EB56B147E669}" type="sibTrans" cxnId="{AD95FC94-04A2-4A29-82AD-EDF0B46D9F9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3672384-4720-4627-83A1-927EFF214721}" type="pres">
      <dgm:prSet presAssocID="{C86A35DF-8909-4F97-A0C0-E3E7F3D023E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A845494-24EF-4B1C-A456-F7A796E20768}" type="pres">
      <dgm:prSet presAssocID="{CA817F2E-86C0-4780-9F1F-91E9AD9A348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8468D1-D8B4-421A-A082-852F6BFFB11D}" type="pres">
      <dgm:prSet presAssocID="{C1507107-6E1D-4199-A8A7-A78A2BDA264E}" presName="sibTrans" presStyleCnt="0"/>
      <dgm:spPr/>
    </dgm:pt>
    <dgm:pt modelId="{5FC3A88D-FBEA-4330-8B01-6ED9B1A40E23}" type="pres">
      <dgm:prSet presAssocID="{40B58BD5-0F38-4FE7-B274-EE6A23C1A93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0E48C2-122B-48FC-BB10-9C0CB4AB5DAA}" type="pres">
      <dgm:prSet presAssocID="{77F070F4-03B1-4F26-8171-3A41B7A64BD4}" presName="sibTrans" presStyleCnt="0"/>
      <dgm:spPr/>
    </dgm:pt>
    <dgm:pt modelId="{F009AD9B-89FA-4A3C-A344-29D5A8F14DC8}" type="pres">
      <dgm:prSet presAssocID="{35886C42-A2E8-4A34-9BAF-3C13331E14BD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D5C283-85AA-410F-A8F2-0FCE381197FD}" type="pres">
      <dgm:prSet presAssocID="{28F71D93-C3B1-4116-84C7-D7553E40EB40}" presName="sibTrans" presStyleCnt="0"/>
      <dgm:spPr/>
    </dgm:pt>
    <dgm:pt modelId="{8014720E-6B5A-4745-993C-61669B73BC79}" type="pres">
      <dgm:prSet presAssocID="{28F4B6D5-666A-4AB0-A68D-7019D507D6E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7713E5C-12A1-4D61-9E59-30452FDCFC20}" type="presOf" srcId="{40B58BD5-0F38-4FE7-B274-EE6A23C1A93A}" destId="{5FC3A88D-FBEA-4330-8B01-6ED9B1A40E23}" srcOrd="0" destOrd="0" presId="urn:microsoft.com/office/officeart/2005/8/layout/default"/>
    <dgm:cxn modelId="{0B8F85B1-A822-47D5-AB85-4E8532E4988B}" type="presOf" srcId="{CA817F2E-86C0-4780-9F1F-91E9AD9A348D}" destId="{AA845494-24EF-4B1C-A456-F7A796E20768}" srcOrd="0" destOrd="0" presId="urn:microsoft.com/office/officeart/2005/8/layout/default"/>
    <dgm:cxn modelId="{DCDFCC84-3C5A-4AFF-8411-0AB97EF6CECB}" type="presOf" srcId="{35886C42-A2E8-4A34-9BAF-3C13331E14BD}" destId="{F009AD9B-89FA-4A3C-A344-29D5A8F14DC8}" srcOrd="0" destOrd="0" presId="urn:microsoft.com/office/officeart/2005/8/layout/default"/>
    <dgm:cxn modelId="{AD95FC94-04A2-4A29-82AD-EDF0B46D9F9E}" srcId="{C86A35DF-8909-4F97-A0C0-E3E7F3D023E5}" destId="{28F4B6D5-666A-4AB0-A68D-7019D507D6EB}" srcOrd="3" destOrd="0" parTransId="{5A14D7EF-BED1-4515-8C69-56E236142501}" sibTransId="{CCD6E8ED-F54F-4BF1-9E40-EB56B147E669}"/>
    <dgm:cxn modelId="{2E4010D7-3D33-49FB-9A72-615622BC8A0E}" srcId="{C86A35DF-8909-4F97-A0C0-E3E7F3D023E5}" destId="{CA817F2E-86C0-4780-9F1F-91E9AD9A348D}" srcOrd="0" destOrd="0" parTransId="{562E9D33-28CF-4BB7-9622-048541F25E28}" sibTransId="{C1507107-6E1D-4199-A8A7-A78A2BDA264E}"/>
    <dgm:cxn modelId="{FD6FA1D2-FC9D-4E28-ABC4-F421B56A5DBF}" type="presOf" srcId="{28F4B6D5-666A-4AB0-A68D-7019D507D6EB}" destId="{8014720E-6B5A-4745-993C-61669B73BC79}" srcOrd="0" destOrd="0" presId="urn:microsoft.com/office/officeart/2005/8/layout/default"/>
    <dgm:cxn modelId="{E4943EDC-5376-48D6-BF7C-5DBA00B51ED0}" type="presOf" srcId="{C86A35DF-8909-4F97-A0C0-E3E7F3D023E5}" destId="{D3672384-4720-4627-83A1-927EFF214721}" srcOrd="0" destOrd="0" presId="urn:microsoft.com/office/officeart/2005/8/layout/default"/>
    <dgm:cxn modelId="{D6319586-EB6F-4B6A-B3FC-DC22F823A754}" srcId="{C86A35DF-8909-4F97-A0C0-E3E7F3D023E5}" destId="{35886C42-A2E8-4A34-9BAF-3C13331E14BD}" srcOrd="2" destOrd="0" parTransId="{732CA1FF-04BF-44B4-8D81-73A49957C6EB}" sibTransId="{28F71D93-C3B1-4116-84C7-D7553E40EB40}"/>
    <dgm:cxn modelId="{9C1F651D-1F87-4407-A55A-68E6FE5F2B7D}" srcId="{C86A35DF-8909-4F97-A0C0-E3E7F3D023E5}" destId="{40B58BD5-0F38-4FE7-B274-EE6A23C1A93A}" srcOrd="1" destOrd="0" parTransId="{54290F85-89A3-49D3-94C5-92F1B0DE0600}" sibTransId="{77F070F4-03B1-4F26-8171-3A41B7A64BD4}"/>
    <dgm:cxn modelId="{2F2D7C97-30A0-4B7E-99B0-256BB02F1605}" type="presParOf" srcId="{D3672384-4720-4627-83A1-927EFF214721}" destId="{AA845494-24EF-4B1C-A456-F7A796E20768}" srcOrd="0" destOrd="0" presId="urn:microsoft.com/office/officeart/2005/8/layout/default"/>
    <dgm:cxn modelId="{A572D56A-06D4-4290-9881-F1B37836E814}" type="presParOf" srcId="{D3672384-4720-4627-83A1-927EFF214721}" destId="{C28468D1-D8B4-421A-A082-852F6BFFB11D}" srcOrd="1" destOrd="0" presId="urn:microsoft.com/office/officeart/2005/8/layout/default"/>
    <dgm:cxn modelId="{9A9B448D-83D9-429B-B1E4-E331FC846BB5}" type="presParOf" srcId="{D3672384-4720-4627-83A1-927EFF214721}" destId="{5FC3A88D-FBEA-4330-8B01-6ED9B1A40E23}" srcOrd="2" destOrd="0" presId="urn:microsoft.com/office/officeart/2005/8/layout/default"/>
    <dgm:cxn modelId="{39809C38-D6DC-408D-95A8-C3A06C50C074}" type="presParOf" srcId="{D3672384-4720-4627-83A1-927EFF214721}" destId="{840E48C2-122B-48FC-BB10-9C0CB4AB5DAA}" srcOrd="3" destOrd="0" presId="urn:microsoft.com/office/officeart/2005/8/layout/default"/>
    <dgm:cxn modelId="{1E17DD00-DE17-4CF3-B4B5-86BFF0B317A7}" type="presParOf" srcId="{D3672384-4720-4627-83A1-927EFF214721}" destId="{F009AD9B-89FA-4A3C-A344-29D5A8F14DC8}" srcOrd="4" destOrd="0" presId="urn:microsoft.com/office/officeart/2005/8/layout/default"/>
    <dgm:cxn modelId="{49FB76BF-21C5-4B7B-8674-E74E928FB7C6}" type="presParOf" srcId="{D3672384-4720-4627-83A1-927EFF214721}" destId="{33D5C283-85AA-410F-A8F2-0FCE381197FD}" srcOrd="5" destOrd="0" presId="urn:microsoft.com/office/officeart/2005/8/layout/default"/>
    <dgm:cxn modelId="{AE5B7EA0-4BC6-4C44-9DC7-F78EFE27716E}" type="presParOf" srcId="{D3672384-4720-4627-83A1-927EFF214721}" destId="{8014720E-6B5A-4745-993C-61669B73BC7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01874FA-618E-4BAB-B1C5-2566B9CB6E8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AB81D4A-02B9-4D6B-9290-1577D7F3FD7E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точность навигации - погрешность должна соответствовать классу БАС и задачам полёта;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721E392-2F52-41FF-B98E-CAACD0791BEA}" type="parTrans" cxnId="{86579E8B-8EAD-44DA-87B1-04E13E0E862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E42F8C8-3606-456E-824E-AA84E739F905}" type="sibTrans" cxnId="{86579E8B-8EAD-44DA-87B1-04E13E0E862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7B08CBC-D35B-40FC-AC13-33B34F31C31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надёжность связи - гарантированное покрытие и время отклика каналов управления;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FB83F41-E984-43BD-A316-C6AD6898FD7E}" type="parTrans" cxnId="{88C5B880-F505-4E29-8F6F-13FE35CBE7B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09B94E3-2354-4B6B-9E88-8BA4760EEC67}" type="sibTrans" cxnId="{88C5B880-F505-4E29-8F6F-13FE35CBE7B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AE4562B-97B7-4E8B-92E6-D91703BACD3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электромагнитная совместимость;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18DAB76-4345-4174-AE32-D4B4139781CC}" type="parTrans" cxnId="{9F7EE739-72B5-45EE-ABCF-38B3ADFFA62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97053CA-05C2-4500-AF91-2D0180FEF1A2}" type="sibTrans" cxnId="{9F7EE739-72B5-45EE-ABCF-38B3ADFFA62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EEB9557-0240-4648-989E-120BCD4317B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безопасность передачи данных - защита от перехвата и подмены команд;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D3EFDFE-9377-45AF-A9E1-AA472A765C2F}" type="parTrans" cxnId="{42638F4F-5070-45F1-8777-30AD1DE225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F5453CB-9E36-45D9-A45F-EEC25B05EF8D}" type="sibTrans" cxnId="{42638F4F-5070-45F1-8777-30AD1DE225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D6BA80-509F-459F-ADE9-19B51C10A3F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соответствие частотного диапазона - лицензирование использования радиочастот.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88E2858-99E3-4E05-9624-C959916B8FA6}" type="parTrans" cxnId="{FB20D82E-B88C-491C-B02C-32FA8702483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1861F1A-8E64-4E03-A65D-281352ABA5BF}" type="sibTrans" cxnId="{FB20D82E-B88C-491C-B02C-32FA8702483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91070D0-2602-4F6D-8093-224CBB46EA65}" type="pres">
      <dgm:prSet presAssocID="{201874FA-618E-4BAB-B1C5-2566B9CB6E8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79156D-8655-406A-8A57-52DF1C0BD1FE}" type="pres">
      <dgm:prSet presAssocID="{6AB81D4A-02B9-4D6B-9290-1577D7F3FD7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386CD2-649C-45AB-8FBB-CA6AFD44EB74}" type="pres">
      <dgm:prSet presAssocID="{FE42F8C8-3606-456E-824E-AA84E739F905}" presName="sibTrans" presStyleCnt="0"/>
      <dgm:spPr/>
    </dgm:pt>
    <dgm:pt modelId="{D64641CF-2744-4284-8A62-229273A55AFB}" type="pres">
      <dgm:prSet presAssocID="{17B08CBC-D35B-40FC-AC13-33B34F31C31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1A3E70-95BF-40A8-97FD-682960986928}" type="pres">
      <dgm:prSet presAssocID="{F09B94E3-2354-4B6B-9E88-8BA4760EEC67}" presName="sibTrans" presStyleCnt="0"/>
      <dgm:spPr/>
    </dgm:pt>
    <dgm:pt modelId="{C90C5D87-DCF9-4146-A0DD-F71DBF903836}" type="pres">
      <dgm:prSet presAssocID="{0AE4562B-97B7-4E8B-92E6-D91703BACD3A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6CAA1CF-6C40-400A-A12D-AEB951E0B889}" type="pres">
      <dgm:prSet presAssocID="{197053CA-05C2-4500-AF91-2D0180FEF1A2}" presName="sibTrans" presStyleCnt="0"/>
      <dgm:spPr/>
    </dgm:pt>
    <dgm:pt modelId="{FB90E723-86D9-4D66-8574-ED9AEB48A0EF}" type="pres">
      <dgm:prSet presAssocID="{4EEB9557-0240-4648-989E-120BCD4317BA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7A2B96-C1B3-42CE-9F1F-EB6034735D14}" type="pres">
      <dgm:prSet presAssocID="{8F5453CB-9E36-45D9-A45F-EEC25B05EF8D}" presName="sibTrans" presStyleCnt="0"/>
      <dgm:spPr/>
    </dgm:pt>
    <dgm:pt modelId="{0FC96191-8DBD-4A25-9114-2311AE9102F5}" type="pres">
      <dgm:prSet presAssocID="{54D6BA80-509F-459F-ADE9-19B51C10A3F2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6579E8B-8EAD-44DA-87B1-04E13E0E8621}" srcId="{201874FA-618E-4BAB-B1C5-2566B9CB6E89}" destId="{6AB81D4A-02B9-4D6B-9290-1577D7F3FD7E}" srcOrd="0" destOrd="0" parTransId="{B721E392-2F52-41FF-B98E-CAACD0791BEA}" sibTransId="{FE42F8C8-3606-456E-824E-AA84E739F905}"/>
    <dgm:cxn modelId="{42638F4F-5070-45F1-8777-30AD1DE22538}" srcId="{201874FA-618E-4BAB-B1C5-2566B9CB6E89}" destId="{4EEB9557-0240-4648-989E-120BCD4317BA}" srcOrd="3" destOrd="0" parTransId="{2D3EFDFE-9377-45AF-A9E1-AA472A765C2F}" sibTransId="{8F5453CB-9E36-45D9-A45F-EEC25B05EF8D}"/>
    <dgm:cxn modelId="{3D333159-6C16-4EC5-88EA-6C17C30A4DBB}" type="presOf" srcId="{201874FA-618E-4BAB-B1C5-2566B9CB6E89}" destId="{291070D0-2602-4F6D-8093-224CBB46EA65}" srcOrd="0" destOrd="0" presId="urn:microsoft.com/office/officeart/2005/8/layout/default"/>
    <dgm:cxn modelId="{FB20D82E-B88C-491C-B02C-32FA87024834}" srcId="{201874FA-618E-4BAB-B1C5-2566B9CB6E89}" destId="{54D6BA80-509F-459F-ADE9-19B51C10A3F2}" srcOrd="4" destOrd="0" parTransId="{388E2858-99E3-4E05-9624-C959916B8FA6}" sibTransId="{A1861F1A-8E64-4E03-A65D-281352ABA5BF}"/>
    <dgm:cxn modelId="{88C5B880-F505-4E29-8F6F-13FE35CBE7BD}" srcId="{201874FA-618E-4BAB-B1C5-2566B9CB6E89}" destId="{17B08CBC-D35B-40FC-AC13-33B34F31C31F}" srcOrd="1" destOrd="0" parTransId="{CFB83F41-E984-43BD-A316-C6AD6898FD7E}" sibTransId="{F09B94E3-2354-4B6B-9E88-8BA4760EEC67}"/>
    <dgm:cxn modelId="{578A1F38-B00C-460B-8CA7-D9D22ADE1786}" type="presOf" srcId="{17B08CBC-D35B-40FC-AC13-33B34F31C31F}" destId="{D64641CF-2744-4284-8A62-229273A55AFB}" srcOrd="0" destOrd="0" presId="urn:microsoft.com/office/officeart/2005/8/layout/default"/>
    <dgm:cxn modelId="{4F860909-C022-46B8-8186-A86013DC2187}" type="presOf" srcId="{54D6BA80-509F-459F-ADE9-19B51C10A3F2}" destId="{0FC96191-8DBD-4A25-9114-2311AE9102F5}" srcOrd="0" destOrd="0" presId="urn:microsoft.com/office/officeart/2005/8/layout/default"/>
    <dgm:cxn modelId="{4D87948E-2D1F-4200-B6CE-443BF15A46B1}" type="presOf" srcId="{0AE4562B-97B7-4E8B-92E6-D91703BACD3A}" destId="{C90C5D87-DCF9-4146-A0DD-F71DBF903836}" srcOrd="0" destOrd="0" presId="urn:microsoft.com/office/officeart/2005/8/layout/default"/>
    <dgm:cxn modelId="{9F7EE739-72B5-45EE-ABCF-38B3ADFFA62F}" srcId="{201874FA-618E-4BAB-B1C5-2566B9CB6E89}" destId="{0AE4562B-97B7-4E8B-92E6-D91703BACD3A}" srcOrd="2" destOrd="0" parTransId="{418DAB76-4345-4174-AE32-D4B4139781CC}" sibTransId="{197053CA-05C2-4500-AF91-2D0180FEF1A2}"/>
    <dgm:cxn modelId="{41733923-C7B2-4F68-B964-E67B158B00E6}" type="presOf" srcId="{4EEB9557-0240-4648-989E-120BCD4317BA}" destId="{FB90E723-86D9-4D66-8574-ED9AEB48A0EF}" srcOrd="0" destOrd="0" presId="urn:microsoft.com/office/officeart/2005/8/layout/default"/>
    <dgm:cxn modelId="{D7039DD1-1B1A-455E-B1EB-00F7DD8F1CFA}" type="presOf" srcId="{6AB81D4A-02B9-4D6B-9290-1577D7F3FD7E}" destId="{7479156D-8655-406A-8A57-52DF1C0BD1FE}" srcOrd="0" destOrd="0" presId="urn:microsoft.com/office/officeart/2005/8/layout/default"/>
    <dgm:cxn modelId="{8966E1C4-5E08-4945-83B2-21F6B98FDF73}" type="presParOf" srcId="{291070D0-2602-4F6D-8093-224CBB46EA65}" destId="{7479156D-8655-406A-8A57-52DF1C0BD1FE}" srcOrd="0" destOrd="0" presId="urn:microsoft.com/office/officeart/2005/8/layout/default"/>
    <dgm:cxn modelId="{7FBB2404-73D1-4434-BFAA-F93DAE246F34}" type="presParOf" srcId="{291070D0-2602-4F6D-8093-224CBB46EA65}" destId="{35386CD2-649C-45AB-8FBB-CA6AFD44EB74}" srcOrd="1" destOrd="0" presId="urn:microsoft.com/office/officeart/2005/8/layout/default"/>
    <dgm:cxn modelId="{1D7FB24C-53C8-4BE2-9F0D-F5FD1FF2D819}" type="presParOf" srcId="{291070D0-2602-4F6D-8093-224CBB46EA65}" destId="{D64641CF-2744-4284-8A62-229273A55AFB}" srcOrd="2" destOrd="0" presId="urn:microsoft.com/office/officeart/2005/8/layout/default"/>
    <dgm:cxn modelId="{F0320BF0-0EA0-41E3-94A2-94A1E81E26E4}" type="presParOf" srcId="{291070D0-2602-4F6D-8093-224CBB46EA65}" destId="{CB1A3E70-95BF-40A8-97FD-682960986928}" srcOrd="3" destOrd="0" presId="urn:microsoft.com/office/officeart/2005/8/layout/default"/>
    <dgm:cxn modelId="{34C65EC0-2E25-44A8-BB7E-1A8257D42F63}" type="presParOf" srcId="{291070D0-2602-4F6D-8093-224CBB46EA65}" destId="{C90C5D87-DCF9-4146-A0DD-F71DBF903836}" srcOrd="4" destOrd="0" presId="urn:microsoft.com/office/officeart/2005/8/layout/default"/>
    <dgm:cxn modelId="{DC3C3714-1D67-4194-A752-A00027DE74C7}" type="presParOf" srcId="{291070D0-2602-4F6D-8093-224CBB46EA65}" destId="{A6CAA1CF-6C40-400A-A12D-AEB951E0B889}" srcOrd="5" destOrd="0" presId="urn:microsoft.com/office/officeart/2005/8/layout/default"/>
    <dgm:cxn modelId="{C6F2768D-F91F-42C0-9DB7-4921A4A654CF}" type="presParOf" srcId="{291070D0-2602-4F6D-8093-224CBB46EA65}" destId="{FB90E723-86D9-4D66-8574-ED9AEB48A0EF}" srcOrd="6" destOrd="0" presId="urn:microsoft.com/office/officeart/2005/8/layout/default"/>
    <dgm:cxn modelId="{F189EEF6-194F-46E6-9AC4-A8222A970CF0}" type="presParOf" srcId="{291070D0-2602-4F6D-8093-224CBB46EA65}" destId="{E77A2B96-C1B3-42CE-9F1F-EB6034735D14}" srcOrd="7" destOrd="0" presId="urn:microsoft.com/office/officeart/2005/8/layout/default"/>
    <dgm:cxn modelId="{7BBCB689-EE9B-4E9D-85CB-80FFB096902C}" type="presParOf" srcId="{291070D0-2602-4F6D-8093-224CBB46EA65}" destId="{0FC96191-8DBD-4A25-9114-2311AE9102F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38123B8-E413-4EF5-90D6-7B1913801A6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C78C435-6D2B-4BF0-86A2-490F4B366A4C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Испытания навигационного оборудования на точность и устойчивость.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728678D6-9003-4C0D-8A67-99F0843DE970}" type="parTrans" cxnId="{FDE70627-474F-47D5-A51C-074C1C14703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54934C4-1F50-495D-8C74-2A7237ECE3C5}" type="sibTrans" cxnId="{FDE70627-474F-47D5-A51C-074C1C14703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3CB3571-1170-46ED-AD46-74E72C27D553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Проверка ЭМС и совместимости с другими бортовыми системами.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CF1A66E-5869-489D-8CE5-019AFB3DF5D5}" type="parTrans" cxnId="{9C32AA1D-00B5-4206-85A1-790EC45CD22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8A74527-C91F-4363-95E0-5EFA341D1CF8}" type="sibTrans" cxnId="{9C32AA1D-00B5-4206-85A1-790EC45CD22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F572EA7-3D20-4312-BB2D-2749FC9D09FB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Тестирование каналов связи на помехоустойчивость и надёжность.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CD4DF0A5-9CC0-4740-B63A-A1219895F72D}" type="parTrans" cxnId="{ED1946A2-A43A-4E45-AD50-FF008864A5A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A0FEBAE-E1C7-4059-80D1-78F26196759B}" type="sibTrans" cxnId="{ED1946A2-A43A-4E45-AD50-FF008864A5A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94CE7B5-911F-45DE-A27C-78E762F79FD2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Оценка защищённости каналов передачи данных.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3C8394CC-3112-4F1B-9288-5067F7206B52}" type="parTrans" cxnId="{CC39AD06-5EE3-46C2-8643-5083D5C1EC7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9760A56-BAE8-45CF-A2ED-57CCFF0B26E2}" type="sibTrans" cxnId="{CC39AD06-5EE3-46C2-8643-5083D5C1EC7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0DBECD3-7992-479D-89B0-CF611FF85809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Оформление сертификата соответствия.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54BD386F-0CF7-481E-947B-87030DC8F622}" type="parTrans" cxnId="{EE811A1B-6EFF-4EE5-AD3C-FA1819C86EB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2B9D83A-5C57-4EF7-BA04-9A7F9CB72BB1}" type="sibTrans" cxnId="{EE811A1B-6EFF-4EE5-AD3C-FA1819C86EB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D476151-DF1C-4053-9CF2-4853860B2849}" type="pres">
      <dgm:prSet presAssocID="{338123B8-E413-4EF5-90D6-7B1913801A6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CECD08B-861C-4356-99D1-26AFA397E3A7}" type="pres">
      <dgm:prSet presAssocID="{7C78C435-6D2B-4BF0-86A2-490F4B366A4C}" presName="parentLin" presStyleCnt="0"/>
      <dgm:spPr/>
    </dgm:pt>
    <dgm:pt modelId="{9C76533D-1B05-4926-8345-F55B3B73E353}" type="pres">
      <dgm:prSet presAssocID="{7C78C435-6D2B-4BF0-86A2-490F4B366A4C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C17E7991-13B4-4D0D-B221-3BEB180076CB}" type="pres">
      <dgm:prSet presAssocID="{7C78C435-6D2B-4BF0-86A2-490F4B366A4C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112FB2-B708-4119-9D71-6D787F0427EB}" type="pres">
      <dgm:prSet presAssocID="{7C78C435-6D2B-4BF0-86A2-490F4B366A4C}" presName="negativeSpace" presStyleCnt="0"/>
      <dgm:spPr/>
    </dgm:pt>
    <dgm:pt modelId="{67244639-5185-465F-B537-E78D0A00E426}" type="pres">
      <dgm:prSet presAssocID="{7C78C435-6D2B-4BF0-86A2-490F4B366A4C}" presName="childText" presStyleLbl="conFgAcc1" presStyleIdx="0" presStyleCnt="5">
        <dgm:presLayoutVars>
          <dgm:bulletEnabled val="1"/>
        </dgm:presLayoutVars>
      </dgm:prSet>
      <dgm:spPr/>
    </dgm:pt>
    <dgm:pt modelId="{1F9745AD-BB2D-4F6D-993C-2BF4AE6EF227}" type="pres">
      <dgm:prSet presAssocID="{B54934C4-1F50-495D-8C74-2A7237ECE3C5}" presName="spaceBetweenRectangles" presStyleCnt="0"/>
      <dgm:spPr/>
    </dgm:pt>
    <dgm:pt modelId="{CBABD77C-882D-47B7-8A09-A0CFCFECED36}" type="pres">
      <dgm:prSet presAssocID="{C3CB3571-1170-46ED-AD46-74E72C27D553}" presName="parentLin" presStyleCnt="0"/>
      <dgm:spPr/>
    </dgm:pt>
    <dgm:pt modelId="{08A87C50-30ED-41B8-9224-F0056117AFE4}" type="pres">
      <dgm:prSet presAssocID="{C3CB3571-1170-46ED-AD46-74E72C27D553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FA2058E3-A4F9-4D31-AD72-7BD2CAAEC567}" type="pres">
      <dgm:prSet presAssocID="{C3CB3571-1170-46ED-AD46-74E72C27D553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D80A2B-949F-4088-A4ED-4AA699887CED}" type="pres">
      <dgm:prSet presAssocID="{C3CB3571-1170-46ED-AD46-74E72C27D553}" presName="negativeSpace" presStyleCnt="0"/>
      <dgm:spPr/>
    </dgm:pt>
    <dgm:pt modelId="{AB83637A-3CAC-4125-AFB1-367097A809BE}" type="pres">
      <dgm:prSet presAssocID="{C3CB3571-1170-46ED-AD46-74E72C27D553}" presName="childText" presStyleLbl="conFgAcc1" presStyleIdx="1" presStyleCnt="5">
        <dgm:presLayoutVars>
          <dgm:bulletEnabled val="1"/>
        </dgm:presLayoutVars>
      </dgm:prSet>
      <dgm:spPr/>
    </dgm:pt>
    <dgm:pt modelId="{F5567C06-B202-49D0-9962-7EED6D9CE1C8}" type="pres">
      <dgm:prSet presAssocID="{98A74527-C91F-4363-95E0-5EFA341D1CF8}" presName="spaceBetweenRectangles" presStyleCnt="0"/>
      <dgm:spPr/>
    </dgm:pt>
    <dgm:pt modelId="{523A185E-5FFB-4ECD-A99F-487CE7DA7AC4}" type="pres">
      <dgm:prSet presAssocID="{BF572EA7-3D20-4312-BB2D-2749FC9D09FB}" presName="parentLin" presStyleCnt="0"/>
      <dgm:spPr/>
    </dgm:pt>
    <dgm:pt modelId="{1355FE69-7E47-45AA-93E3-FEF456139F9E}" type="pres">
      <dgm:prSet presAssocID="{BF572EA7-3D20-4312-BB2D-2749FC9D09FB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D0904343-6CEB-42A1-A28E-D5251ADCA84C}" type="pres">
      <dgm:prSet presAssocID="{BF572EA7-3D20-4312-BB2D-2749FC9D09FB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504966-278C-4080-9847-5FDAFC18816C}" type="pres">
      <dgm:prSet presAssocID="{BF572EA7-3D20-4312-BB2D-2749FC9D09FB}" presName="negativeSpace" presStyleCnt="0"/>
      <dgm:spPr/>
    </dgm:pt>
    <dgm:pt modelId="{C160C52C-FD22-4E1A-AE0C-CF611CC44571}" type="pres">
      <dgm:prSet presAssocID="{BF572EA7-3D20-4312-BB2D-2749FC9D09FB}" presName="childText" presStyleLbl="conFgAcc1" presStyleIdx="2" presStyleCnt="5">
        <dgm:presLayoutVars>
          <dgm:bulletEnabled val="1"/>
        </dgm:presLayoutVars>
      </dgm:prSet>
      <dgm:spPr/>
    </dgm:pt>
    <dgm:pt modelId="{E9A7F1BA-5420-4BD0-B3F8-3B487B2E0ABB}" type="pres">
      <dgm:prSet presAssocID="{6A0FEBAE-E1C7-4059-80D1-78F26196759B}" presName="spaceBetweenRectangles" presStyleCnt="0"/>
      <dgm:spPr/>
    </dgm:pt>
    <dgm:pt modelId="{05FBAA64-856F-47B7-844C-C2ADB8D8CF93}" type="pres">
      <dgm:prSet presAssocID="{094CE7B5-911F-45DE-A27C-78E762F79FD2}" presName="parentLin" presStyleCnt="0"/>
      <dgm:spPr/>
    </dgm:pt>
    <dgm:pt modelId="{411DE31A-6EE1-4243-B74A-85BD52D778C1}" type="pres">
      <dgm:prSet presAssocID="{094CE7B5-911F-45DE-A27C-78E762F79FD2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E657D0CD-D20B-4BC0-9609-890429C65CFB}" type="pres">
      <dgm:prSet presAssocID="{094CE7B5-911F-45DE-A27C-78E762F79FD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0D6D54-A195-4A85-9D52-21F0C7D8929F}" type="pres">
      <dgm:prSet presAssocID="{094CE7B5-911F-45DE-A27C-78E762F79FD2}" presName="negativeSpace" presStyleCnt="0"/>
      <dgm:spPr/>
    </dgm:pt>
    <dgm:pt modelId="{E6644531-EB85-4B78-AD22-41008C4D8B6C}" type="pres">
      <dgm:prSet presAssocID="{094CE7B5-911F-45DE-A27C-78E762F79FD2}" presName="childText" presStyleLbl="conFgAcc1" presStyleIdx="3" presStyleCnt="5">
        <dgm:presLayoutVars>
          <dgm:bulletEnabled val="1"/>
        </dgm:presLayoutVars>
      </dgm:prSet>
      <dgm:spPr/>
    </dgm:pt>
    <dgm:pt modelId="{4C0F6E5E-B20A-4F6A-8C34-FD1A21189158}" type="pres">
      <dgm:prSet presAssocID="{A9760A56-BAE8-45CF-A2ED-57CCFF0B26E2}" presName="spaceBetweenRectangles" presStyleCnt="0"/>
      <dgm:spPr/>
    </dgm:pt>
    <dgm:pt modelId="{42966722-69D4-4B49-91AC-582812150D03}" type="pres">
      <dgm:prSet presAssocID="{E0DBECD3-7992-479D-89B0-CF611FF85809}" presName="parentLin" presStyleCnt="0"/>
      <dgm:spPr/>
    </dgm:pt>
    <dgm:pt modelId="{A5A59C26-F523-48AA-8028-3A159ED21B4A}" type="pres">
      <dgm:prSet presAssocID="{E0DBECD3-7992-479D-89B0-CF611FF85809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0EF352B0-74EA-4EC4-93C2-3329066D104B}" type="pres">
      <dgm:prSet presAssocID="{E0DBECD3-7992-479D-89B0-CF611FF8580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87DE53-9F2E-4097-9EA9-49DE6FCEF519}" type="pres">
      <dgm:prSet presAssocID="{E0DBECD3-7992-479D-89B0-CF611FF85809}" presName="negativeSpace" presStyleCnt="0"/>
      <dgm:spPr/>
    </dgm:pt>
    <dgm:pt modelId="{45BC583F-B377-447A-A229-BA9125693CEF}" type="pres">
      <dgm:prSet presAssocID="{E0DBECD3-7992-479D-89B0-CF611FF8580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E811A1B-6EFF-4EE5-AD3C-FA1819C86EBC}" srcId="{338123B8-E413-4EF5-90D6-7B1913801A64}" destId="{E0DBECD3-7992-479D-89B0-CF611FF85809}" srcOrd="4" destOrd="0" parTransId="{54BD386F-0CF7-481E-947B-87030DC8F622}" sibTransId="{32B9D83A-5C57-4EF7-BA04-9A7F9CB72BB1}"/>
    <dgm:cxn modelId="{96254318-9EC0-4AC7-89CB-9FE1A7CFAB21}" type="presOf" srcId="{094CE7B5-911F-45DE-A27C-78E762F79FD2}" destId="{411DE31A-6EE1-4243-B74A-85BD52D778C1}" srcOrd="0" destOrd="0" presId="urn:microsoft.com/office/officeart/2005/8/layout/list1"/>
    <dgm:cxn modelId="{2207BF14-A249-443D-AE6B-CF597A75A9A2}" type="presOf" srcId="{7C78C435-6D2B-4BF0-86A2-490F4B366A4C}" destId="{9C76533D-1B05-4926-8345-F55B3B73E353}" srcOrd="0" destOrd="0" presId="urn:microsoft.com/office/officeart/2005/8/layout/list1"/>
    <dgm:cxn modelId="{6311C819-69A8-47EE-89F5-F80A1AFA879B}" type="presOf" srcId="{7C78C435-6D2B-4BF0-86A2-490F4B366A4C}" destId="{C17E7991-13B4-4D0D-B221-3BEB180076CB}" srcOrd="1" destOrd="0" presId="urn:microsoft.com/office/officeart/2005/8/layout/list1"/>
    <dgm:cxn modelId="{7AA2BA93-3BF9-461B-A910-B16B19D21D52}" type="presOf" srcId="{C3CB3571-1170-46ED-AD46-74E72C27D553}" destId="{08A87C50-30ED-41B8-9224-F0056117AFE4}" srcOrd="0" destOrd="0" presId="urn:microsoft.com/office/officeart/2005/8/layout/list1"/>
    <dgm:cxn modelId="{8922B561-CE54-4C4A-9396-B201355914CF}" type="presOf" srcId="{E0DBECD3-7992-479D-89B0-CF611FF85809}" destId="{0EF352B0-74EA-4EC4-93C2-3329066D104B}" srcOrd="1" destOrd="0" presId="urn:microsoft.com/office/officeart/2005/8/layout/list1"/>
    <dgm:cxn modelId="{ED1946A2-A43A-4E45-AD50-FF008864A5A5}" srcId="{338123B8-E413-4EF5-90D6-7B1913801A64}" destId="{BF572EA7-3D20-4312-BB2D-2749FC9D09FB}" srcOrd="2" destOrd="0" parTransId="{CD4DF0A5-9CC0-4740-B63A-A1219895F72D}" sibTransId="{6A0FEBAE-E1C7-4059-80D1-78F26196759B}"/>
    <dgm:cxn modelId="{95D68EFF-2C59-40F4-BC98-9F44429C3C4E}" type="presOf" srcId="{338123B8-E413-4EF5-90D6-7B1913801A64}" destId="{2D476151-DF1C-4053-9CF2-4853860B2849}" srcOrd="0" destOrd="0" presId="urn:microsoft.com/office/officeart/2005/8/layout/list1"/>
    <dgm:cxn modelId="{FDE70627-474F-47D5-A51C-074C1C147036}" srcId="{338123B8-E413-4EF5-90D6-7B1913801A64}" destId="{7C78C435-6D2B-4BF0-86A2-490F4B366A4C}" srcOrd="0" destOrd="0" parTransId="{728678D6-9003-4C0D-8A67-99F0843DE970}" sibTransId="{B54934C4-1F50-495D-8C74-2A7237ECE3C5}"/>
    <dgm:cxn modelId="{CAA97B03-052A-4999-BCF7-375E91B8EF2A}" type="presOf" srcId="{094CE7B5-911F-45DE-A27C-78E762F79FD2}" destId="{E657D0CD-D20B-4BC0-9609-890429C65CFB}" srcOrd="1" destOrd="0" presId="urn:microsoft.com/office/officeart/2005/8/layout/list1"/>
    <dgm:cxn modelId="{5A025418-AE87-4C16-9C63-D27625A5E64A}" type="presOf" srcId="{C3CB3571-1170-46ED-AD46-74E72C27D553}" destId="{FA2058E3-A4F9-4D31-AD72-7BD2CAAEC567}" srcOrd="1" destOrd="0" presId="urn:microsoft.com/office/officeart/2005/8/layout/list1"/>
    <dgm:cxn modelId="{FEE0FAB0-9272-4C69-97AB-63147FD4BE1F}" type="presOf" srcId="{E0DBECD3-7992-479D-89B0-CF611FF85809}" destId="{A5A59C26-F523-48AA-8028-3A159ED21B4A}" srcOrd="0" destOrd="0" presId="urn:microsoft.com/office/officeart/2005/8/layout/list1"/>
    <dgm:cxn modelId="{0B92C0AD-04E7-4EEF-888C-3BE195D3249A}" type="presOf" srcId="{BF572EA7-3D20-4312-BB2D-2749FC9D09FB}" destId="{1355FE69-7E47-45AA-93E3-FEF456139F9E}" srcOrd="0" destOrd="0" presId="urn:microsoft.com/office/officeart/2005/8/layout/list1"/>
    <dgm:cxn modelId="{00AF1D89-AAAE-4D0D-9EE0-445E8B802645}" type="presOf" srcId="{BF572EA7-3D20-4312-BB2D-2749FC9D09FB}" destId="{D0904343-6CEB-42A1-A28E-D5251ADCA84C}" srcOrd="1" destOrd="0" presId="urn:microsoft.com/office/officeart/2005/8/layout/list1"/>
    <dgm:cxn modelId="{CC39AD06-5EE3-46C2-8643-5083D5C1EC70}" srcId="{338123B8-E413-4EF5-90D6-7B1913801A64}" destId="{094CE7B5-911F-45DE-A27C-78E762F79FD2}" srcOrd="3" destOrd="0" parTransId="{3C8394CC-3112-4F1B-9288-5067F7206B52}" sibTransId="{A9760A56-BAE8-45CF-A2ED-57CCFF0B26E2}"/>
    <dgm:cxn modelId="{9C32AA1D-00B5-4206-85A1-790EC45CD22C}" srcId="{338123B8-E413-4EF5-90D6-7B1913801A64}" destId="{C3CB3571-1170-46ED-AD46-74E72C27D553}" srcOrd="1" destOrd="0" parTransId="{0CF1A66E-5869-489D-8CE5-019AFB3DF5D5}" sibTransId="{98A74527-C91F-4363-95E0-5EFA341D1CF8}"/>
    <dgm:cxn modelId="{0D34B5B6-08C6-4F24-8F86-EB6A75C3630C}" type="presParOf" srcId="{2D476151-DF1C-4053-9CF2-4853860B2849}" destId="{8CECD08B-861C-4356-99D1-26AFA397E3A7}" srcOrd="0" destOrd="0" presId="urn:microsoft.com/office/officeart/2005/8/layout/list1"/>
    <dgm:cxn modelId="{9D1355DA-D7AC-41ED-9F62-36B44CCBA394}" type="presParOf" srcId="{8CECD08B-861C-4356-99D1-26AFA397E3A7}" destId="{9C76533D-1B05-4926-8345-F55B3B73E353}" srcOrd="0" destOrd="0" presId="urn:microsoft.com/office/officeart/2005/8/layout/list1"/>
    <dgm:cxn modelId="{B9B7F1D8-7B3E-47DD-85C2-0119E814076D}" type="presParOf" srcId="{8CECD08B-861C-4356-99D1-26AFA397E3A7}" destId="{C17E7991-13B4-4D0D-B221-3BEB180076CB}" srcOrd="1" destOrd="0" presId="urn:microsoft.com/office/officeart/2005/8/layout/list1"/>
    <dgm:cxn modelId="{943FCA1F-5F62-448D-8325-7F16F7A73D73}" type="presParOf" srcId="{2D476151-DF1C-4053-9CF2-4853860B2849}" destId="{13112FB2-B708-4119-9D71-6D787F0427EB}" srcOrd="1" destOrd="0" presId="urn:microsoft.com/office/officeart/2005/8/layout/list1"/>
    <dgm:cxn modelId="{179B0402-13B4-4E5D-BBEE-4581346DE4C5}" type="presParOf" srcId="{2D476151-DF1C-4053-9CF2-4853860B2849}" destId="{67244639-5185-465F-B537-E78D0A00E426}" srcOrd="2" destOrd="0" presId="urn:microsoft.com/office/officeart/2005/8/layout/list1"/>
    <dgm:cxn modelId="{52CE4841-68DF-402F-B521-626092B64410}" type="presParOf" srcId="{2D476151-DF1C-4053-9CF2-4853860B2849}" destId="{1F9745AD-BB2D-4F6D-993C-2BF4AE6EF227}" srcOrd="3" destOrd="0" presId="urn:microsoft.com/office/officeart/2005/8/layout/list1"/>
    <dgm:cxn modelId="{AA119350-2718-4495-8D77-497BE5AFD513}" type="presParOf" srcId="{2D476151-DF1C-4053-9CF2-4853860B2849}" destId="{CBABD77C-882D-47B7-8A09-A0CFCFECED36}" srcOrd="4" destOrd="0" presId="urn:microsoft.com/office/officeart/2005/8/layout/list1"/>
    <dgm:cxn modelId="{4D0EE80E-EE12-48E9-86A7-6C7C47DCEA93}" type="presParOf" srcId="{CBABD77C-882D-47B7-8A09-A0CFCFECED36}" destId="{08A87C50-30ED-41B8-9224-F0056117AFE4}" srcOrd="0" destOrd="0" presId="urn:microsoft.com/office/officeart/2005/8/layout/list1"/>
    <dgm:cxn modelId="{79E9BA73-902D-4B8F-9547-FD90A3A92DA9}" type="presParOf" srcId="{CBABD77C-882D-47B7-8A09-A0CFCFECED36}" destId="{FA2058E3-A4F9-4D31-AD72-7BD2CAAEC567}" srcOrd="1" destOrd="0" presId="urn:microsoft.com/office/officeart/2005/8/layout/list1"/>
    <dgm:cxn modelId="{AF3A5613-1177-4085-BD1D-6925AB46276B}" type="presParOf" srcId="{2D476151-DF1C-4053-9CF2-4853860B2849}" destId="{55D80A2B-949F-4088-A4ED-4AA699887CED}" srcOrd="5" destOrd="0" presId="urn:microsoft.com/office/officeart/2005/8/layout/list1"/>
    <dgm:cxn modelId="{950A7895-36A6-4EA5-B220-146F016972FD}" type="presParOf" srcId="{2D476151-DF1C-4053-9CF2-4853860B2849}" destId="{AB83637A-3CAC-4125-AFB1-367097A809BE}" srcOrd="6" destOrd="0" presId="urn:microsoft.com/office/officeart/2005/8/layout/list1"/>
    <dgm:cxn modelId="{D8046835-224F-473A-BD3A-541781F94D21}" type="presParOf" srcId="{2D476151-DF1C-4053-9CF2-4853860B2849}" destId="{F5567C06-B202-49D0-9962-7EED6D9CE1C8}" srcOrd="7" destOrd="0" presId="urn:microsoft.com/office/officeart/2005/8/layout/list1"/>
    <dgm:cxn modelId="{3488DB14-09DC-4FE6-83B9-33F58D742EBD}" type="presParOf" srcId="{2D476151-DF1C-4053-9CF2-4853860B2849}" destId="{523A185E-5FFB-4ECD-A99F-487CE7DA7AC4}" srcOrd="8" destOrd="0" presId="urn:microsoft.com/office/officeart/2005/8/layout/list1"/>
    <dgm:cxn modelId="{35AAB3C4-17A1-47C7-B1B3-6B3EE11A1566}" type="presParOf" srcId="{523A185E-5FFB-4ECD-A99F-487CE7DA7AC4}" destId="{1355FE69-7E47-45AA-93E3-FEF456139F9E}" srcOrd="0" destOrd="0" presId="urn:microsoft.com/office/officeart/2005/8/layout/list1"/>
    <dgm:cxn modelId="{107C3A11-637D-47D5-8841-1EA6EE0FCCF5}" type="presParOf" srcId="{523A185E-5FFB-4ECD-A99F-487CE7DA7AC4}" destId="{D0904343-6CEB-42A1-A28E-D5251ADCA84C}" srcOrd="1" destOrd="0" presId="urn:microsoft.com/office/officeart/2005/8/layout/list1"/>
    <dgm:cxn modelId="{9E84E1BA-2D5B-4231-BDAC-BB0A3BD4657B}" type="presParOf" srcId="{2D476151-DF1C-4053-9CF2-4853860B2849}" destId="{C2504966-278C-4080-9847-5FDAFC18816C}" srcOrd="9" destOrd="0" presId="urn:microsoft.com/office/officeart/2005/8/layout/list1"/>
    <dgm:cxn modelId="{B9089ED6-127D-4170-90AF-187A2BBED979}" type="presParOf" srcId="{2D476151-DF1C-4053-9CF2-4853860B2849}" destId="{C160C52C-FD22-4E1A-AE0C-CF611CC44571}" srcOrd="10" destOrd="0" presId="urn:microsoft.com/office/officeart/2005/8/layout/list1"/>
    <dgm:cxn modelId="{B8FAE4F6-E544-4343-88D2-F137C233E727}" type="presParOf" srcId="{2D476151-DF1C-4053-9CF2-4853860B2849}" destId="{E9A7F1BA-5420-4BD0-B3F8-3B487B2E0ABB}" srcOrd="11" destOrd="0" presId="urn:microsoft.com/office/officeart/2005/8/layout/list1"/>
    <dgm:cxn modelId="{5A9B9B74-C7BF-4CF9-8338-AB55BD295CFB}" type="presParOf" srcId="{2D476151-DF1C-4053-9CF2-4853860B2849}" destId="{05FBAA64-856F-47B7-844C-C2ADB8D8CF93}" srcOrd="12" destOrd="0" presId="urn:microsoft.com/office/officeart/2005/8/layout/list1"/>
    <dgm:cxn modelId="{00F59003-3627-4369-9543-1DB0D0EB1AAE}" type="presParOf" srcId="{05FBAA64-856F-47B7-844C-C2ADB8D8CF93}" destId="{411DE31A-6EE1-4243-B74A-85BD52D778C1}" srcOrd="0" destOrd="0" presId="urn:microsoft.com/office/officeart/2005/8/layout/list1"/>
    <dgm:cxn modelId="{F69AE35C-30DC-4BD5-81B5-26A781E8ABFB}" type="presParOf" srcId="{05FBAA64-856F-47B7-844C-C2ADB8D8CF93}" destId="{E657D0CD-D20B-4BC0-9609-890429C65CFB}" srcOrd="1" destOrd="0" presId="urn:microsoft.com/office/officeart/2005/8/layout/list1"/>
    <dgm:cxn modelId="{551EB871-CF91-4BA4-82EF-80915942091D}" type="presParOf" srcId="{2D476151-DF1C-4053-9CF2-4853860B2849}" destId="{FD0D6D54-A195-4A85-9D52-21F0C7D8929F}" srcOrd="13" destOrd="0" presId="urn:microsoft.com/office/officeart/2005/8/layout/list1"/>
    <dgm:cxn modelId="{092D2017-D426-4E4F-AB30-01BD41B66606}" type="presParOf" srcId="{2D476151-DF1C-4053-9CF2-4853860B2849}" destId="{E6644531-EB85-4B78-AD22-41008C4D8B6C}" srcOrd="14" destOrd="0" presId="urn:microsoft.com/office/officeart/2005/8/layout/list1"/>
    <dgm:cxn modelId="{042B48A0-D4EF-4457-8DE3-447BCEFE29AE}" type="presParOf" srcId="{2D476151-DF1C-4053-9CF2-4853860B2849}" destId="{4C0F6E5E-B20A-4F6A-8C34-FD1A21189158}" srcOrd="15" destOrd="0" presId="urn:microsoft.com/office/officeart/2005/8/layout/list1"/>
    <dgm:cxn modelId="{60171035-5C13-41E3-94B1-0119E203C489}" type="presParOf" srcId="{2D476151-DF1C-4053-9CF2-4853860B2849}" destId="{42966722-69D4-4B49-91AC-582812150D03}" srcOrd="16" destOrd="0" presId="urn:microsoft.com/office/officeart/2005/8/layout/list1"/>
    <dgm:cxn modelId="{7C19D3A1-17B6-4A41-B0C1-644F39B724BE}" type="presParOf" srcId="{42966722-69D4-4B49-91AC-582812150D03}" destId="{A5A59C26-F523-48AA-8028-3A159ED21B4A}" srcOrd="0" destOrd="0" presId="urn:microsoft.com/office/officeart/2005/8/layout/list1"/>
    <dgm:cxn modelId="{623DE6BF-DB8B-4A7F-9F16-5C14937D8D21}" type="presParOf" srcId="{42966722-69D4-4B49-91AC-582812150D03}" destId="{0EF352B0-74EA-4EC4-93C2-3329066D104B}" srcOrd="1" destOrd="0" presId="urn:microsoft.com/office/officeart/2005/8/layout/list1"/>
    <dgm:cxn modelId="{84E21D76-B4BB-4327-928F-E87BAF19DEFF}" type="presParOf" srcId="{2D476151-DF1C-4053-9CF2-4853860B2849}" destId="{5087DE53-9F2E-4097-9EA9-49DE6FCEF519}" srcOrd="17" destOrd="0" presId="urn:microsoft.com/office/officeart/2005/8/layout/list1"/>
    <dgm:cxn modelId="{01499FE5-3BDD-4EB8-92EC-7BD4E2F658E6}" type="presParOf" srcId="{2D476151-DF1C-4053-9CF2-4853860B2849}" destId="{45BC583F-B377-447A-A229-BA9125693CE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A0AD76E-ED40-4B07-99B9-1F8BB246412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F43C9D5-6E65-42F3-90F6-525EB5CC985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безопасность: исключение рисков для людей и имущества при эксплуатации, отказах или аварийных ситуациях;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C2B6202-7B68-4CC9-8C67-AA0ED899CE52}" type="parTrans" cxnId="{3E9E2C95-0188-4D6F-BC5D-42D03EF417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A1F15BD-52FA-4DF2-979F-AF124ED1C6CF}" type="sibTrans" cxnId="{3E9E2C95-0188-4D6F-BC5D-42D03EF417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66D52C3-8221-45D4-9103-E4D3C16DD860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надёжность: вероятность безотказной работы в течение заданного ресурса, устойчивость к внешним воздействиям;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0F5FCB5-8C31-4EE7-8951-3E06989154FA}" type="parTrans" cxnId="{707C04D0-ED7D-4830-BC4F-7D15B4D6B51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F849490-7601-47CD-B01A-89E7B28B01E9}" type="sibTrans" cxnId="{707C04D0-ED7D-4830-BC4F-7D15B4D6B51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32D2FE-79C8-4FD5-BD8A-38FC3F67726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отказоустойчивость: способность системы сохранять работоспособность при отказах отдельных компонентов (дублирование критических систем, автоматические процедуры аварийного завершения полёта);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5541EDF-AED5-4367-AFE5-A7E51A5D1093}" type="parTrans" cxnId="{B946B455-116A-495F-A89E-E33DC4AB77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18C1A70-88ED-4337-8515-3EB818DAA464}" type="sibTrans" cxnId="{B946B455-116A-495F-A89E-E33DC4AB779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B80A3EA-2E77-4617-8C67-622F3A2FE50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управляемость рисков: анализ и минимизация рисков на всех этапах жизненного цикла БАС.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528ABB8-FD3D-49B9-8413-AD03CF56E1A3}" type="parTrans" cxnId="{77648066-2D1E-444E-8BDB-B6F99FB21A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A67401D-A16F-459C-A5A1-EA6DE08FE08F}" type="sibTrans" cxnId="{77648066-2D1E-444E-8BDB-B6F99FB21A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6110BE6-43E9-42E5-80DD-785850B2FA1D}" type="pres">
      <dgm:prSet presAssocID="{3A0AD76E-ED40-4B07-99B9-1F8BB246412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7655DA8-5F90-4417-AE14-6B4AE406B69F}" type="pres">
      <dgm:prSet presAssocID="{4F43C9D5-6E65-42F3-90F6-525EB5CC985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E2C050-65EE-47E1-B994-4B4CD2F98D29}" type="pres">
      <dgm:prSet presAssocID="{6A1F15BD-52FA-4DF2-979F-AF124ED1C6CF}" presName="sibTrans" presStyleCnt="0"/>
      <dgm:spPr/>
    </dgm:pt>
    <dgm:pt modelId="{97955DA6-5F67-4C99-9D42-99EC66846CBA}" type="pres">
      <dgm:prSet presAssocID="{566D52C3-8221-45D4-9103-E4D3C16DD86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E14DE1-3DAE-4C94-B331-CFAA14571294}" type="pres">
      <dgm:prSet presAssocID="{6F849490-7601-47CD-B01A-89E7B28B01E9}" presName="sibTrans" presStyleCnt="0"/>
      <dgm:spPr/>
    </dgm:pt>
    <dgm:pt modelId="{CB557387-0913-43A2-8354-B5C2FA68BD3B}" type="pres">
      <dgm:prSet presAssocID="{F632D2FE-79C8-4FD5-BD8A-38FC3F67726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D20A3D-EA15-45E3-B5FF-959BD86B0132}" type="pres">
      <dgm:prSet presAssocID="{318C1A70-88ED-4337-8515-3EB818DAA464}" presName="sibTrans" presStyleCnt="0"/>
      <dgm:spPr/>
    </dgm:pt>
    <dgm:pt modelId="{2F44D004-A05E-4036-9C63-C911F683C468}" type="pres">
      <dgm:prSet presAssocID="{DB80A3EA-2E77-4617-8C67-622F3A2FE50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2874D3F-3BED-4DEC-8943-62736A696EE9}" type="presOf" srcId="{F632D2FE-79C8-4FD5-BD8A-38FC3F677264}" destId="{CB557387-0913-43A2-8354-B5C2FA68BD3B}" srcOrd="0" destOrd="0" presId="urn:microsoft.com/office/officeart/2005/8/layout/default"/>
    <dgm:cxn modelId="{BA734754-B487-4402-8EB2-0D13CD15AD96}" type="presOf" srcId="{4F43C9D5-6E65-42F3-90F6-525EB5CC9855}" destId="{C7655DA8-5F90-4417-AE14-6B4AE406B69F}" srcOrd="0" destOrd="0" presId="urn:microsoft.com/office/officeart/2005/8/layout/default"/>
    <dgm:cxn modelId="{291D63CD-3903-472B-8B56-8A407FF886AA}" type="presOf" srcId="{3A0AD76E-ED40-4B07-99B9-1F8BB2464125}" destId="{26110BE6-43E9-42E5-80DD-785850B2FA1D}" srcOrd="0" destOrd="0" presId="urn:microsoft.com/office/officeart/2005/8/layout/default"/>
    <dgm:cxn modelId="{25085053-D571-4F89-9E31-4F2371864737}" type="presOf" srcId="{DB80A3EA-2E77-4617-8C67-622F3A2FE506}" destId="{2F44D004-A05E-4036-9C63-C911F683C468}" srcOrd="0" destOrd="0" presId="urn:microsoft.com/office/officeart/2005/8/layout/default"/>
    <dgm:cxn modelId="{3E9E2C95-0188-4D6F-BC5D-42D03EF417B4}" srcId="{3A0AD76E-ED40-4B07-99B9-1F8BB2464125}" destId="{4F43C9D5-6E65-42F3-90F6-525EB5CC9855}" srcOrd="0" destOrd="0" parTransId="{6C2B6202-7B68-4CC9-8C67-AA0ED899CE52}" sibTransId="{6A1F15BD-52FA-4DF2-979F-AF124ED1C6CF}"/>
    <dgm:cxn modelId="{707C04D0-ED7D-4830-BC4F-7D15B4D6B518}" srcId="{3A0AD76E-ED40-4B07-99B9-1F8BB2464125}" destId="{566D52C3-8221-45D4-9103-E4D3C16DD860}" srcOrd="1" destOrd="0" parTransId="{00F5FCB5-8C31-4EE7-8951-3E06989154FA}" sibTransId="{6F849490-7601-47CD-B01A-89E7B28B01E9}"/>
    <dgm:cxn modelId="{235CB407-369B-4102-91A9-0733D19083A1}" type="presOf" srcId="{566D52C3-8221-45D4-9103-E4D3C16DD860}" destId="{97955DA6-5F67-4C99-9D42-99EC66846CBA}" srcOrd="0" destOrd="0" presId="urn:microsoft.com/office/officeart/2005/8/layout/default"/>
    <dgm:cxn modelId="{77648066-2D1E-444E-8BDB-B6F99FB21A45}" srcId="{3A0AD76E-ED40-4B07-99B9-1F8BB2464125}" destId="{DB80A3EA-2E77-4617-8C67-622F3A2FE506}" srcOrd="3" destOrd="0" parTransId="{0528ABB8-FD3D-49B9-8413-AD03CF56E1A3}" sibTransId="{BA67401D-A16F-459C-A5A1-EA6DE08FE08F}"/>
    <dgm:cxn modelId="{B946B455-116A-495F-A89E-E33DC4AB7795}" srcId="{3A0AD76E-ED40-4B07-99B9-1F8BB2464125}" destId="{F632D2FE-79C8-4FD5-BD8A-38FC3F677264}" srcOrd="2" destOrd="0" parTransId="{55541EDF-AED5-4367-AFE5-A7E51A5D1093}" sibTransId="{318C1A70-88ED-4337-8515-3EB818DAA464}"/>
    <dgm:cxn modelId="{1F8052B8-323B-483E-89B7-1AD7BEBDB718}" type="presParOf" srcId="{26110BE6-43E9-42E5-80DD-785850B2FA1D}" destId="{C7655DA8-5F90-4417-AE14-6B4AE406B69F}" srcOrd="0" destOrd="0" presId="urn:microsoft.com/office/officeart/2005/8/layout/default"/>
    <dgm:cxn modelId="{37B04738-0870-4A34-BFC1-A66285DBAD68}" type="presParOf" srcId="{26110BE6-43E9-42E5-80DD-785850B2FA1D}" destId="{A1E2C050-65EE-47E1-B994-4B4CD2F98D29}" srcOrd="1" destOrd="0" presId="urn:microsoft.com/office/officeart/2005/8/layout/default"/>
    <dgm:cxn modelId="{5D619A58-6497-438D-90D0-6B5D89BDE005}" type="presParOf" srcId="{26110BE6-43E9-42E5-80DD-785850B2FA1D}" destId="{97955DA6-5F67-4C99-9D42-99EC66846CBA}" srcOrd="2" destOrd="0" presId="urn:microsoft.com/office/officeart/2005/8/layout/default"/>
    <dgm:cxn modelId="{F3BDF91F-A100-4C33-8C38-0EFCE6936C4C}" type="presParOf" srcId="{26110BE6-43E9-42E5-80DD-785850B2FA1D}" destId="{95E14DE1-3DAE-4C94-B331-CFAA14571294}" srcOrd="3" destOrd="0" presId="urn:microsoft.com/office/officeart/2005/8/layout/default"/>
    <dgm:cxn modelId="{C889244D-DEDA-40D1-9FF4-D9FE270264B1}" type="presParOf" srcId="{26110BE6-43E9-42E5-80DD-785850B2FA1D}" destId="{CB557387-0913-43A2-8354-B5C2FA68BD3B}" srcOrd="4" destOrd="0" presId="urn:microsoft.com/office/officeart/2005/8/layout/default"/>
    <dgm:cxn modelId="{920A27C2-255B-47F7-ADAB-67FF93CA600F}" type="presParOf" srcId="{26110BE6-43E9-42E5-80DD-785850B2FA1D}" destId="{4DD20A3D-EA15-45E3-B5FF-959BD86B0132}" srcOrd="5" destOrd="0" presId="urn:microsoft.com/office/officeart/2005/8/layout/default"/>
    <dgm:cxn modelId="{E0C39FA2-2E9F-4FEC-9880-8352ED5C734D}" type="presParOf" srcId="{26110BE6-43E9-42E5-80DD-785850B2FA1D}" destId="{2F44D004-A05E-4036-9C63-C911F683C46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E9C0CAD-2703-4477-95E3-E13ACD53AE3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255991-6A9E-4BA5-8840-1308BA11CD47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резервирование критических компонентов (навигационные системы, каналы связи);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5B03497-8C71-4B3E-8B13-83D3E8FD824F}" type="parTrans" cxnId="{F4B14C7B-F39D-4A87-86CC-4AD04000C67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0D7C6C2-235D-4E76-89C3-0CC8387C8F61}" type="sibTrans" cxnId="{F4B14C7B-F39D-4A87-86CC-4AD04000C67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4FC7A5-4606-46FA-AED1-70226644111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внедрение систем самодиагностики и прогнозирования отказов;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2008F39-3C6F-4434-9623-DF8805FDFE8A}" type="parTrans" cxnId="{12942B4B-C91D-4E5B-BA88-D2E765B96D9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001A16B-2EE1-4FA0-AF6D-2BD09F769692}" type="sibTrans" cxnId="{12942B4B-C91D-4E5B-BA88-D2E765B96D9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1DB1F30-EC73-4ABB-8993-D358677ABCE3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использование сертифицированных компонентов и материалов;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96C1CBA-F153-409E-9118-32604728E353}" type="parTrans" cxnId="{CAD8118A-D330-4B26-84F0-240B1E0A6CF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32C0F37-A059-45BF-86FF-06ACD5FD85FC}" type="sibTrans" cxnId="{CAD8118A-D330-4B26-84F0-240B1E0A6CF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C101716-DA43-4591-BD37-647A1B464271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проведение полномасштабных испытаний (включая климатические, вибрационные, ударные).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FE3A76D-0596-487D-9CF7-4C9BB0FCFEA9}" type="parTrans" cxnId="{18A0EF7B-1BBF-4B2F-B4A9-6A03A360A49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BCF41CF-1F8A-4EB5-95C7-BFBF41F189A5}" type="sibTrans" cxnId="{18A0EF7B-1BBF-4B2F-B4A9-6A03A360A49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C250FFE-962E-4225-84EB-F045B27CBFB8}" type="pres">
      <dgm:prSet presAssocID="{BE9C0CAD-2703-4477-95E3-E13ACD53AE3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735C5DE-BD30-43E8-B24A-9C73E263E906}" type="pres">
      <dgm:prSet presAssocID="{55255991-6A9E-4BA5-8840-1308BA11CD4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DEDBBA-E3BF-4CCF-BC86-0AE8EAD3B1D5}" type="pres">
      <dgm:prSet presAssocID="{50D7C6C2-235D-4E76-89C3-0CC8387C8F61}" presName="sibTrans" presStyleCnt="0"/>
      <dgm:spPr/>
    </dgm:pt>
    <dgm:pt modelId="{93B3D8FE-8C00-4A50-9E73-1640AC346924}" type="pres">
      <dgm:prSet presAssocID="{F64FC7A5-4606-46FA-AED1-70226644111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BE65CD-D9F9-4A55-A43B-5B913A1CEBC9}" type="pres">
      <dgm:prSet presAssocID="{5001A16B-2EE1-4FA0-AF6D-2BD09F769692}" presName="sibTrans" presStyleCnt="0"/>
      <dgm:spPr/>
    </dgm:pt>
    <dgm:pt modelId="{D009537E-441C-4DFC-BA6A-DD84E54FF151}" type="pres">
      <dgm:prSet presAssocID="{81DB1F30-EC73-4ABB-8993-D358677ABCE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6033B8-7D82-457B-9F0F-40CAB8CF34DC}" type="pres">
      <dgm:prSet presAssocID="{332C0F37-A059-45BF-86FF-06ACD5FD85FC}" presName="sibTrans" presStyleCnt="0"/>
      <dgm:spPr/>
    </dgm:pt>
    <dgm:pt modelId="{2856EE90-9F16-486F-B94C-D2BB94821C9F}" type="pres">
      <dgm:prSet presAssocID="{FC101716-DA43-4591-BD37-647A1B46427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5B05084-308E-45DA-8A5E-EC389E08E092}" type="presOf" srcId="{81DB1F30-EC73-4ABB-8993-D358677ABCE3}" destId="{D009537E-441C-4DFC-BA6A-DD84E54FF151}" srcOrd="0" destOrd="0" presId="urn:microsoft.com/office/officeart/2005/8/layout/default"/>
    <dgm:cxn modelId="{00DCF06C-3389-435F-B1FE-035607212BCE}" type="presOf" srcId="{BE9C0CAD-2703-4477-95E3-E13ACD53AE38}" destId="{BC250FFE-962E-4225-84EB-F045B27CBFB8}" srcOrd="0" destOrd="0" presId="urn:microsoft.com/office/officeart/2005/8/layout/default"/>
    <dgm:cxn modelId="{F4B14C7B-F39D-4A87-86CC-4AD04000C677}" srcId="{BE9C0CAD-2703-4477-95E3-E13ACD53AE38}" destId="{55255991-6A9E-4BA5-8840-1308BA11CD47}" srcOrd="0" destOrd="0" parTransId="{25B03497-8C71-4B3E-8B13-83D3E8FD824F}" sibTransId="{50D7C6C2-235D-4E76-89C3-0CC8387C8F61}"/>
    <dgm:cxn modelId="{01BEC66D-BCD2-4FF8-BDE8-58AFBC50C880}" type="presOf" srcId="{55255991-6A9E-4BA5-8840-1308BA11CD47}" destId="{C735C5DE-BD30-43E8-B24A-9C73E263E906}" srcOrd="0" destOrd="0" presId="urn:microsoft.com/office/officeart/2005/8/layout/default"/>
    <dgm:cxn modelId="{4694290A-AA00-47BE-9B21-7C778032D906}" type="presOf" srcId="{FC101716-DA43-4591-BD37-647A1B464271}" destId="{2856EE90-9F16-486F-B94C-D2BB94821C9F}" srcOrd="0" destOrd="0" presId="urn:microsoft.com/office/officeart/2005/8/layout/default"/>
    <dgm:cxn modelId="{12942B4B-C91D-4E5B-BA88-D2E765B96D93}" srcId="{BE9C0CAD-2703-4477-95E3-E13ACD53AE38}" destId="{F64FC7A5-4606-46FA-AED1-702266441112}" srcOrd="1" destOrd="0" parTransId="{22008F39-3C6F-4434-9623-DF8805FDFE8A}" sibTransId="{5001A16B-2EE1-4FA0-AF6D-2BD09F769692}"/>
    <dgm:cxn modelId="{CAD8118A-D330-4B26-84F0-240B1E0A6CF2}" srcId="{BE9C0CAD-2703-4477-95E3-E13ACD53AE38}" destId="{81DB1F30-EC73-4ABB-8993-D358677ABCE3}" srcOrd="2" destOrd="0" parTransId="{996C1CBA-F153-409E-9118-32604728E353}" sibTransId="{332C0F37-A059-45BF-86FF-06ACD5FD85FC}"/>
    <dgm:cxn modelId="{BFE52F45-8DC9-4257-95CA-D7A0E41A7800}" type="presOf" srcId="{F64FC7A5-4606-46FA-AED1-702266441112}" destId="{93B3D8FE-8C00-4A50-9E73-1640AC346924}" srcOrd="0" destOrd="0" presId="urn:microsoft.com/office/officeart/2005/8/layout/default"/>
    <dgm:cxn modelId="{18A0EF7B-1BBF-4B2F-B4A9-6A03A360A491}" srcId="{BE9C0CAD-2703-4477-95E3-E13ACD53AE38}" destId="{FC101716-DA43-4591-BD37-647A1B464271}" srcOrd="3" destOrd="0" parTransId="{7FE3A76D-0596-487D-9CF7-4C9BB0FCFEA9}" sibTransId="{0BCF41CF-1F8A-4EB5-95C7-BFBF41F189A5}"/>
    <dgm:cxn modelId="{18B63DDC-4812-4C08-B341-7ED2B30DE22A}" type="presParOf" srcId="{BC250FFE-962E-4225-84EB-F045B27CBFB8}" destId="{C735C5DE-BD30-43E8-B24A-9C73E263E906}" srcOrd="0" destOrd="0" presId="urn:microsoft.com/office/officeart/2005/8/layout/default"/>
    <dgm:cxn modelId="{2FEE5AAB-9B12-4984-A05C-3C5C5BCD8C87}" type="presParOf" srcId="{BC250FFE-962E-4225-84EB-F045B27CBFB8}" destId="{6ADEDBBA-E3BF-4CCF-BC86-0AE8EAD3B1D5}" srcOrd="1" destOrd="0" presId="urn:microsoft.com/office/officeart/2005/8/layout/default"/>
    <dgm:cxn modelId="{C0F7BBD7-3BA9-43AD-87E3-C7CACB846FD7}" type="presParOf" srcId="{BC250FFE-962E-4225-84EB-F045B27CBFB8}" destId="{93B3D8FE-8C00-4A50-9E73-1640AC346924}" srcOrd="2" destOrd="0" presId="urn:microsoft.com/office/officeart/2005/8/layout/default"/>
    <dgm:cxn modelId="{9AFEC0D5-CB0C-446E-A495-5F9411349E30}" type="presParOf" srcId="{BC250FFE-962E-4225-84EB-F045B27CBFB8}" destId="{31BE65CD-D9F9-4A55-A43B-5B913A1CEBC9}" srcOrd="3" destOrd="0" presId="urn:microsoft.com/office/officeart/2005/8/layout/default"/>
    <dgm:cxn modelId="{1FE6CB05-9EDD-445A-9865-41C715CE6284}" type="presParOf" srcId="{BC250FFE-962E-4225-84EB-F045B27CBFB8}" destId="{D009537E-441C-4DFC-BA6A-DD84E54FF151}" srcOrd="4" destOrd="0" presId="urn:microsoft.com/office/officeart/2005/8/layout/default"/>
    <dgm:cxn modelId="{D92904E3-325F-4345-A04B-CD0E0032E90D}" type="presParOf" srcId="{BC250FFE-962E-4225-84EB-F045B27CBFB8}" destId="{D26033B8-7D82-457B-9F0F-40CAB8CF34DC}" srcOrd="5" destOrd="0" presId="urn:microsoft.com/office/officeart/2005/8/layout/default"/>
    <dgm:cxn modelId="{300573B5-4363-4D7A-BE24-27819903F629}" type="presParOf" srcId="{BC250FFE-962E-4225-84EB-F045B27CBFB8}" destId="{2856EE90-9F16-486F-B94C-D2BB94821C9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E3FE6-1B47-49C2-8639-2FAE8C5E8DDE}">
      <dsp:nvSpPr>
        <dsp:cNvPr id="0" name=""/>
        <dsp:cNvSpPr/>
      </dsp:nvSpPr>
      <dsp:spPr>
        <a:xfrm>
          <a:off x="413980" y="1679"/>
          <a:ext cx="2455887" cy="1473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Оценка безопасности: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основная цель – убедиться, что БПТС способны безопасно функционировать в различных дорожных условиях, не представляя угрозы для пассажиров, пешеходов и других участников дорожного движения.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3980" y="1679"/>
        <a:ext cx="2455887" cy="1473532"/>
      </dsp:txXfrm>
    </dsp:sp>
    <dsp:sp modelId="{F8D9531F-CEB5-4623-9CC4-3C1D0FD0D20F}">
      <dsp:nvSpPr>
        <dsp:cNvPr id="0" name=""/>
        <dsp:cNvSpPr/>
      </dsp:nvSpPr>
      <dsp:spPr>
        <a:xfrm>
          <a:off x="3115456" y="1679"/>
          <a:ext cx="2455887" cy="1473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Проверка надежности: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определение способности БПТС стабильно и предсказуемо работать в течение длительного времени, при различных условиях окружающей среды и трафика.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115456" y="1679"/>
        <a:ext cx="2455887" cy="1473532"/>
      </dsp:txXfrm>
    </dsp:sp>
    <dsp:sp modelId="{618AA7A4-C2AC-46E6-BEF0-08D74647FFFA}">
      <dsp:nvSpPr>
        <dsp:cNvPr id="0" name=""/>
        <dsp:cNvSpPr/>
      </dsp:nvSpPr>
      <dsp:spPr>
        <a:xfrm>
          <a:off x="5816932" y="1679"/>
          <a:ext cx="2455887" cy="1473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Оценка производительности: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определение эффективности БПТС с точки зрения скорости, экономичности и пропускной способности трафика.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816932" y="1679"/>
        <a:ext cx="2455887" cy="1473532"/>
      </dsp:txXfrm>
    </dsp:sp>
    <dsp:sp modelId="{6F2D7A12-6544-4648-AB76-401D4830B03D}">
      <dsp:nvSpPr>
        <dsp:cNvPr id="0" name=""/>
        <dsp:cNvSpPr/>
      </dsp:nvSpPr>
      <dsp:spPr>
        <a:xfrm>
          <a:off x="413980" y="1720800"/>
          <a:ext cx="2455887" cy="1473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err="1" smtClean="0">
              <a:latin typeface="Times New Roman" pitchFamily="18" charset="0"/>
              <a:cs typeface="Times New Roman" pitchFamily="18" charset="0"/>
            </a:rPr>
            <a:t>Валидация</a:t>
          </a: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 алгоритмов и программного обеспечения: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проверка корректности работы алгоритмов управления, обработки данных с сенсоров и принятия решений в различных ситуациях.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3980" y="1720800"/>
        <a:ext cx="2455887" cy="1473532"/>
      </dsp:txXfrm>
    </dsp:sp>
    <dsp:sp modelId="{B17D412B-0592-4FBE-8201-25AE4144C576}">
      <dsp:nvSpPr>
        <dsp:cNvPr id="0" name=""/>
        <dsp:cNvSpPr/>
      </dsp:nvSpPr>
      <dsp:spPr>
        <a:xfrm>
          <a:off x="3115456" y="1720800"/>
          <a:ext cx="2455887" cy="1473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Изучение взаимодействия с другими участниками дорожного движения: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оценка влияния БПТС на поведение водителей обычных автомобилей, пешеходов и велосипедистов.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115456" y="1720800"/>
        <a:ext cx="2455887" cy="1473532"/>
      </dsp:txXfrm>
    </dsp:sp>
    <dsp:sp modelId="{A1C0A9DD-122F-4931-924A-52C1E7904751}">
      <dsp:nvSpPr>
        <dsp:cNvPr id="0" name=""/>
        <dsp:cNvSpPr/>
      </dsp:nvSpPr>
      <dsp:spPr>
        <a:xfrm>
          <a:off x="5816932" y="1720800"/>
          <a:ext cx="2455887" cy="1473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Оценка удобства использования: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оценка удобства и понятности интерфейса, а также общего пользовательского опыта пассажиров.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816932" y="1720800"/>
        <a:ext cx="2455887" cy="1473532"/>
      </dsp:txXfrm>
    </dsp:sp>
    <dsp:sp modelId="{84AD423D-4587-4A72-A75C-AC0340ADFC54}">
      <dsp:nvSpPr>
        <dsp:cNvPr id="0" name=""/>
        <dsp:cNvSpPr/>
      </dsp:nvSpPr>
      <dsp:spPr>
        <a:xfrm>
          <a:off x="3115456" y="3439921"/>
          <a:ext cx="2455887" cy="1473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Сбор данных для дальнейшего развития: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сбор данных о поведении БПТС в различных ситуациях для последующей оптимизации и улучшения алгоритмов управления.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115456" y="3439921"/>
        <a:ext cx="2455887" cy="1473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1AF2-1D7C-4FAA-A637-B1AE70359A82}">
      <dsp:nvSpPr>
        <dsp:cNvPr id="0" name=""/>
        <dsp:cNvSpPr/>
      </dsp:nvSpPr>
      <dsp:spPr>
        <a:xfrm>
          <a:off x="0" y="105068"/>
          <a:ext cx="2617751" cy="26956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Количество ДТП и инцидентов.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05068"/>
        <a:ext cx="2617751" cy="2695692"/>
      </dsp:txXfrm>
    </dsp:sp>
    <dsp:sp modelId="{179ED847-6D85-49D7-B2C4-9E37E6D7BD3D}">
      <dsp:nvSpPr>
        <dsp:cNvPr id="0" name=""/>
        <dsp:cNvSpPr/>
      </dsp:nvSpPr>
      <dsp:spPr>
        <a:xfrm>
          <a:off x="2879526" y="105068"/>
          <a:ext cx="2617751" cy="26956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Соблюдение правил дорожного движения.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879526" y="105068"/>
        <a:ext cx="2617751" cy="2695692"/>
      </dsp:txXfrm>
    </dsp:sp>
    <dsp:sp modelId="{96D2215F-13A4-43DD-BD93-CB75CDC9C254}">
      <dsp:nvSpPr>
        <dsp:cNvPr id="0" name=""/>
        <dsp:cNvSpPr/>
      </dsp:nvSpPr>
      <dsp:spPr>
        <a:xfrm>
          <a:off x="5759053" y="105068"/>
          <a:ext cx="2617751" cy="26956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Реакция на аварийные ситуации (экстренное торможение, объезд препятствий).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759053" y="105068"/>
        <a:ext cx="2617751" cy="2695692"/>
      </dsp:txXfrm>
    </dsp:sp>
    <dsp:sp modelId="{4C73949D-4705-4E50-A539-B6B69D47C7BC}">
      <dsp:nvSpPr>
        <dsp:cNvPr id="0" name=""/>
        <dsp:cNvSpPr/>
      </dsp:nvSpPr>
      <dsp:spPr>
        <a:xfrm>
          <a:off x="156842" y="3062535"/>
          <a:ext cx="4194946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Безопасное взаимодействие с пешеходами, велосипедистами и другими транспортными средствами.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56842" y="3062535"/>
        <a:ext cx="4194946" cy="1570650"/>
      </dsp:txXfrm>
    </dsp:sp>
    <dsp:sp modelId="{2DE1D8EC-39A3-4E4C-BB95-721C8567A8E1}">
      <dsp:nvSpPr>
        <dsp:cNvPr id="0" name=""/>
        <dsp:cNvSpPr/>
      </dsp:nvSpPr>
      <dsp:spPr>
        <a:xfrm>
          <a:off x="4613564" y="3062535"/>
          <a:ext cx="3606397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Устойчивость к отказам оборудования и программного обеспечения.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13564" y="3062535"/>
        <a:ext cx="3606397" cy="1570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1AF2-1D7C-4FAA-A637-B1AE70359A82}">
      <dsp:nvSpPr>
        <dsp:cNvPr id="0" name=""/>
        <dsp:cNvSpPr/>
      </dsp:nvSpPr>
      <dsp:spPr>
        <a:xfrm>
          <a:off x="0" y="169488"/>
          <a:ext cx="2617751" cy="2185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Среднее время между отказами (MTBF).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69488"/>
        <a:ext cx="2617751" cy="2185388"/>
      </dsp:txXfrm>
    </dsp:sp>
    <dsp:sp modelId="{B38D2DEB-89CD-4DC4-BDF8-5D8A1ACFEACF}">
      <dsp:nvSpPr>
        <dsp:cNvPr id="0" name=""/>
        <dsp:cNvSpPr/>
      </dsp:nvSpPr>
      <dsp:spPr>
        <a:xfrm>
          <a:off x="2879526" y="141774"/>
          <a:ext cx="2617751" cy="22408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Доступность системы (</a:t>
          </a:r>
          <a:r>
            <a:rPr lang="en-US" sz="2400" kern="1200" dirty="0" smtClean="0">
              <a:latin typeface="Times New Roman" pitchFamily="18" charset="0"/>
              <a:cs typeface="Times New Roman" pitchFamily="18" charset="0"/>
            </a:rPr>
            <a:t>uptime).</a:t>
          </a:r>
          <a:endParaRPr lang="ru-RU" sz="2400" kern="1200" dirty="0" smtClean="0">
            <a:latin typeface="Times New Roman" pitchFamily="18" charset="0"/>
            <a:cs typeface="Times New Roman" pitchFamily="18" charset="0"/>
          </a:endParaRPr>
        </a:p>
      </dsp:txBody>
      <dsp:txXfrm>
        <a:off x="2879526" y="141774"/>
        <a:ext cx="2617751" cy="2240816"/>
      </dsp:txXfrm>
    </dsp:sp>
    <dsp:sp modelId="{0510864A-891C-4871-ACD1-9274CA5C895F}">
      <dsp:nvSpPr>
        <dsp:cNvPr id="0" name=""/>
        <dsp:cNvSpPr/>
      </dsp:nvSpPr>
      <dsp:spPr>
        <a:xfrm>
          <a:off x="5759053" y="141774"/>
          <a:ext cx="2617751" cy="22408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Точность и стабильность работы сенсоров и навигационных систем.</a:t>
          </a:r>
        </a:p>
      </dsp:txBody>
      <dsp:txXfrm>
        <a:off x="5759053" y="141774"/>
        <a:ext cx="2617751" cy="2240816"/>
      </dsp:txXfrm>
    </dsp:sp>
    <dsp:sp modelId="{495DC105-8285-4BD9-A8DA-E6DAE29AF1FC}">
      <dsp:nvSpPr>
        <dsp:cNvPr id="0" name=""/>
        <dsp:cNvSpPr/>
      </dsp:nvSpPr>
      <dsp:spPr>
        <a:xfrm>
          <a:off x="858988" y="2644365"/>
          <a:ext cx="3779300" cy="1952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Устойчивость к помехам и внешним воздействиям (погодные условия, электромагнитные поля).</a:t>
          </a:r>
        </a:p>
      </dsp:txBody>
      <dsp:txXfrm>
        <a:off x="858988" y="2644365"/>
        <a:ext cx="3779300" cy="1952114"/>
      </dsp:txXfrm>
    </dsp:sp>
    <dsp:sp modelId="{717557F9-A374-4BB7-A224-10695E532434}">
      <dsp:nvSpPr>
        <dsp:cNvPr id="0" name=""/>
        <dsp:cNvSpPr/>
      </dsp:nvSpPr>
      <dsp:spPr>
        <a:xfrm>
          <a:off x="4900064" y="2644365"/>
          <a:ext cx="2617751" cy="1952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Способность к самодиагностике и восстановлению после сбоев.</a:t>
          </a:r>
        </a:p>
      </dsp:txBody>
      <dsp:txXfrm>
        <a:off x="4900064" y="2644365"/>
        <a:ext cx="2617751" cy="19521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1AF2-1D7C-4FAA-A637-B1AE70359A82}">
      <dsp:nvSpPr>
        <dsp:cNvPr id="0" name=""/>
        <dsp:cNvSpPr/>
      </dsp:nvSpPr>
      <dsp:spPr>
        <a:xfrm>
          <a:off x="0" y="360220"/>
          <a:ext cx="2617751" cy="2185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Средняя скорость движения.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360220"/>
        <a:ext cx="2617751" cy="2185388"/>
      </dsp:txXfrm>
    </dsp:sp>
    <dsp:sp modelId="{20374F95-4147-434D-AD73-9905AA269F9A}">
      <dsp:nvSpPr>
        <dsp:cNvPr id="0" name=""/>
        <dsp:cNvSpPr/>
      </dsp:nvSpPr>
      <dsp:spPr>
        <a:xfrm>
          <a:off x="2879526" y="667588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Расход энергии или топлива.</a:t>
          </a:r>
        </a:p>
      </dsp:txBody>
      <dsp:txXfrm>
        <a:off x="2879526" y="667588"/>
        <a:ext cx="2617751" cy="1570650"/>
      </dsp:txXfrm>
    </dsp:sp>
    <dsp:sp modelId="{11F30DDD-9770-48D1-A1F2-A8E934FDA81C}">
      <dsp:nvSpPr>
        <dsp:cNvPr id="0" name=""/>
        <dsp:cNvSpPr/>
      </dsp:nvSpPr>
      <dsp:spPr>
        <a:xfrm>
          <a:off x="5759053" y="667588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Пропускная способность трафика.</a:t>
          </a:r>
        </a:p>
      </dsp:txBody>
      <dsp:txXfrm>
        <a:off x="5759053" y="667588"/>
        <a:ext cx="2617751" cy="1570650"/>
      </dsp:txXfrm>
    </dsp:sp>
    <dsp:sp modelId="{6F0AD5C9-BA04-4A43-BD26-252061D7A68A}">
      <dsp:nvSpPr>
        <dsp:cNvPr id="0" name=""/>
        <dsp:cNvSpPr/>
      </dsp:nvSpPr>
      <dsp:spPr>
        <a:xfrm>
          <a:off x="1439763" y="2807383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Время реакции на изменение дорожной обстановки.</a:t>
          </a:r>
        </a:p>
      </dsp:txBody>
      <dsp:txXfrm>
        <a:off x="1439763" y="2807383"/>
        <a:ext cx="2617751" cy="1570650"/>
      </dsp:txXfrm>
    </dsp:sp>
    <dsp:sp modelId="{AFF4E8E8-EEC5-440D-9216-1A5B78C065C8}">
      <dsp:nvSpPr>
        <dsp:cNvPr id="0" name=""/>
        <dsp:cNvSpPr/>
      </dsp:nvSpPr>
      <dsp:spPr>
        <a:xfrm>
          <a:off x="4319290" y="2807383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Оптимизация маршрута и стиля вождения.</a:t>
          </a:r>
        </a:p>
      </dsp:txBody>
      <dsp:txXfrm>
        <a:off x="4319290" y="2807383"/>
        <a:ext cx="2617751" cy="15706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1AF2-1D7C-4FAA-A637-B1AE70359A82}">
      <dsp:nvSpPr>
        <dsp:cNvPr id="0" name=""/>
        <dsp:cNvSpPr/>
      </dsp:nvSpPr>
      <dsp:spPr>
        <a:xfrm>
          <a:off x="0" y="667588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smtClean="0">
              <a:latin typeface="Times New Roman" pitchFamily="18" charset="0"/>
              <a:cs typeface="Times New Roman" pitchFamily="18" charset="0"/>
            </a:rPr>
            <a:t>Удобство и понятность интерфейса пользователя.</a:t>
          </a:r>
          <a:endParaRPr lang="ru-RU" sz="2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67588"/>
        <a:ext cx="2617751" cy="1570650"/>
      </dsp:txXfrm>
    </dsp:sp>
    <dsp:sp modelId="{5859EDC6-3415-44EE-A2C7-F274F6EF4431}">
      <dsp:nvSpPr>
        <dsp:cNvPr id="0" name=""/>
        <dsp:cNvSpPr/>
      </dsp:nvSpPr>
      <dsp:spPr>
        <a:xfrm>
          <a:off x="2879526" y="667588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>
              <a:latin typeface="Times New Roman" pitchFamily="18" charset="0"/>
              <a:cs typeface="Times New Roman" pitchFamily="18" charset="0"/>
            </a:rPr>
            <a:t>Легкость настройки и управления.</a:t>
          </a:r>
        </a:p>
      </dsp:txBody>
      <dsp:txXfrm>
        <a:off x="2879526" y="667588"/>
        <a:ext cx="2617751" cy="1570650"/>
      </dsp:txXfrm>
    </dsp:sp>
    <dsp:sp modelId="{E2C65080-3AA6-478F-88C7-E4739237EC4F}">
      <dsp:nvSpPr>
        <dsp:cNvPr id="0" name=""/>
        <dsp:cNvSpPr/>
      </dsp:nvSpPr>
      <dsp:spPr>
        <a:xfrm>
          <a:off x="5759053" y="667588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>
              <a:latin typeface="Times New Roman" pitchFamily="18" charset="0"/>
              <a:cs typeface="Times New Roman" pitchFamily="18" charset="0"/>
            </a:rPr>
            <a:t>Комфорт для пассажиров.</a:t>
          </a:r>
        </a:p>
      </dsp:txBody>
      <dsp:txXfrm>
        <a:off x="5759053" y="667588"/>
        <a:ext cx="2617751" cy="1570650"/>
      </dsp:txXfrm>
    </dsp:sp>
    <dsp:sp modelId="{837208AB-36AD-4257-A4B2-4A0F54DFEC91}">
      <dsp:nvSpPr>
        <dsp:cNvPr id="0" name=""/>
        <dsp:cNvSpPr/>
      </dsp:nvSpPr>
      <dsp:spPr>
        <a:xfrm>
          <a:off x="1439763" y="2500015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>
              <a:latin typeface="Times New Roman" pitchFamily="18" charset="0"/>
              <a:cs typeface="Times New Roman" pitchFamily="18" charset="0"/>
            </a:rPr>
            <a:t>Способность адаптироваться к предпочтениям пользователя.</a:t>
          </a:r>
        </a:p>
      </dsp:txBody>
      <dsp:txXfrm>
        <a:off x="1439763" y="2500015"/>
        <a:ext cx="2617751" cy="1570650"/>
      </dsp:txXfrm>
    </dsp:sp>
    <dsp:sp modelId="{5AA247FC-BBB5-4025-B302-ECA0CDA3FEDD}">
      <dsp:nvSpPr>
        <dsp:cNvPr id="0" name=""/>
        <dsp:cNvSpPr/>
      </dsp:nvSpPr>
      <dsp:spPr>
        <a:xfrm>
          <a:off x="4319290" y="2500015"/>
          <a:ext cx="2617751" cy="15706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>
              <a:latin typeface="Times New Roman" pitchFamily="18" charset="0"/>
              <a:cs typeface="Times New Roman" pitchFamily="18" charset="0"/>
            </a:rPr>
            <a:t>Интеграция с другими сервисами и устройствами.</a:t>
          </a:r>
        </a:p>
      </dsp:txBody>
      <dsp:txXfrm>
        <a:off x="4319290" y="2500015"/>
        <a:ext cx="2617751" cy="15706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1AF2-1D7C-4FAA-A637-B1AE70359A82}">
      <dsp:nvSpPr>
        <dsp:cNvPr id="0" name=""/>
        <dsp:cNvSpPr/>
      </dsp:nvSpPr>
      <dsp:spPr>
        <a:xfrm>
          <a:off x="0" y="690968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Четкая и хорошо видимая дорожная разметка: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необходима для обеспечения точного определения полосы движения.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90968"/>
        <a:ext cx="2753590" cy="1652154"/>
      </dsp:txXfrm>
    </dsp:sp>
    <dsp:sp modelId="{774D4E45-429E-480B-A503-3CF182C24856}">
      <dsp:nvSpPr>
        <dsp:cNvPr id="0" name=""/>
        <dsp:cNvSpPr/>
      </dsp:nvSpPr>
      <dsp:spPr>
        <a:xfrm>
          <a:off x="3028949" y="690968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Стандартизированные и легко распознаваемые дорожные знаки: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для правильной интерпретации дорожной обстановки.</a:t>
          </a:r>
        </a:p>
      </dsp:txBody>
      <dsp:txXfrm>
        <a:off x="3028949" y="690968"/>
        <a:ext cx="2753590" cy="1652154"/>
      </dsp:txXfrm>
    </dsp:sp>
    <dsp:sp modelId="{1B28560F-A563-414C-9D9D-A31FDFD8FF8C}">
      <dsp:nvSpPr>
        <dsp:cNvPr id="0" name=""/>
        <dsp:cNvSpPr/>
      </dsp:nvSpPr>
      <dsp:spPr>
        <a:xfrm>
          <a:off x="6057899" y="690968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Качественное дорожное покрытие: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для обеспечения надежной работы сенсоров и навигационных систем.</a:t>
          </a:r>
        </a:p>
      </dsp:txBody>
      <dsp:txXfrm>
        <a:off x="6057899" y="690968"/>
        <a:ext cx="2753590" cy="1652154"/>
      </dsp:txXfrm>
    </dsp:sp>
    <dsp:sp modelId="{B8A2F422-E45E-4907-BAB0-7121FB714E3F}">
      <dsp:nvSpPr>
        <dsp:cNvPr id="0" name=""/>
        <dsp:cNvSpPr/>
      </dsp:nvSpPr>
      <dsp:spPr>
        <a:xfrm>
          <a:off x="0" y="2618482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Надежная связь: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для обмена данными между БПТС, инфраструктурой и другими участниками дорожного движения.</a:t>
          </a:r>
        </a:p>
      </dsp:txBody>
      <dsp:txXfrm>
        <a:off x="0" y="2618482"/>
        <a:ext cx="2753590" cy="1652154"/>
      </dsp:txXfrm>
    </dsp:sp>
    <dsp:sp modelId="{8B0B37EB-1D44-4D5A-BA02-16D2C066EFA3}">
      <dsp:nvSpPr>
        <dsp:cNvPr id="0" name=""/>
        <dsp:cNvSpPr/>
      </dsp:nvSpPr>
      <dsp:spPr>
        <a:xfrm>
          <a:off x="3028949" y="2618482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Точная и актуальная картографическая информация: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для обеспечения точной навигации и планирования маршрута.</a:t>
          </a:r>
        </a:p>
      </dsp:txBody>
      <dsp:txXfrm>
        <a:off x="3028949" y="2618482"/>
        <a:ext cx="2753590" cy="1652154"/>
      </dsp:txXfrm>
    </dsp:sp>
    <dsp:sp modelId="{EFBBCEB5-1F09-434D-BF61-CEBB430BCB69}">
      <dsp:nvSpPr>
        <dsp:cNvPr id="0" name=""/>
        <dsp:cNvSpPr/>
      </dsp:nvSpPr>
      <dsp:spPr>
        <a:xfrm>
          <a:off x="6057899" y="2618482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Устойчивость к погодным условиям: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дороги и знаки должны быть хорошо видимы в любых погодных условиях.</a:t>
          </a:r>
        </a:p>
      </dsp:txBody>
      <dsp:txXfrm>
        <a:off x="6057899" y="2618482"/>
        <a:ext cx="2753590" cy="16521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1AF2-1D7C-4FAA-A637-B1AE70359A82}">
      <dsp:nvSpPr>
        <dsp:cNvPr id="0" name=""/>
        <dsp:cNvSpPr/>
      </dsp:nvSpPr>
      <dsp:spPr>
        <a:xfrm>
          <a:off x="0" y="620857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Улучшение дорожной разметки и знаков.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20857"/>
        <a:ext cx="2753590" cy="1652154"/>
      </dsp:txXfrm>
    </dsp:sp>
    <dsp:sp modelId="{7C758ED5-547E-46FE-A6B4-35CE0D8A98EA}">
      <dsp:nvSpPr>
        <dsp:cNvPr id="0" name=""/>
        <dsp:cNvSpPr/>
      </dsp:nvSpPr>
      <dsp:spPr>
        <a:xfrm>
          <a:off x="3028949" y="620857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Установка дополнительных датчиков и сенсоров.</a:t>
          </a:r>
        </a:p>
      </dsp:txBody>
      <dsp:txXfrm>
        <a:off x="3028949" y="620857"/>
        <a:ext cx="2753590" cy="1652154"/>
      </dsp:txXfrm>
    </dsp:sp>
    <dsp:sp modelId="{BC34A21D-D25C-4B2A-B72B-B9D9744521F9}">
      <dsp:nvSpPr>
        <dsp:cNvPr id="0" name=""/>
        <dsp:cNvSpPr/>
      </dsp:nvSpPr>
      <dsp:spPr>
        <a:xfrm>
          <a:off x="6057899" y="620857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Модернизация систем связи.</a:t>
          </a:r>
        </a:p>
      </dsp:txBody>
      <dsp:txXfrm>
        <a:off x="6057899" y="620857"/>
        <a:ext cx="2753590" cy="1652154"/>
      </dsp:txXfrm>
    </dsp:sp>
    <dsp:sp modelId="{48196FC3-53AC-4981-9DA7-5A17186A6DA7}">
      <dsp:nvSpPr>
        <dsp:cNvPr id="0" name=""/>
        <dsp:cNvSpPr/>
      </dsp:nvSpPr>
      <dsp:spPr>
        <a:xfrm>
          <a:off x="1514474" y="2548370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Обновление картографической информации.</a:t>
          </a:r>
        </a:p>
      </dsp:txBody>
      <dsp:txXfrm>
        <a:off x="1514474" y="2548370"/>
        <a:ext cx="2753590" cy="1652154"/>
      </dsp:txXfrm>
    </dsp:sp>
    <dsp:sp modelId="{5672F79F-1D88-4D68-A342-D40DAE7167C7}">
      <dsp:nvSpPr>
        <dsp:cNvPr id="0" name=""/>
        <dsp:cNvSpPr/>
      </dsp:nvSpPr>
      <dsp:spPr>
        <a:xfrm>
          <a:off x="4543424" y="2548370"/>
          <a:ext cx="2753590" cy="1652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Реализация мер по обеспечению кибербезопасности инфраструктуры.</a:t>
          </a:r>
        </a:p>
      </dsp:txBody>
      <dsp:txXfrm>
        <a:off x="4543424" y="2548370"/>
        <a:ext cx="2753590" cy="1652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1AF2-1D7C-4FAA-A637-B1AE70359A82}">
      <dsp:nvSpPr>
        <dsp:cNvPr id="0" name=""/>
        <dsp:cNvSpPr/>
      </dsp:nvSpPr>
      <dsp:spPr>
        <a:xfrm>
          <a:off x="511565" y="8"/>
          <a:ext cx="3708742" cy="222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Интеграция дорожной инфраструктуры с интеллектуальными транспортными системами.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11565" y="8"/>
        <a:ext cx="3708742" cy="2225245"/>
      </dsp:txXfrm>
    </dsp:sp>
    <dsp:sp modelId="{E1FF6388-EE33-4058-AC4D-6E4BD0191FBD}">
      <dsp:nvSpPr>
        <dsp:cNvPr id="0" name=""/>
        <dsp:cNvSpPr/>
      </dsp:nvSpPr>
      <dsp:spPr>
        <a:xfrm>
          <a:off x="4591182" y="8"/>
          <a:ext cx="3708742" cy="222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Использование технологий V2X (Vehicle-to-Everything) для обмена данными между автомобилями, инфраструктурой и другими участниками дорожного движения.</a:t>
          </a:r>
        </a:p>
      </dsp:txBody>
      <dsp:txXfrm>
        <a:off x="4591182" y="8"/>
        <a:ext cx="3708742" cy="2225245"/>
      </dsp:txXfrm>
    </dsp:sp>
    <dsp:sp modelId="{EC29F045-785F-4308-9271-CD756F9BC14F}">
      <dsp:nvSpPr>
        <dsp:cNvPr id="0" name=""/>
        <dsp:cNvSpPr/>
      </dsp:nvSpPr>
      <dsp:spPr>
        <a:xfrm>
          <a:off x="511565" y="2596128"/>
          <a:ext cx="3708742" cy="222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Установка "умных" светофоров, которые адаптируются к условиям трафика и оптимизируют движение ВАТС.</a:t>
          </a:r>
        </a:p>
      </dsp:txBody>
      <dsp:txXfrm>
        <a:off x="511565" y="2596128"/>
        <a:ext cx="3708742" cy="2225245"/>
      </dsp:txXfrm>
    </dsp:sp>
    <dsp:sp modelId="{B43BCC96-2CA8-4F8D-92A0-6C4E9C6435EC}">
      <dsp:nvSpPr>
        <dsp:cNvPr id="0" name=""/>
        <dsp:cNvSpPr/>
      </dsp:nvSpPr>
      <dsp:spPr>
        <a:xfrm>
          <a:off x="4591182" y="2596128"/>
          <a:ext cx="3708742" cy="222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Создание цифровых двойников городов для моделирования и оптимизации работы транспортной системы.</a:t>
          </a:r>
        </a:p>
      </dsp:txBody>
      <dsp:txXfrm>
        <a:off x="4591182" y="2596128"/>
        <a:ext cx="3708742" cy="22252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1D284C-FBCE-482B-9D22-514464EBDC97}">
      <dsp:nvSpPr>
        <dsp:cNvPr id="0" name=""/>
        <dsp:cNvSpPr/>
      </dsp:nvSpPr>
      <dsp:spPr>
        <a:xfrm>
          <a:off x="0" y="272507"/>
          <a:ext cx="839736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0788AF-9D26-414F-9B7F-5AF0EC283D31}">
      <dsp:nvSpPr>
        <dsp:cNvPr id="0" name=""/>
        <dsp:cNvSpPr/>
      </dsp:nvSpPr>
      <dsp:spPr>
        <a:xfrm>
          <a:off x="419868" y="36347"/>
          <a:ext cx="5878154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Анализ требований и спецификаций ПО.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2925" y="59404"/>
        <a:ext cx="5832040" cy="426206"/>
      </dsp:txXfrm>
    </dsp:sp>
    <dsp:sp modelId="{3D63709C-7D43-4C77-B432-42FE1919DAFE}">
      <dsp:nvSpPr>
        <dsp:cNvPr id="0" name=""/>
        <dsp:cNvSpPr/>
      </dsp:nvSpPr>
      <dsp:spPr>
        <a:xfrm>
          <a:off x="0" y="1204567"/>
          <a:ext cx="839736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E013DE-8852-406E-AD8F-7A27A32BE85D}">
      <dsp:nvSpPr>
        <dsp:cNvPr id="0" name=""/>
        <dsp:cNvSpPr/>
      </dsp:nvSpPr>
      <dsp:spPr>
        <a:xfrm>
          <a:off x="419868" y="762107"/>
          <a:ext cx="5878154" cy="6786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Тестирование на соответствие функциональным и безопасным требованиям (включая моделирование критических сценариев).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2995" y="795234"/>
        <a:ext cx="5811900" cy="612365"/>
      </dsp:txXfrm>
    </dsp:sp>
    <dsp:sp modelId="{4638C859-17E5-4C73-B122-130E29608770}">
      <dsp:nvSpPr>
        <dsp:cNvPr id="0" name=""/>
        <dsp:cNvSpPr/>
      </dsp:nvSpPr>
      <dsp:spPr>
        <a:xfrm>
          <a:off x="0" y="1930327"/>
          <a:ext cx="839736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679DC-A0AE-4885-836C-9C264794926D}">
      <dsp:nvSpPr>
        <dsp:cNvPr id="0" name=""/>
        <dsp:cNvSpPr/>
      </dsp:nvSpPr>
      <dsp:spPr>
        <a:xfrm>
          <a:off x="419868" y="1694167"/>
          <a:ext cx="5878154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Проверка надёжности и отказоустойчивости (например, поведение системы при потере сигнала GPS).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42925" y="1717224"/>
        <a:ext cx="5832040" cy="426206"/>
      </dsp:txXfrm>
    </dsp:sp>
    <dsp:sp modelId="{1296C42E-061B-47B5-839B-91143ACDE87B}">
      <dsp:nvSpPr>
        <dsp:cNvPr id="0" name=""/>
        <dsp:cNvSpPr/>
      </dsp:nvSpPr>
      <dsp:spPr>
        <a:xfrm>
          <a:off x="0" y="2656087"/>
          <a:ext cx="839736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4EDC2-0EC3-4870-A803-1CCF7539328E}">
      <dsp:nvSpPr>
        <dsp:cNvPr id="0" name=""/>
        <dsp:cNvSpPr/>
      </dsp:nvSpPr>
      <dsp:spPr>
        <a:xfrm>
          <a:off x="419868" y="2419927"/>
          <a:ext cx="5878154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Оценка кибербезопасности (защита от несанкционированного доступа, вредоносного ПО).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42925" y="2442984"/>
        <a:ext cx="5832040" cy="426206"/>
      </dsp:txXfrm>
    </dsp:sp>
    <dsp:sp modelId="{6507647B-DCA6-40ED-B531-4CFDBB8EFF5D}">
      <dsp:nvSpPr>
        <dsp:cNvPr id="0" name=""/>
        <dsp:cNvSpPr/>
      </dsp:nvSpPr>
      <dsp:spPr>
        <a:xfrm>
          <a:off x="0" y="3583674"/>
          <a:ext cx="839736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E321D-AED1-4C1F-A106-B0EC73F9333D}">
      <dsp:nvSpPr>
        <dsp:cNvPr id="0" name=""/>
        <dsp:cNvSpPr/>
      </dsp:nvSpPr>
      <dsp:spPr>
        <a:xfrm>
          <a:off x="419868" y="3145687"/>
          <a:ext cx="5878154" cy="6741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Проверка взаимодействия с другими системами (наземные станции управления, системы управления воздушным движением).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2777" y="3178596"/>
        <a:ext cx="5812336" cy="608329"/>
      </dsp:txXfrm>
    </dsp:sp>
    <dsp:sp modelId="{F2B552FA-60F5-403D-9237-794C580D5417}">
      <dsp:nvSpPr>
        <dsp:cNvPr id="0" name=""/>
        <dsp:cNvSpPr/>
      </dsp:nvSpPr>
      <dsp:spPr>
        <a:xfrm>
          <a:off x="0" y="4309434"/>
          <a:ext cx="839736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DC230-3714-473A-A894-EB2AD7673034}">
      <dsp:nvSpPr>
        <dsp:cNvPr id="0" name=""/>
        <dsp:cNvSpPr/>
      </dsp:nvSpPr>
      <dsp:spPr>
        <a:xfrm>
          <a:off x="419868" y="4073274"/>
          <a:ext cx="5878154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Документирование результатов и оформление сертификата соответствия.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42925" y="4096331"/>
        <a:ext cx="5832040" cy="42620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2755E-9FBD-4F43-8742-A2AC9D5C605C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отсутствие узкоспециализированных стандартов для ПО автономной навигации;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44" y="145603"/>
        <a:ext cx="2902148" cy="1741289"/>
      </dsp:txXfrm>
    </dsp:sp>
    <dsp:sp modelId="{75C3328C-5BBF-4F55-806C-D25C4B3A00C6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сложность оценки надёжности в условиях неопределённости;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3193107" y="145603"/>
        <a:ext cx="2902148" cy="1741289"/>
      </dsp:txXfrm>
    </dsp:sp>
    <dsp:sp modelId="{4AB78FC6-6EA6-493A-A0AD-F9DC9C077B17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интеграция с разнородными системами;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744" y="2177107"/>
        <a:ext cx="2902148" cy="1741289"/>
      </dsp:txXfrm>
    </dsp:sp>
    <dsp:sp modelId="{C20C7C5E-CB1A-4C61-B5DB-ABBB324CA000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обеспечение кибербезопасности.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3193107" y="2177107"/>
        <a:ext cx="2902148" cy="174128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8486E-92C0-472A-8AAF-779A3F111D65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датчики высоты, скорости, ускорения (IMU);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44" y="145603"/>
        <a:ext cx="2902148" cy="1741289"/>
      </dsp:txXfrm>
    </dsp:sp>
    <dsp:sp modelId="{7D87829F-4B92-4BA5-A140-AACF004E06A5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сенсоры обнаружения препятствий (лидары, радары, камеры);</a:t>
          </a:r>
          <a:endParaRPr lang="ru-RU" sz="2300" kern="1200">
            <a:latin typeface="Times New Roman" pitchFamily="18" charset="0"/>
            <a:cs typeface="Times New Roman" pitchFamily="18" charset="0"/>
          </a:endParaRPr>
        </a:p>
      </dsp:txBody>
      <dsp:txXfrm>
        <a:off x="3193107" y="145603"/>
        <a:ext cx="2902148" cy="1741289"/>
      </dsp:txXfrm>
    </dsp:sp>
    <dsp:sp modelId="{3D179EFF-C0C9-4CC5-871E-AB3B8ECC3470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датчики ориентации и навигации (GPS, ГЛОНАСС, компасы);</a:t>
          </a:r>
          <a:endParaRPr lang="ru-RU" sz="2300" kern="1200">
            <a:latin typeface="Times New Roman" pitchFamily="18" charset="0"/>
            <a:cs typeface="Times New Roman" pitchFamily="18" charset="0"/>
          </a:endParaRPr>
        </a:p>
      </dsp:txBody>
      <dsp:txXfrm>
        <a:off x="744" y="2177107"/>
        <a:ext cx="2902148" cy="1741289"/>
      </dsp:txXfrm>
    </dsp:sp>
    <dsp:sp modelId="{E7A2CDD1-E44A-42B0-9FB4-DD16644E88F2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сенсоры состояния бортовых систем (температуры, давления, заряда батареи).</a:t>
          </a:r>
          <a:endParaRPr lang="ru-RU" sz="2300" kern="1200">
            <a:latin typeface="Times New Roman" pitchFamily="18" charset="0"/>
            <a:cs typeface="Times New Roman" pitchFamily="18" charset="0"/>
          </a:endParaRPr>
        </a:p>
      </dsp:txBody>
      <dsp:txXfrm>
        <a:off x="3193107" y="2177107"/>
        <a:ext cx="2902148" cy="174128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DEBBB-E78B-4141-82E5-8F48F1B8761C}">
      <dsp:nvSpPr>
        <dsp:cNvPr id="0" name=""/>
        <dsp:cNvSpPr/>
      </dsp:nvSpPr>
      <dsp:spPr>
        <a:xfrm>
          <a:off x="0" y="420277"/>
          <a:ext cx="2479572" cy="1487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точность и стабильность показаний в заявленном диапазоне условий;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420277"/>
        <a:ext cx="2479572" cy="1487743"/>
      </dsp:txXfrm>
    </dsp:sp>
    <dsp:sp modelId="{B9D8439A-998B-4135-9734-6EB63885D261}">
      <dsp:nvSpPr>
        <dsp:cNvPr id="0" name=""/>
        <dsp:cNvSpPr/>
      </dsp:nvSpPr>
      <dsp:spPr>
        <a:xfrm>
          <a:off x="2727529" y="420277"/>
          <a:ext cx="2479572" cy="1487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устойчивость к вибрациям, температурным перепадам, электромагнитным помехам;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2727529" y="420277"/>
        <a:ext cx="2479572" cy="1487743"/>
      </dsp:txXfrm>
    </dsp:sp>
    <dsp:sp modelId="{9B647827-9686-4E90-9977-30EA57852A6E}">
      <dsp:nvSpPr>
        <dsp:cNvPr id="0" name=""/>
        <dsp:cNvSpPr/>
      </dsp:nvSpPr>
      <dsp:spPr>
        <a:xfrm>
          <a:off x="5455059" y="420277"/>
          <a:ext cx="2479572" cy="1487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соответствие ТР ТС;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5455059" y="420277"/>
        <a:ext cx="2479572" cy="1487743"/>
      </dsp:txXfrm>
    </dsp:sp>
    <dsp:sp modelId="{9745FADB-876D-44BB-9F59-98E4C3488FB2}">
      <dsp:nvSpPr>
        <dsp:cNvPr id="0" name=""/>
        <dsp:cNvSpPr/>
      </dsp:nvSpPr>
      <dsp:spPr>
        <a:xfrm>
          <a:off x="1363764" y="2155978"/>
          <a:ext cx="2479572" cy="1487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надёжность и время отклика, достаточные для безопасного управления БС;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1363764" y="2155978"/>
        <a:ext cx="2479572" cy="1487743"/>
      </dsp:txXfrm>
    </dsp:sp>
    <dsp:sp modelId="{9FD1D909-44BC-43D6-B273-CCE1FC360747}">
      <dsp:nvSpPr>
        <dsp:cNvPr id="0" name=""/>
        <dsp:cNvSpPr/>
      </dsp:nvSpPr>
      <dsp:spPr>
        <a:xfrm>
          <a:off x="4091294" y="2155978"/>
          <a:ext cx="2479572" cy="1487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совместимость с бортовым ПО и системами обработки данных.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4091294" y="2155978"/>
        <a:ext cx="2479572" cy="148774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C7A38-9AC4-4554-AC3F-F7EC31DDA4D2}">
      <dsp:nvSpPr>
        <dsp:cNvPr id="0" name=""/>
        <dsp:cNvSpPr/>
      </dsp:nvSpPr>
      <dsp:spPr>
        <a:xfrm>
          <a:off x="455356" y="1629"/>
          <a:ext cx="3473772" cy="2084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лабораторные тесты на точность и погрешность;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5356" y="1629"/>
        <a:ext cx="3473772" cy="2084263"/>
      </dsp:txXfrm>
    </dsp:sp>
    <dsp:sp modelId="{EA8B4C9D-F9E0-4397-871E-B7F833CA5227}">
      <dsp:nvSpPr>
        <dsp:cNvPr id="0" name=""/>
        <dsp:cNvSpPr/>
      </dsp:nvSpPr>
      <dsp:spPr>
        <a:xfrm>
          <a:off x="4276506" y="1629"/>
          <a:ext cx="3473772" cy="2084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испытания в условиях имитации эксплуатационной среды (вибрационные, климатические камеры);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4276506" y="1629"/>
        <a:ext cx="3473772" cy="2084263"/>
      </dsp:txXfrm>
    </dsp:sp>
    <dsp:sp modelId="{BEEA8D54-F8B2-4D7B-8FB6-68E956D6ADEE}">
      <dsp:nvSpPr>
        <dsp:cNvPr id="0" name=""/>
        <dsp:cNvSpPr/>
      </dsp:nvSpPr>
      <dsp:spPr>
        <a:xfrm>
          <a:off x="455356" y="2433270"/>
          <a:ext cx="3473772" cy="2084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проверка электромагнитной совместимости (ЭМС);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455356" y="2433270"/>
        <a:ext cx="3473772" cy="2084263"/>
      </dsp:txXfrm>
    </dsp:sp>
    <dsp:sp modelId="{85F85EB1-D7B0-4C13-B2D2-ED0CF982A0AC}">
      <dsp:nvSpPr>
        <dsp:cNvPr id="0" name=""/>
        <dsp:cNvSpPr/>
      </dsp:nvSpPr>
      <dsp:spPr>
        <a:xfrm>
          <a:off x="4276506" y="2433270"/>
          <a:ext cx="3473772" cy="2084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полевые испытания с оценкой работы в реальных условиях.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4276506" y="2433270"/>
        <a:ext cx="3473772" cy="208426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45494-24EF-4B1C-A456-F7A796E20768}">
      <dsp:nvSpPr>
        <dsp:cNvPr id="0" name=""/>
        <dsp:cNvSpPr/>
      </dsp:nvSpPr>
      <dsp:spPr>
        <a:xfrm>
          <a:off x="659123" y="2330"/>
          <a:ext cx="3122567" cy="18735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бортовые навигационные системы (GPS, ГЛОНАСС, инерциальные системы);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59123" y="2330"/>
        <a:ext cx="3122567" cy="1873540"/>
      </dsp:txXfrm>
    </dsp:sp>
    <dsp:sp modelId="{5FC3A88D-FBEA-4330-8B01-6ED9B1A40E23}">
      <dsp:nvSpPr>
        <dsp:cNvPr id="0" name=""/>
        <dsp:cNvSpPr/>
      </dsp:nvSpPr>
      <dsp:spPr>
        <a:xfrm>
          <a:off x="4093947" y="2330"/>
          <a:ext cx="3122567" cy="18735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smtClean="0">
              <a:latin typeface="Times New Roman" pitchFamily="18" charset="0"/>
              <a:cs typeface="Times New Roman" pitchFamily="18" charset="0"/>
            </a:rPr>
            <a:t>каналы связи с наземной станцией управления (радио, Wi-Fi, LTE);</a:t>
          </a:r>
          <a:endParaRPr lang="ru-RU" sz="2200" kern="1200">
            <a:latin typeface="Times New Roman" pitchFamily="18" charset="0"/>
            <a:cs typeface="Times New Roman" pitchFamily="18" charset="0"/>
          </a:endParaRPr>
        </a:p>
      </dsp:txBody>
      <dsp:txXfrm>
        <a:off x="4093947" y="2330"/>
        <a:ext cx="3122567" cy="1873540"/>
      </dsp:txXfrm>
    </dsp:sp>
    <dsp:sp modelId="{F009AD9B-89FA-4A3C-A344-29D5A8F14DC8}">
      <dsp:nvSpPr>
        <dsp:cNvPr id="0" name=""/>
        <dsp:cNvSpPr/>
      </dsp:nvSpPr>
      <dsp:spPr>
        <a:xfrm>
          <a:off x="659123" y="2188128"/>
          <a:ext cx="3122567" cy="18735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smtClean="0">
              <a:latin typeface="Times New Roman" pitchFamily="18" charset="0"/>
              <a:cs typeface="Times New Roman" pitchFamily="18" charset="0"/>
            </a:rPr>
            <a:t>системы передачи телеметрии и команд управления;</a:t>
          </a:r>
          <a:endParaRPr lang="ru-RU" sz="2200" kern="1200">
            <a:latin typeface="Times New Roman" pitchFamily="18" charset="0"/>
            <a:cs typeface="Times New Roman" pitchFamily="18" charset="0"/>
          </a:endParaRPr>
        </a:p>
      </dsp:txBody>
      <dsp:txXfrm>
        <a:off x="659123" y="2188128"/>
        <a:ext cx="3122567" cy="1873540"/>
      </dsp:txXfrm>
    </dsp:sp>
    <dsp:sp modelId="{8014720E-6B5A-4745-993C-61669B73BC79}">
      <dsp:nvSpPr>
        <dsp:cNvPr id="0" name=""/>
        <dsp:cNvSpPr/>
      </dsp:nvSpPr>
      <dsp:spPr>
        <a:xfrm>
          <a:off x="4093947" y="2188128"/>
          <a:ext cx="3122567" cy="18735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smtClean="0">
              <a:latin typeface="Times New Roman" pitchFamily="18" charset="0"/>
              <a:cs typeface="Times New Roman" pitchFamily="18" charset="0"/>
            </a:rPr>
            <a:t>средства обеспечения помехоустойчивости и защиты каналов связи.</a:t>
          </a:r>
          <a:endParaRPr lang="ru-RU" sz="2200" kern="1200">
            <a:latin typeface="Times New Roman" pitchFamily="18" charset="0"/>
            <a:cs typeface="Times New Roman" pitchFamily="18" charset="0"/>
          </a:endParaRPr>
        </a:p>
      </dsp:txBody>
      <dsp:txXfrm>
        <a:off x="4093947" y="2188128"/>
        <a:ext cx="3122567" cy="187354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9156D-8655-406A-8A57-52DF1C0BD1FE}">
      <dsp:nvSpPr>
        <dsp:cNvPr id="0" name=""/>
        <dsp:cNvSpPr/>
      </dsp:nvSpPr>
      <dsp:spPr>
        <a:xfrm>
          <a:off x="0" y="402303"/>
          <a:ext cx="2507225" cy="1504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точность навигации - погрешность должна соответствовать классу БАС и задачам полёта;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402303"/>
        <a:ext cx="2507225" cy="1504335"/>
      </dsp:txXfrm>
    </dsp:sp>
    <dsp:sp modelId="{D64641CF-2744-4284-8A62-229273A55AFB}">
      <dsp:nvSpPr>
        <dsp:cNvPr id="0" name=""/>
        <dsp:cNvSpPr/>
      </dsp:nvSpPr>
      <dsp:spPr>
        <a:xfrm>
          <a:off x="2757948" y="402303"/>
          <a:ext cx="2507225" cy="1504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надёжность связи - гарантированное покрытие и время отклика каналов управления;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2757948" y="402303"/>
        <a:ext cx="2507225" cy="1504335"/>
      </dsp:txXfrm>
    </dsp:sp>
    <dsp:sp modelId="{C90C5D87-DCF9-4146-A0DD-F71DBF903836}">
      <dsp:nvSpPr>
        <dsp:cNvPr id="0" name=""/>
        <dsp:cNvSpPr/>
      </dsp:nvSpPr>
      <dsp:spPr>
        <a:xfrm>
          <a:off x="5515897" y="402303"/>
          <a:ext cx="2507225" cy="1504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электромагнитная совместимость;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515897" y="402303"/>
        <a:ext cx="2507225" cy="1504335"/>
      </dsp:txXfrm>
    </dsp:sp>
    <dsp:sp modelId="{FB90E723-86D9-4D66-8574-ED9AEB48A0EF}">
      <dsp:nvSpPr>
        <dsp:cNvPr id="0" name=""/>
        <dsp:cNvSpPr/>
      </dsp:nvSpPr>
      <dsp:spPr>
        <a:xfrm>
          <a:off x="1378974" y="2157361"/>
          <a:ext cx="2507225" cy="1504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безопасность передачи данных - защита от перехвата и подмены команд;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1378974" y="2157361"/>
        <a:ext cx="2507225" cy="1504335"/>
      </dsp:txXfrm>
    </dsp:sp>
    <dsp:sp modelId="{0FC96191-8DBD-4A25-9114-2311AE9102F5}">
      <dsp:nvSpPr>
        <dsp:cNvPr id="0" name=""/>
        <dsp:cNvSpPr/>
      </dsp:nvSpPr>
      <dsp:spPr>
        <a:xfrm>
          <a:off x="4136922" y="2157361"/>
          <a:ext cx="2507225" cy="1504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соответствие частотного диапазона - лицензирование использования радиочастот.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4136922" y="2157361"/>
        <a:ext cx="2507225" cy="150433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44639-5185-465F-B537-E78D0A00E426}">
      <dsp:nvSpPr>
        <dsp:cNvPr id="0" name=""/>
        <dsp:cNvSpPr/>
      </dsp:nvSpPr>
      <dsp:spPr>
        <a:xfrm>
          <a:off x="0" y="305079"/>
          <a:ext cx="839736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E7991-13B4-4D0D-B221-3BEB180076CB}">
      <dsp:nvSpPr>
        <dsp:cNvPr id="0" name=""/>
        <dsp:cNvSpPr/>
      </dsp:nvSpPr>
      <dsp:spPr>
        <a:xfrm>
          <a:off x="419868" y="39399"/>
          <a:ext cx="587815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Испытания навигационного оборудования на точность и устойчивость.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5807" y="65338"/>
        <a:ext cx="5826276" cy="479482"/>
      </dsp:txXfrm>
    </dsp:sp>
    <dsp:sp modelId="{AB83637A-3CAC-4125-AFB1-367097A809BE}">
      <dsp:nvSpPr>
        <dsp:cNvPr id="0" name=""/>
        <dsp:cNvSpPr/>
      </dsp:nvSpPr>
      <dsp:spPr>
        <a:xfrm>
          <a:off x="0" y="1121559"/>
          <a:ext cx="839736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058E3-A4F9-4D31-AD72-7BD2CAAEC567}">
      <dsp:nvSpPr>
        <dsp:cNvPr id="0" name=""/>
        <dsp:cNvSpPr/>
      </dsp:nvSpPr>
      <dsp:spPr>
        <a:xfrm>
          <a:off x="419868" y="855879"/>
          <a:ext cx="587815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Проверка ЭМС и совместимости с другими бортовыми системами.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45807" y="881818"/>
        <a:ext cx="5826276" cy="479482"/>
      </dsp:txXfrm>
    </dsp:sp>
    <dsp:sp modelId="{C160C52C-FD22-4E1A-AE0C-CF611CC44571}">
      <dsp:nvSpPr>
        <dsp:cNvPr id="0" name=""/>
        <dsp:cNvSpPr/>
      </dsp:nvSpPr>
      <dsp:spPr>
        <a:xfrm>
          <a:off x="0" y="1938039"/>
          <a:ext cx="839736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04343-6CEB-42A1-A28E-D5251ADCA84C}">
      <dsp:nvSpPr>
        <dsp:cNvPr id="0" name=""/>
        <dsp:cNvSpPr/>
      </dsp:nvSpPr>
      <dsp:spPr>
        <a:xfrm>
          <a:off x="419868" y="1672359"/>
          <a:ext cx="587815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Тестирование каналов связи на помехоустойчивость и надёжность.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45807" y="1698298"/>
        <a:ext cx="5826276" cy="479482"/>
      </dsp:txXfrm>
    </dsp:sp>
    <dsp:sp modelId="{E6644531-EB85-4B78-AD22-41008C4D8B6C}">
      <dsp:nvSpPr>
        <dsp:cNvPr id="0" name=""/>
        <dsp:cNvSpPr/>
      </dsp:nvSpPr>
      <dsp:spPr>
        <a:xfrm>
          <a:off x="0" y="2754520"/>
          <a:ext cx="839736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7D0CD-D20B-4BC0-9609-890429C65CFB}">
      <dsp:nvSpPr>
        <dsp:cNvPr id="0" name=""/>
        <dsp:cNvSpPr/>
      </dsp:nvSpPr>
      <dsp:spPr>
        <a:xfrm>
          <a:off x="419868" y="2488840"/>
          <a:ext cx="587815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Оценка защищённости каналов передачи данных.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45807" y="2514779"/>
        <a:ext cx="5826276" cy="479482"/>
      </dsp:txXfrm>
    </dsp:sp>
    <dsp:sp modelId="{45BC583F-B377-447A-A229-BA9125693CEF}">
      <dsp:nvSpPr>
        <dsp:cNvPr id="0" name=""/>
        <dsp:cNvSpPr/>
      </dsp:nvSpPr>
      <dsp:spPr>
        <a:xfrm>
          <a:off x="0" y="3571000"/>
          <a:ext cx="839736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352B0-74EA-4EC4-93C2-3329066D104B}">
      <dsp:nvSpPr>
        <dsp:cNvPr id="0" name=""/>
        <dsp:cNvSpPr/>
      </dsp:nvSpPr>
      <dsp:spPr>
        <a:xfrm>
          <a:off x="419868" y="3305320"/>
          <a:ext cx="5878154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180" tIns="0" rIns="2221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Оформление сертификата соответствия.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45807" y="3331259"/>
        <a:ext cx="5826276" cy="47948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55DA8-5F90-4417-AE14-6B4AE406B69F}">
      <dsp:nvSpPr>
        <dsp:cNvPr id="0" name=""/>
        <dsp:cNvSpPr/>
      </dsp:nvSpPr>
      <dsp:spPr>
        <a:xfrm>
          <a:off x="836983" y="1163"/>
          <a:ext cx="3124364" cy="1874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безопасность: исключение рисков для людей и имущества при эксплуатации, отказах или аварийных ситуациях;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36983" y="1163"/>
        <a:ext cx="3124364" cy="1874618"/>
      </dsp:txXfrm>
    </dsp:sp>
    <dsp:sp modelId="{97955DA6-5F67-4C99-9D42-99EC66846CBA}">
      <dsp:nvSpPr>
        <dsp:cNvPr id="0" name=""/>
        <dsp:cNvSpPr/>
      </dsp:nvSpPr>
      <dsp:spPr>
        <a:xfrm>
          <a:off x="4273784" y="1163"/>
          <a:ext cx="3124364" cy="1874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надёжность: вероятность безотказной работы в течение заданного ресурса, устойчивость к внешним воздействиям;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273784" y="1163"/>
        <a:ext cx="3124364" cy="1874618"/>
      </dsp:txXfrm>
    </dsp:sp>
    <dsp:sp modelId="{CB557387-0913-43A2-8354-B5C2FA68BD3B}">
      <dsp:nvSpPr>
        <dsp:cNvPr id="0" name=""/>
        <dsp:cNvSpPr/>
      </dsp:nvSpPr>
      <dsp:spPr>
        <a:xfrm>
          <a:off x="836983" y="2188218"/>
          <a:ext cx="3124364" cy="1874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отказоустойчивость: способность системы сохранять работоспособность при отказах отдельных компонентов (дублирование критических систем, автоматические процедуры аварийного завершения полёта);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836983" y="2188218"/>
        <a:ext cx="3124364" cy="1874618"/>
      </dsp:txXfrm>
    </dsp:sp>
    <dsp:sp modelId="{2F44D004-A05E-4036-9C63-C911F683C468}">
      <dsp:nvSpPr>
        <dsp:cNvPr id="0" name=""/>
        <dsp:cNvSpPr/>
      </dsp:nvSpPr>
      <dsp:spPr>
        <a:xfrm>
          <a:off x="4273784" y="2188218"/>
          <a:ext cx="3124364" cy="18746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управляемость рисков: анализ и минимизация рисков на всех этапах жизненного цикла БАС.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4273784" y="2188218"/>
        <a:ext cx="3124364" cy="187461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5C5DE-BD30-43E8-B24A-9C73E263E906}">
      <dsp:nvSpPr>
        <dsp:cNvPr id="0" name=""/>
        <dsp:cNvSpPr/>
      </dsp:nvSpPr>
      <dsp:spPr>
        <a:xfrm>
          <a:off x="360825" y="655"/>
          <a:ext cx="3497960" cy="20987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резервирование критических компонентов (навигационные системы, каналы связи);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60825" y="655"/>
        <a:ext cx="3497960" cy="2098776"/>
      </dsp:txXfrm>
    </dsp:sp>
    <dsp:sp modelId="{93B3D8FE-8C00-4A50-9E73-1640AC346924}">
      <dsp:nvSpPr>
        <dsp:cNvPr id="0" name=""/>
        <dsp:cNvSpPr/>
      </dsp:nvSpPr>
      <dsp:spPr>
        <a:xfrm>
          <a:off x="4208582" y="655"/>
          <a:ext cx="3497960" cy="20987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внедрение систем самодиагностики и прогнозирования отказов;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4208582" y="655"/>
        <a:ext cx="3497960" cy="2098776"/>
      </dsp:txXfrm>
    </dsp:sp>
    <dsp:sp modelId="{D009537E-441C-4DFC-BA6A-DD84E54FF151}">
      <dsp:nvSpPr>
        <dsp:cNvPr id="0" name=""/>
        <dsp:cNvSpPr/>
      </dsp:nvSpPr>
      <dsp:spPr>
        <a:xfrm>
          <a:off x="360825" y="2449227"/>
          <a:ext cx="3497960" cy="20987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использование сертифицированных компонентов и материалов;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360825" y="2449227"/>
        <a:ext cx="3497960" cy="2098776"/>
      </dsp:txXfrm>
    </dsp:sp>
    <dsp:sp modelId="{2856EE90-9F16-486F-B94C-D2BB94821C9F}">
      <dsp:nvSpPr>
        <dsp:cNvPr id="0" name=""/>
        <dsp:cNvSpPr/>
      </dsp:nvSpPr>
      <dsp:spPr>
        <a:xfrm>
          <a:off x="4208582" y="2449227"/>
          <a:ext cx="3497960" cy="20987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проведение полномасштабных испытаний (включая климатические, вибрационные, ударные).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4208582" y="2449227"/>
        <a:ext cx="3497960" cy="2098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695827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 Сертификация беспилотных автомобилей (ВАТС): технические регламенты и стандарты.</a:t>
            </a:r>
            <a:br>
              <a:rPr lang="ru-RU" sz="44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Сертификация компонентов и систем беспилотных систем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Технические регламенты, применяемые при сертификации ВАТС.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Разрабатываемые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национальные стандарты (ГОСТ) и технические условия (ТУ) на ВАТС: обзор основных требований.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Требования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безопасности ВАТС.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Испытания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ВАТС: виды испытаний, методы испытаний, критерии оценки.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программного обеспечения для беспилотных систем.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сенсоров и датчиков, используемых в беспилотных системах.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 связи и навигации для беспилотных систем. Сертификация зарядных станций для электромобилей (ВАТС) и БПЛА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Требования к безопасности и надежности компонентов и систем.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Стандарты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технические условия на компоненты и системы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1996" y="373346"/>
            <a:ext cx="8072004" cy="1325563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Испытания ВАТС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096725"/>
            <a:ext cx="8127423" cy="46883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Цели и задачи испытаний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ВАТС: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011964028"/>
              </p:ext>
            </p:extLst>
          </p:nvPr>
        </p:nvGraphicFramePr>
        <p:xfrm>
          <a:off x="290945" y="1565564"/>
          <a:ext cx="8686800" cy="4915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820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73346"/>
            <a:ext cx="7886700" cy="67959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Типы и этапы испытаний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262979"/>
            <a:ext cx="8099714" cy="52177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этап: Моделирование и симуляция</a:t>
            </a:r>
          </a:p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Цель: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первичное тестирование алгоритмов и программного обеспечения ВАТС в контролируемой, виртуальной среде.</a:t>
            </a:r>
          </a:p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Инструменты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программное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обеспечение для моделирования дорожного движения (SUMO, PTV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Vissim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), среды симуляции (CARLA, LGSVL), игровые движки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Unity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Unreal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Engine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Преимущества: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возможность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быстро и безопасно протестировать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ВАТС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широком диапазоне сценариев, включая редкие и опасные ситуации. Снижение затрат на реальные испытания.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Недостатки: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Ограниченность реалистичности виртуальной среды, сложность точной эмуляции физических процессов и поведения реальных объектов.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416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67959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Типы и этапы испытаний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052945"/>
            <a:ext cx="8243455" cy="52177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этап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Испытания на закрытых полигонах</a:t>
            </a:r>
            <a:endParaRPr lang="ru-RU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Цель: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тестирование ВАТС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реальных условиях, но в контролируемой среде, имитирующей различные дорожные сценарии.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Инфраструктура: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специальные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тестовые полигоны с имитацией городских улиц, перекрестков, дорожных знаков, пешеходных переходов и т.д. Полигоны часто оснащены системой имитации погодных условий (дождь, снег, туман).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Преимущества: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возможность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проведения более реалистичных испытаний, чем в виртуальной среде. Обеспечение безопасности, поскольку исключается участие других участников дорожного движения.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Недостатки: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ограниченность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разнообразия сценариев, отсутствие непредсказуемости поведения реальных участников дорожного движения.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881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67959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Типы и этапы испытаний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052945"/>
            <a:ext cx="8243455" cy="555567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 этап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Испытания на дорогах общего пользования</a:t>
            </a:r>
            <a:endParaRPr lang="ru-RU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Цель: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оценка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работы БПТС в реальных дорожных условиях, с учетом поведения других участников дорожного движения и реальных дорожных условий.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Требования: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получение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разрешения от регулирующих органов, обязательное присутствие водителя-оператора, страхование ответственности.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Преимущества: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обеспечение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наиболее реалистичных условий для испытаний, возможность выявления проблем, которые невозможно обнаружить в симуляциях или на полигонах.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Недостатки: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высокий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риск аварий, необходимость тщательного планирования и контроля испытаний, сложный процесс получения разрешений.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480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Ключевые параметры и показатели, оцениваемые в процессе испытаний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Безопасность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146464434"/>
              </p:ext>
            </p:extLst>
          </p:nvPr>
        </p:nvGraphicFramePr>
        <p:xfrm>
          <a:off x="484909" y="1884218"/>
          <a:ext cx="8376805" cy="4738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498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Ключевые параметры и показатели, оцениваемые в процессе испытаний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Надежность: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889246337"/>
              </p:ext>
            </p:extLst>
          </p:nvPr>
        </p:nvGraphicFramePr>
        <p:xfrm>
          <a:off x="484909" y="1884218"/>
          <a:ext cx="8376805" cy="4738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0006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Ключевые параметры и показатели, оцениваемые в процессе испытаний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Производительность: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172765376"/>
              </p:ext>
            </p:extLst>
          </p:nvPr>
        </p:nvGraphicFramePr>
        <p:xfrm>
          <a:off x="484909" y="1884218"/>
          <a:ext cx="8376805" cy="4738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4562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Ключевые параметры и показатели, оцениваемые в процессе испытаний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Удобство использования: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94552090"/>
              </p:ext>
            </p:extLst>
          </p:nvPr>
        </p:nvGraphicFramePr>
        <p:xfrm>
          <a:off x="484909" y="1884218"/>
          <a:ext cx="8376805" cy="4738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008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Роль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дорожно-транспортной инфраструктуры в испытаниях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Требования к инфраструктуре для поддержки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ВАТС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185687561"/>
              </p:ext>
            </p:extLst>
          </p:nvPr>
        </p:nvGraphicFramePr>
        <p:xfrm>
          <a:off x="152401" y="1884218"/>
          <a:ext cx="8811490" cy="4961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5510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Роль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дорожно-транспортной инфраструктуры в испытаниях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Адаптация существующей инфраструктуры: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095929031"/>
              </p:ext>
            </p:extLst>
          </p:nvPr>
        </p:nvGraphicFramePr>
        <p:xfrm>
          <a:off x="152401" y="1884219"/>
          <a:ext cx="8811490" cy="48213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981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Роль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дорожно-транспортной инфраструктуры в испытаниях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Создание "умных" дорог и городов: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74785683"/>
              </p:ext>
            </p:extLst>
          </p:nvPr>
        </p:nvGraphicFramePr>
        <p:xfrm>
          <a:off x="152401" y="1884219"/>
          <a:ext cx="8811490" cy="48213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28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Методы и технологии испытаний дорожно-транспортной инфраструктуры для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Сенсоры и датчики: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576866119"/>
              </p:ext>
            </p:extLst>
          </p:nvPr>
        </p:nvGraphicFramePr>
        <p:xfrm>
          <a:off x="152401" y="1884219"/>
          <a:ext cx="8811490" cy="48213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867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Методы и технологии испытаний дорожно-транспортной инфраструктуры для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Системы связи и передачи данных (V2X):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00206779"/>
              </p:ext>
            </p:extLst>
          </p:nvPr>
        </p:nvGraphicFramePr>
        <p:xfrm>
          <a:off x="152401" y="1884219"/>
          <a:ext cx="8811490" cy="48213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3561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Методы и технологии испытаний дорожно-транспортной инфраструктуры для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ВАТС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1302328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Имитационное моделирование инфраструктуры: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593361924"/>
              </p:ext>
            </p:extLst>
          </p:nvPr>
        </p:nvGraphicFramePr>
        <p:xfrm>
          <a:off x="152401" y="1884219"/>
          <a:ext cx="8811490" cy="48213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2324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ФГУП «НАМИ»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00545" y="914400"/>
            <a:ext cx="8243455" cy="58189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Где расположен: Московская область, Дмитров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93272"/>
            <a:ext cx="594360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180373" y="5765861"/>
            <a:ext cx="2470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Фото: ФГУП "НАМИ"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87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ФГУП «НАМИ»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914400"/>
            <a:ext cx="8243455" cy="569421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1965 год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25 км2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АвтоВАЗ, КамАЗ, ГАЗ, ЗИЛ, МАЗ, «Москвич», Ярославский завод дизельной аппаратуры, Саратовское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электроприборное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объединение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Трассы для оценки максимальной скорости, устойчивости на высоких скоростях, маневренности, эффективности тормозных систем. Системы для проверки испытаний на шум, вибрацию и жесткость.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Расположенный на территории Центра испытаний НАМИ полигон «Город» позволяет проводить проверку и верификацию технологий высокоавтоматизированного и подключенного транспорта. Предусмотрены разметка, дорожные знаки, мобильные светофоры, автобусные остановки, барьерные ограждения и другое оборудование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785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7886700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ФГУП «НАМИ»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914400"/>
            <a:ext cx="8243455" cy="569421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информация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Помимо самого испытательного центра полигон   оборудован различными средствами для проведения комплексных испытаний, включая территории, где располагаются лаборатории и помещения для научных и технических мероприятий, включая аэродинамические исследования и диагностику автомобилей.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952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873564"/>
          </a:xfrm>
        </p:spPr>
        <p:txBody>
          <a:bodyPr/>
          <a:lstStyle/>
          <a:p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Полигон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Bosch Winter Providing Ground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Yakeshi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1302326"/>
            <a:ext cx="8243455" cy="53062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Якэши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, Китай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8" y="1805854"/>
            <a:ext cx="5419725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433817" y="5599607"/>
            <a:ext cx="3888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Фото: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https://www.bosch-mobility.com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422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873564"/>
          </a:xfrm>
        </p:spPr>
        <p:txBody>
          <a:bodyPr/>
          <a:lstStyle/>
          <a:p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Полигон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Bosch Winter Providing Ground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Yakeshi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1302326"/>
            <a:ext cx="8243455" cy="53062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Якэши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Китай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2007 год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1,3 км2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Основные клиенты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Volkswagen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Group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Audi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BMW,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Mercedes-Benz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Hyundai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Kia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Toyota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Nissan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Bosch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Continental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ZF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Friedrichshafen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AG,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Denso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Huawei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Baidu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Geely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Automobile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Great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Wall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Motors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BYD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SAIC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Motor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Chery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Automobile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483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873564"/>
          </a:xfrm>
        </p:spPr>
        <p:txBody>
          <a:bodyPr/>
          <a:lstStyle/>
          <a:p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Полигон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Bosch Winter Providing Ground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Yakeshi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1302326"/>
            <a:ext cx="8243455" cy="53062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Якэши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Китай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Полигон состоит из 21 трасс на различных поверхностях, включая уплотненный снег, полированный лёд и асфальт с уклонами. Благодаря уникальному климату (испытательный центр расположен во Внутренней Монголии на южной стороне горнолыжного центра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Фэнхуан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120 дней в году территорию можно использовать для испытания автомобилей в зимних условиях при температурах до -40 градусов. Основное внимание уделяется тестированию систем ABS, активных и пассивных систем безопасности (CAPS) и управлению динамикой автомобиля (VDM).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144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873564"/>
          </a:xfrm>
        </p:spPr>
        <p:txBody>
          <a:bodyPr/>
          <a:lstStyle/>
          <a:p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Полигон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Bosch Winter Providing Ground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Yakeshi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1302326"/>
            <a:ext cx="8243455" cy="53062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Якэши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Китай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Тестирование беспилотных технологий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Многоцелевые платформы, динамические треки и склоны, оснащённые инфраструктурой V2I и сетью 5G, позволяют тестировать системы автоматизированного вождения и активной безопасности в сложных зимних условиях.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Дополнительная информация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Полигон оснащен мастерскими для виртуальных испытаний и анализа данных, а также 28 зарядными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станцими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для электромобилей мощностью 50 кВт.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392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«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K-CITY»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1302326"/>
            <a:ext cx="8243455" cy="53062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расположен: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80 км. южнее Сеула, Южная Корея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 Фото: https://k-erc.eu 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1862425"/>
            <a:ext cx="6847895" cy="369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131184" y="5763445"/>
            <a:ext cx="2272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Фото: </a:t>
            </a:r>
            <a:r>
              <a:rPr lang="en-US" dirty="0"/>
              <a:t>https://k-erc.eu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8675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«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K-CITY»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826486"/>
            <a:ext cx="8243455" cy="53062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расположен: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80 км. южнее Сеула, Южная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Корея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Ввод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 эксплуатацию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2018 год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320 тыс. кв. м.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Hyundai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Kia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Genesis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Samsung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LG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Electronics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SK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Telecom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KT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Corporation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Hyundai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Mobis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Korea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Automotive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Institute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KT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Corporation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SK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Telecom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Полигон включает стандартную дорожную инфраструктуру - дороги, перекрестки, парковки, светофоры, железнодорожные переезды, а также элементы городской среды – дома, школы и пожарные станции. Для испытаний доступен тоннель c системой имитации дождя и тумана, а также движущиеся макеты пешеходов и велосипедистов.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668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87356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«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K-CITY»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826486"/>
            <a:ext cx="8243455" cy="53062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Благодаря развернутым сетям 5G в K-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city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собирается и анализируется большое количество данных о поведении беспилотного транспорта в условиях реального города, а также во время снега, дождя и сильного ветра.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Дополнительная информация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Полигон позволяет моделировать до 35 различных условий вождения, в том числе, проезды через пункты оплаты проезда, пешеходные и железнодорожные переезды, а также через выбоины и строительные площадки.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250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331781"/>
            <a:ext cx="8168986" cy="494705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Город-тестовая зона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Masdar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City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854" y="826486"/>
            <a:ext cx="8243455" cy="420423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Абу Даби, ОАЭ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613277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18552"/>
            <a:ext cx="5943600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605619" y="5763445"/>
            <a:ext cx="3489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Фото: </a:t>
            </a:r>
            <a:r>
              <a:rPr lang="en-US" dirty="0"/>
              <a:t>https://www.masdarcity.ae/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007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34796"/>
            <a:ext cx="8168986" cy="494705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Город-тестовая зона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Masdar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City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0328" y="826486"/>
            <a:ext cx="8478982" cy="637787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2014 год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6 км2 (охватывает весь город)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International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Renewable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Energy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Siemens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Honeywell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Mitsubishi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Masdar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Institute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Science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General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Electric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Masdar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City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– строящийся при поддержке властей Абу-Даби экологически чистый город. При его проектировании сразу были предусмотрены дороги и полосы для автоматизированного транспорта, включающие системы навигации и датчиков.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«Умные» светофоры, камеры, датчики, системы ИИ и связи, обеспечивающие постоянное взаимодействие транспортных средств с дорожной средой и друг с другом. Город служит платформой для проведения научных исследований и экспериментов в области автономного транспорта, привлекая внимание и инвестиции со всего мира.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информация: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городе работает система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Personal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Rapid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Transit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представляющая собой сеть электрических капсул, перевозящих пассажиров по выделенным маршрутам.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038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494705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CETRAN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0328" y="826486"/>
            <a:ext cx="8478982" cy="420423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Сингапур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28" y="1427017"/>
            <a:ext cx="8315951" cy="4017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974524" y="5502625"/>
            <a:ext cx="375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Фото: </a:t>
            </a:r>
            <a:r>
              <a:rPr lang="en-US" dirty="0"/>
              <a:t>https://cetran.sg/organisation/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980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494705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CETRAN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0328" y="826486"/>
            <a:ext cx="8478982" cy="5889813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2017.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20 тыс. м2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Hyundai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Volvo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Nissan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Toyota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BMW,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Delphi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Automotive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Singtel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Motional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Сингапурский технологический университет, правительственные организации.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Полигон имитирует реальную городскую среду с различными дорожными условиями, перекрестками, пешеходными переходами, знаками и светофорами. Доступно моделирование различных сценариев, включая сложные ситуации - объезд препятствий, аварийные остановки, движение во время сильного дождя и взаимодействие с пешеходами и велосипедистами.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V2X технологии на полигоне поддерживаются сетью 5G.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информация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CETRAN - это исследовательский центр по разработке стандартов и практик применения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беспилотников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в городских условиях. Полигон также предоставляет услуги по выдаче разрешений для выезда ВАТС на дороги общего пользования в бизнес-парке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One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North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998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494705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Испытательный полигон «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JARI» (Japan Automobile Research Institute)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или «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Shirosato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Test Center»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0328" y="1856509"/>
            <a:ext cx="8478982" cy="4294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район Ибараки,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Мито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Япония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00" y="2286000"/>
            <a:ext cx="7306619" cy="362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342789" y="6111366"/>
            <a:ext cx="2874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Фото: </a:t>
            </a:r>
            <a:r>
              <a:rPr lang="en-US" dirty="0"/>
              <a:t>https://www.jari.or.jp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5998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83200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Испытательный полигон 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JARI» (Japan Automobile Research Institute)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или «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Shirosato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Test Center»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136073"/>
            <a:ext cx="8922327" cy="4859790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1964 год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 км2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Toyota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Honda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Nissan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Mitsubishi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Mazda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Subaru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Bridgestone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Denso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Hitachi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Automotive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Systems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Тесты рулевого управления и торможения, испытания на шум, вибрацию и жесткость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торможения.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Доступны участки для тестов на производительность, максимальную скорость, долговечность и управляемость на высоких скоростях​. Реализованы решения для воспроизведения условий дождя, тумана и яркого солнечного света.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Часть территории площадью 160 тыс. кв. м. выделена для тестирования систем автоматизированного вождения. Предусмотрена имитация городской зоны V2X с моделированием различных типов перекрестков.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​ 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информация: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 полигоне можно оценить эффективность работы камер и датчиков, установленных на транспортных средствах для распознавания окружающей среды. Для этого воспроизводят различные условия вождения, такие как дождь, туман, плохая видимость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вечернее освещение.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401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83200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Тестовая зона для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робо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-такси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AutoX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136073"/>
            <a:ext cx="8922327" cy="484909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расположена: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район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Пиншань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Шэньчжень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Китай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71" y="1620982"/>
            <a:ext cx="8473478" cy="4100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470733" y="5747267"/>
            <a:ext cx="4262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Фото: </a:t>
            </a:r>
            <a:r>
              <a:rPr lang="en-US" dirty="0"/>
              <a:t>https://www.autox.ai/en/index.html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9547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83200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Тестовая зона для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робо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-такси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AutoX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136073"/>
            <a:ext cx="8922327" cy="5580226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2020 год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168 км2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Fiat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Chrysler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Automobiles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BYD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GAC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Group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Alibaba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Nvidia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Alibaba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Amap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Bosch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Continental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China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Telecom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Тестовая зона расположена на городских дорогах общего пользования.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городе создан центр поддержки, оснащенный сетью 5G и резервными системами питания, обеспечивающими стабильную работу и безопасность поездок. Автомобили парка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AutoX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оснащены высокоразрешающими камерами 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лидарами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информация: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Пассажиры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роботакси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могут связываться с агентами поддержки в любой момент во время поездки для получения помощи или информации.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639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83200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Полигон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Global Automotive Research Centre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136073"/>
            <a:ext cx="8922327" cy="457200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Орагадам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штат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Тамилнад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Индия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79" y="1757363"/>
            <a:ext cx="7635393" cy="4294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172922" y="6208468"/>
            <a:ext cx="254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Фото: </a:t>
            </a:r>
            <a:r>
              <a:rPr lang="en-US" dirty="0"/>
              <a:t>https://garc.co.in/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924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1"/>
            <a:ext cx="8168986" cy="83200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Полигон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Global Automotive Research Centre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136073"/>
            <a:ext cx="8922327" cy="5580226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2003 год.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1,2 км2.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Tata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Motors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Mahindra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Mahindra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Maruti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Suzuki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Hyundai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Motor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India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Honda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Cars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India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Toyota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Kirloskar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Motor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India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Bosch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Denso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Continental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Valeo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Motherson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Sumi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Systems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Ather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Energy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Ola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Electric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Mahindra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Electric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Tork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Motors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Трасса для скоростного движения; дороги для динамических испытаний на управляемость, манёвренность и сцепление с поверхностей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Полигон оснащён V2I инфраструктурой, включающей сигнальные системы, светофоры и дорожные знаки.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информация: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Лаборатории полигона позволяют проводить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краш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-тесты и другие испытания на безопасность, а также тесты на электромагнитные помехи и совместимость. Полигон предоставляет услуги по поддержке и тестированию систем инженерной графики (CAD) и систем инженерных расчётов (САЕ).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489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2"/>
            <a:ext cx="8168986" cy="554912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Полигон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GoMentum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Station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136073"/>
            <a:ext cx="8922327" cy="429491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Где расположен: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Конкорд, Калифорния, США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9" y="1715365"/>
            <a:ext cx="8340436" cy="4303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84909" y="6019033"/>
            <a:ext cx="834043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https://habrastorage.org/r/w780/getpro/habr/upload_files/f54/b63/f39/f54b63f3983090f600c140efd05a9908.png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196703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9" y="276362"/>
            <a:ext cx="8168986" cy="554912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Полигон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GoMentum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Station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136073"/>
            <a:ext cx="8922327" cy="534462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Ввод в эксплуатацию: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2014 год.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Площадь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8,5 км2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клиенты: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Honda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Mercedes-Benz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AAA.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Инфраструктурные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возможности: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31,5 километра асфальтированного дорожного полотна с 32 перекрестками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беспилотных технологий: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2019 году полигон был оснащён инфраструктурой V2Х. На его территории установлено оборудование по проверке способности транспортных средств обнаруживать пешеходов и общаться с ними. Лаборатория V2X включает в себя современные контроллеры светофоров и видеодетекторы транспортных средств.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информация: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Полигон располагается на территории бывшей военно-морской оружейной станции Конкорд. Для испытаний можно взять в аренду оборудование, в том числе, имитаторы пешеходов, животных и автомобилей для использования их в симуляции дорожных аварий.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47310" y="6577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https://habr.com/ru/companies/mostransproekt/articles/943826/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424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1160" y="373347"/>
            <a:ext cx="7886700" cy="693454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Технопарк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«Калибр»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1558" y="1082871"/>
            <a:ext cx="8496301" cy="3653219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Открытие: 2017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400-метровой трассе технопарка «Калибр» можно тестировать беспилотные автомобили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автобусы.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Первый открытый полигон для тестирования беспилотных автомобилей появился в технопарке «Калибр» на улице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Годовикова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в Останкинском районе Москвы. Трасса длиной 400 метров воспроизводит городскую среду: на ней есть автобусные остановки, пешеходные переходы, дорожные знаки, разметка, соответствующая ГОСТу, а также круговое движение.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11803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1160" y="373347"/>
            <a:ext cx="7886700" cy="693454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Технопарк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«Калибр»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15" y="1223962"/>
            <a:ext cx="8763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706832" y="6296032"/>
            <a:ext cx="4062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https://www.drive2.ru/e/BqmYQEAAACQ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7725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2" y="207091"/>
            <a:ext cx="8168987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ИТС для испытания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ВАТС,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Алабуга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4686" y="1698909"/>
            <a:ext cx="8099713" cy="4507927"/>
          </a:xfrm>
        </p:spPr>
        <p:txBody>
          <a:bodyPr/>
          <a:lstStyle/>
          <a:p>
            <a:pPr marL="0" indent="4572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особой экономической зоне «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Алабуга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» Республики Татарстан ФАУ «РОСДОРНИИ» совместно с компанией «Казань-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Телематика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» создали интеллектуальную дорожную инфраструктуру, обеспечивающую безопасное и эффективное движение высокоавтоматизированных транспортных средств в условиях реального транспортного потока на автомобильных дорогах общего пользования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Общая длина маршрута составит 11,2 км.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91376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2" y="207091"/>
            <a:ext cx="8168987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ИТС для испытания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ВАТС,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Алабуга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43</a:t>
            </a:fld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82" y="1376894"/>
            <a:ext cx="7918435" cy="4898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12782" y="6429230"/>
            <a:ext cx="7918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https://www.itsjournal.ru/upload/iblock/520/xpd3zqlbao7vff8xfns7mcs74896iind/Poligon-ITS.JPG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1598205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программного обеспечения для беспилотных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Цель сертификации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 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подтверждение безопасности, надёжности и соответствия стандартам программного обеспечения (ПО) беспилотных систем 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Ошибки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ПО могут привести к серьёзным последствиям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от потери аппарата до угрозы для жизни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людей.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4713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программного обеспечения для беспилотных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411187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Этапы сертификации ПО:</a:t>
            </a: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45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676459904"/>
              </p:ext>
            </p:extLst>
          </p:nvPr>
        </p:nvGraphicFramePr>
        <p:xfrm>
          <a:off x="407423" y="1873044"/>
          <a:ext cx="8397363" cy="4748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3823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программного обеспечения для беспилотных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573419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Проблемы при сертификации ПО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46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738101464"/>
              </p:ext>
            </p:extLst>
          </p:nvPr>
        </p:nvGraphicFramePr>
        <p:xfrm>
          <a:off x="1524000" y="203527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0043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сенсоров и датчиков, используемых в беспилотных системах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484929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Объекты сертификации:</a:t>
            </a: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47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538469256"/>
              </p:ext>
            </p:extLst>
          </p:nvPr>
        </p:nvGraphicFramePr>
        <p:xfrm>
          <a:off x="1524000" y="200168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722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сенсоров и датчиков, используемых в беспилотных системах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470181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Требования к сенсорам и датчикам:</a:t>
            </a: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48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859800515"/>
              </p:ext>
            </p:extLst>
          </p:nvPr>
        </p:nvGraphicFramePr>
        <p:xfrm>
          <a:off x="604684" y="1942691"/>
          <a:ext cx="793463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22886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сенсоров и датчиков, используемых в беспилотных системах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499677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Методы испытаний:</a:t>
            </a: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197120823"/>
              </p:ext>
            </p:extLst>
          </p:nvPr>
        </p:nvGraphicFramePr>
        <p:xfrm>
          <a:off x="407422" y="1961534"/>
          <a:ext cx="8205635" cy="4519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09415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 связи и навигации для беспилотных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9"/>
            <a:ext cx="8397363" cy="529174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Компоненты систем связи и навигации:</a:t>
            </a: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50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67712348"/>
              </p:ext>
            </p:extLst>
          </p:nvPr>
        </p:nvGraphicFramePr>
        <p:xfrm>
          <a:off x="545689" y="1991033"/>
          <a:ext cx="787563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444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 связи и навигации для беспилотных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9"/>
            <a:ext cx="8397363" cy="514426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Требования: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51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642499796"/>
              </p:ext>
            </p:extLst>
          </p:nvPr>
        </p:nvGraphicFramePr>
        <p:xfrm>
          <a:off x="619431" y="1976285"/>
          <a:ext cx="802312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06767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 связи и навигации для беспилотных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9"/>
            <a:ext cx="8397363" cy="425936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Этапы сертификации: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52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604184629"/>
              </p:ext>
            </p:extLst>
          </p:nvPr>
        </p:nvGraphicFramePr>
        <p:xfrm>
          <a:off x="407423" y="1887795"/>
          <a:ext cx="839736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87872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зарядных станций для электромобилей (ВАТС) и БПЛА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Особенности сертификации зарядных станций: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ВАТС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соответствие ТР ТС 004/2011 «О безопасности низковольтного оборудования», ГОСТ Р 50571 (электробезопасность);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зарядных станций БПЛА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дополнительные требования к надёжности и времени зарядки, совместимости с бортовыми системами питания.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8876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зарядных станций для электромобилей (ВАТС) и БПЛА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Требования к зарядным станциям: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безопасность эксплуатации (защита от короткого замыкания, перегрева, перенапряжения);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электромагнитная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совместимость;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энергоэффективность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 точность контроля параметров заряда;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защита от несанкционированного доступа;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соответствие климатических классов условиям эксплуатации.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2276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зарядных станций для электромобилей (ВАТС) и БПЛА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Этапы сертификации: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Испытания на электробезопасность и ЭМС.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Проверка механических и климатических характеристик.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Тестирование алгоритмов управления зарядкой.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Оформление декларации или сертификата соответствия.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5630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Требования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 безопасности и надёжности компонентов и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9"/>
            <a:ext cx="8397363" cy="529174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Основные требования: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56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235479603"/>
              </p:ext>
            </p:extLst>
          </p:nvPr>
        </p:nvGraphicFramePr>
        <p:xfrm>
          <a:off x="407423" y="1991033"/>
          <a:ext cx="823513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16264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869" y="373346"/>
            <a:ext cx="8131892" cy="1042499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Требования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 безопасности и надёжности компонентов и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423" y="1461858"/>
            <a:ext cx="8397363" cy="470181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Методы обеспечения надёжности: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57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904671777"/>
              </p:ext>
            </p:extLst>
          </p:nvPr>
        </p:nvGraphicFramePr>
        <p:xfrm>
          <a:off x="530942" y="1932038"/>
          <a:ext cx="8067368" cy="4548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66630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6104</TotalTime>
  <Words>3751</Words>
  <Application>Microsoft Office PowerPoint</Application>
  <PresentationFormat>Экран (4:3)</PresentationFormat>
  <Paragraphs>404</Paragraphs>
  <Slides>58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58</vt:i4>
      </vt:variant>
    </vt:vector>
  </HeadingPairs>
  <TitlesOfParts>
    <vt:vector size="60" baseType="lpstr">
      <vt:lpstr>Специальное оформление</vt:lpstr>
      <vt:lpstr>1_Специальное оформление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 Сертификация беспилотных автомобилей (ВАТС): технические регламенты и стандарты. Сертификация компонентов и систем беспилотных систем</vt:lpstr>
      <vt:lpstr>План лекции</vt:lpstr>
      <vt:lpstr>Испытания ВАТС </vt:lpstr>
      <vt:lpstr>Типы и этапы испытаний ВАТС</vt:lpstr>
      <vt:lpstr>Типы и этапы испытаний ВАТС</vt:lpstr>
      <vt:lpstr>Типы и этапы испытаний ВАТС</vt:lpstr>
      <vt:lpstr>Ключевые параметры и показатели, оцениваемые в процессе испытаний</vt:lpstr>
      <vt:lpstr>Ключевые параметры и показатели, оцениваемые в процессе испытаний</vt:lpstr>
      <vt:lpstr>Ключевые параметры и показатели, оцениваемые в процессе испытаний</vt:lpstr>
      <vt:lpstr>Ключевые параметры и показатели, оцениваемые в процессе испытаний</vt:lpstr>
      <vt:lpstr>Роль дорожно-транспортной инфраструктуры в испытаниях ВАТС</vt:lpstr>
      <vt:lpstr>Роль дорожно-транспортной инфраструктуры в испытаниях ВАТС</vt:lpstr>
      <vt:lpstr>Роль дорожно-транспортной инфраструктуры в испытаниях ВАТС</vt:lpstr>
      <vt:lpstr>Методы и технологии испытаний дорожно-транспортной инфраструктуры для ВАТС</vt:lpstr>
      <vt:lpstr>Методы и технологии испытаний дорожно-транспортной инфраструктуры для ВАТС</vt:lpstr>
      <vt:lpstr>Методы и технологии испытаний дорожно-транспортной инфраструктуры для ВАТС</vt:lpstr>
      <vt:lpstr>Испытательный полигон ФГУП «НАМИ»</vt:lpstr>
      <vt:lpstr>Испытательный полигон ФГУП «НАМИ»</vt:lpstr>
      <vt:lpstr>Испытательный полигон ФГУП «НАМИ»</vt:lpstr>
      <vt:lpstr>Полигон Bosch Winter Providing Ground Yakeshi</vt:lpstr>
      <vt:lpstr>Полигон Bosch Winter Providing Ground Yakeshi</vt:lpstr>
      <vt:lpstr>Полигон Bosch Winter Providing Ground Yakeshi</vt:lpstr>
      <vt:lpstr>Полигон Bosch Winter Providing Ground Yakeshi</vt:lpstr>
      <vt:lpstr>Испытательный полигон «K-CITY»</vt:lpstr>
      <vt:lpstr>Испытательный полигон «K-CITY»</vt:lpstr>
      <vt:lpstr>Испытательный полигон «K-CITY»</vt:lpstr>
      <vt:lpstr>Город-тестовая зона Masdar City</vt:lpstr>
      <vt:lpstr>Город-тестовая зона Masdar City</vt:lpstr>
      <vt:lpstr>Испытательный полигон CETRAN</vt:lpstr>
      <vt:lpstr>Испытательный полигон CETRAN</vt:lpstr>
      <vt:lpstr>Испытательный полигон «JARI» (Japan Automobile Research Institute) или «Shirosato Test Center»</vt:lpstr>
      <vt:lpstr>Испытательный полигон «JARI» (Japan Automobile Research Institute) или «Shirosato Test Center»</vt:lpstr>
      <vt:lpstr>Тестовая зона для робо-такси AutoX</vt:lpstr>
      <vt:lpstr>Тестовая зона для робо-такси AutoX</vt:lpstr>
      <vt:lpstr>Полигон Global Automotive Research Centre</vt:lpstr>
      <vt:lpstr>Полигон Global Automotive Research Centre</vt:lpstr>
      <vt:lpstr>Полигон GoMentum Station</vt:lpstr>
      <vt:lpstr>Полигон GoMentum Station</vt:lpstr>
      <vt:lpstr>Технопарк «Калибр»</vt:lpstr>
      <vt:lpstr>Технопарк «Калибр»</vt:lpstr>
      <vt:lpstr>Инфраструктура ИТС для испытания ВАТС, Алабуга </vt:lpstr>
      <vt:lpstr>Инфраструктура ИТС для испытания ВАТС, Алабуга </vt:lpstr>
      <vt:lpstr>Сертификация программного обеспечения для беспилотных систем</vt:lpstr>
      <vt:lpstr>Сертификация программного обеспечения для беспилотных систем</vt:lpstr>
      <vt:lpstr>Сертификация программного обеспечения для беспилотных систем</vt:lpstr>
      <vt:lpstr>Сертификация сенсоров и датчиков, используемых в беспилотных системах</vt:lpstr>
      <vt:lpstr>Сертификация сенсоров и датчиков, используемых в беспилотных системах</vt:lpstr>
      <vt:lpstr>Сертификация сенсоров и датчиков, используемых в беспилотных системах</vt:lpstr>
      <vt:lpstr>Сертификация систем связи и навигации для беспилотных систем</vt:lpstr>
      <vt:lpstr>Сертификация систем связи и навигации для беспилотных систем</vt:lpstr>
      <vt:lpstr>Сертификация систем связи и навигации для беспилотных систем</vt:lpstr>
      <vt:lpstr>Сертификация зарядных станций для электромобилей (ВАТС) и БПЛА</vt:lpstr>
      <vt:lpstr>Сертификация зарядных станций для электромобилей (ВАТС) и БПЛА</vt:lpstr>
      <vt:lpstr>Сертификация зарядных станций для электромобилей (ВАТС) и БПЛА</vt:lpstr>
      <vt:lpstr>Требования к безопасности и надёжности компонентов и систем</vt:lpstr>
      <vt:lpstr>Требования к безопасности и надёжности компонентов и систем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370</cp:revision>
  <dcterms:created xsi:type="dcterms:W3CDTF">2015-07-29T11:14:37Z</dcterms:created>
  <dcterms:modified xsi:type="dcterms:W3CDTF">2026-06-26T20:05:25Z</dcterms:modified>
</cp:coreProperties>
</file>