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45"/>
  </p:notesMasterIdLst>
  <p:sldIdLst>
    <p:sldId id="325" r:id="rId3"/>
    <p:sldId id="293" r:id="rId4"/>
    <p:sldId id="294" r:id="rId5"/>
    <p:sldId id="326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27" r:id="rId28"/>
    <p:sldId id="364" r:id="rId29"/>
    <p:sldId id="328" r:id="rId30"/>
    <p:sldId id="329" r:id="rId31"/>
    <p:sldId id="330" r:id="rId32"/>
    <p:sldId id="331" r:id="rId33"/>
    <p:sldId id="332" r:id="rId34"/>
    <p:sldId id="334" r:id="rId35"/>
    <p:sldId id="335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264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15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8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778E53-28DD-4C58-BB40-92C81B8C24A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BED48B7-7493-4743-A6A5-E002B5688759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Планирование и диспетчеризация: Оптимизация маршрутов, назначение задач самосвалам, планирование последовательности операций.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D8A31DA-6CFC-4C13-B8EC-C4978AED4160}" type="parTrans" cxnId="{C12D0E5F-069F-47A4-8A32-B0A50D44714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5BAD7FF-3A2E-48C4-93F1-DD0D1F5681FC}" type="sibTrans" cxnId="{C12D0E5F-069F-47A4-8A32-B0A50D44714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BE7F2DC-E8B3-4412-8EDA-21B327A10C8D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Мониторинг в реальном времени: Отслеживание местоположения, скорости, состояния самосвалов, расхода топлива, а также оперативное реагирование на изменения.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6C5A83C-4A93-47F7-8F9D-107C4BF29CD0}" type="parTrans" cxnId="{C5E5FD32-211E-4EDF-9120-EFF536C525B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2B20B20-99FD-4F06-8373-C8FCF31C29A0}" type="sibTrans" cxnId="{C5E5FD32-211E-4EDF-9120-EFF536C525B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48CD781-0234-4989-A2D9-5BED6CB2CE32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Управление движением: Обеспечение безопасного и плавного движения самосвалов по заданным маршрутам, предотвращение столкновений.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AC5A27D-09E5-4BD9-B7B4-AC58895B1BF9}" type="parTrans" cxnId="{884D9078-0A92-47D1-A3E1-C90791FEC55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C79EE85-DB22-4B85-811C-4AF1CFF6EF2A}" type="sibTrans" cxnId="{884D9078-0A92-47D1-A3E1-C90791FEC55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523FB52-2FB6-4A7E-BB47-F89E295AD7E3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Диагностика и мониторинг технического состояния: Сбор данных о работе узлов и агрегатов, прогнозирование отказов, планирование технического обслуживания.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290CD77-FE71-471C-A644-09B603841FDB}" type="parTrans" cxnId="{D800B28A-8C47-4E6E-B7AD-D3612362865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2301E1F-2458-42E9-9B53-4D1AA8C720B9}" type="sibTrans" cxnId="{D800B28A-8C47-4E6E-B7AD-D3612362865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7E02D44-351F-4E70-8811-48C5593868B3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Анализ данных и отчетность: Сбор и анализ данных о производительности, эффективности, безопасности, формирование отчетов для принятия управленческих решений.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F64A900-9B48-4C22-802E-A42E624F1389}" type="parTrans" cxnId="{922AD138-7567-4775-A0FF-0E9C85E4203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DA24348-AD63-41EF-947A-5023BF068979}" type="sibTrans" cxnId="{922AD138-7567-4775-A0FF-0E9C85E4203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0F9E695-E092-4DAD-AB90-804D61F6947C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Интеграция с другими системами: Взаимодействие с системами планирования горных работ, системами геодезического контроля, системами безопасности и т.д.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A4A7A86-D8DE-4165-AD24-160E57C545F1}" type="parTrans" cxnId="{E48489C7-B253-4334-968D-5ABED0E4590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F56BBB9-0E2A-4D6C-9B35-791A8490FF27}" type="sibTrans" cxnId="{E48489C7-B253-4334-968D-5ABED0E4590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FCEE7A8-DA6E-4682-8935-E791D69CE3A3}" type="pres">
      <dgm:prSet presAssocID="{CE778E53-28DD-4C58-BB40-92C81B8C24A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43C30BF-813C-4ADF-9992-CB06E3E24BB9}" type="pres">
      <dgm:prSet presAssocID="{EBED48B7-7493-4743-A6A5-E002B5688759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D77A55-4895-4091-A92D-9688E6D7C0F0}" type="pres">
      <dgm:prSet presAssocID="{25BAD7FF-3A2E-48C4-93F1-DD0D1F5681FC}" presName="sibTrans" presStyleCnt="0"/>
      <dgm:spPr/>
    </dgm:pt>
    <dgm:pt modelId="{9AF422CA-37C7-4AF5-8258-036602438C3B}" type="pres">
      <dgm:prSet presAssocID="{6BE7F2DC-E8B3-4412-8EDA-21B327A10C8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8AE0870-14EE-4A0A-988E-48DAA3CFC385}" type="pres">
      <dgm:prSet presAssocID="{D2B20B20-99FD-4F06-8373-C8FCF31C29A0}" presName="sibTrans" presStyleCnt="0"/>
      <dgm:spPr/>
    </dgm:pt>
    <dgm:pt modelId="{817104B8-E43B-4F10-87C3-88B38AB7715C}" type="pres">
      <dgm:prSet presAssocID="{248CD781-0234-4989-A2D9-5BED6CB2CE32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61DF9B-CEB6-4133-8E07-7586D0108448}" type="pres">
      <dgm:prSet presAssocID="{8C79EE85-DB22-4B85-811C-4AF1CFF6EF2A}" presName="sibTrans" presStyleCnt="0"/>
      <dgm:spPr/>
    </dgm:pt>
    <dgm:pt modelId="{059A1249-4D63-4C92-A62D-D01586C5176A}" type="pres">
      <dgm:prSet presAssocID="{B523FB52-2FB6-4A7E-BB47-F89E295AD7E3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C39459-91FD-4ECE-A4F7-ACE64480B1FD}" type="pres">
      <dgm:prSet presAssocID="{C2301E1F-2458-42E9-9B53-4D1AA8C720B9}" presName="sibTrans" presStyleCnt="0"/>
      <dgm:spPr/>
    </dgm:pt>
    <dgm:pt modelId="{80AA7003-5B5C-4C71-BD8B-CF04913D79C0}" type="pres">
      <dgm:prSet presAssocID="{87E02D44-351F-4E70-8811-48C5593868B3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1D758CC-01C0-4F45-9D0C-D51724C68D82}" type="pres">
      <dgm:prSet presAssocID="{3DA24348-AD63-41EF-947A-5023BF068979}" presName="sibTrans" presStyleCnt="0"/>
      <dgm:spPr/>
    </dgm:pt>
    <dgm:pt modelId="{A6982481-12B7-4654-A119-E0E19A791C01}" type="pres">
      <dgm:prSet presAssocID="{20F9E695-E092-4DAD-AB90-804D61F6947C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5E5FD32-211E-4EDF-9120-EFF536C525BE}" srcId="{CE778E53-28DD-4C58-BB40-92C81B8C24AC}" destId="{6BE7F2DC-E8B3-4412-8EDA-21B327A10C8D}" srcOrd="1" destOrd="0" parTransId="{F6C5A83C-4A93-47F7-8F9D-107C4BF29CD0}" sibTransId="{D2B20B20-99FD-4F06-8373-C8FCF31C29A0}"/>
    <dgm:cxn modelId="{E48489C7-B253-4334-968D-5ABED0E45907}" srcId="{CE778E53-28DD-4C58-BB40-92C81B8C24AC}" destId="{20F9E695-E092-4DAD-AB90-804D61F6947C}" srcOrd="5" destOrd="0" parTransId="{CA4A7A86-D8DE-4165-AD24-160E57C545F1}" sibTransId="{1F56BBB9-0E2A-4D6C-9B35-791A8490FF27}"/>
    <dgm:cxn modelId="{2378D818-083D-4C8F-AF5E-47818132E8C8}" type="presOf" srcId="{248CD781-0234-4989-A2D9-5BED6CB2CE32}" destId="{817104B8-E43B-4F10-87C3-88B38AB7715C}" srcOrd="0" destOrd="0" presId="urn:microsoft.com/office/officeart/2005/8/layout/default"/>
    <dgm:cxn modelId="{922AD138-7567-4775-A0FF-0E9C85E42035}" srcId="{CE778E53-28DD-4C58-BB40-92C81B8C24AC}" destId="{87E02D44-351F-4E70-8811-48C5593868B3}" srcOrd="4" destOrd="0" parTransId="{BF64A900-9B48-4C22-802E-A42E624F1389}" sibTransId="{3DA24348-AD63-41EF-947A-5023BF068979}"/>
    <dgm:cxn modelId="{84B878F2-51A6-4251-8663-FCDE0A8A8EA8}" type="presOf" srcId="{EBED48B7-7493-4743-A6A5-E002B5688759}" destId="{F43C30BF-813C-4ADF-9992-CB06E3E24BB9}" srcOrd="0" destOrd="0" presId="urn:microsoft.com/office/officeart/2005/8/layout/default"/>
    <dgm:cxn modelId="{29613C85-175B-4F8E-A2D8-9772CD7DB95F}" type="presOf" srcId="{87E02D44-351F-4E70-8811-48C5593868B3}" destId="{80AA7003-5B5C-4C71-BD8B-CF04913D79C0}" srcOrd="0" destOrd="0" presId="urn:microsoft.com/office/officeart/2005/8/layout/default"/>
    <dgm:cxn modelId="{D800B28A-8C47-4E6E-B7AD-D36123628651}" srcId="{CE778E53-28DD-4C58-BB40-92C81B8C24AC}" destId="{B523FB52-2FB6-4A7E-BB47-F89E295AD7E3}" srcOrd="3" destOrd="0" parTransId="{6290CD77-FE71-471C-A644-09B603841FDB}" sibTransId="{C2301E1F-2458-42E9-9B53-4D1AA8C720B9}"/>
    <dgm:cxn modelId="{C31AD745-9AAB-4F39-BDEB-182107E13F52}" type="presOf" srcId="{20F9E695-E092-4DAD-AB90-804D61F6947C}" destId="{A6982481-12B7-4654-A119-E0E19A791C01}" srcOrd="0" destOrd="0" presId="urn:microsoft.com/office/officeart/2005/8/layout/default"/>
    <dgm:cxn modelId="{D63B9455-DD48-4C4B-ACF0-B71D95E70B83}" type="presOf" srcId="{6BE7F2DC-E8B3-4412-8EDA-21B327A10C8D}" destId="{9AF422CA-37C7-4AF5-8258-036602438C3B}" srcOrd="0" destOrd="0" presId="urn:microsoft.com/office/officeart/2005/8/layout/default"/>
    <dgm:cxn modelId="{C12D0E5F-069F-47A4-8A32-B0A50D44714A}" srcId="{CE778E53-28DD-4C58-BB40-92C81B8C24AC}" destId="{EBED48B7-7493-4743-A6A5-E002B5688759}" srcOrd="0" destOrd="0" parTransId="{0D8A31DA-6CFC-4C13-B8EC-C4978AED4160}" sibTransId="{25BAD7FF-3A2E-48C4-93F1-DD0D1F5681FC}"/>
    <dgm:cxn modelId="{2ACF5A9B-A023-403F-8582-63F05F64ABBE}" type="presOf" srcId="{CE778E53-28DD-4C58-BB40-92C81B8C24AC}" destId="{0FCEE7A8-DA6E-4682-8935-E791D69CE3A3}" srcOrd="0" destOrd="0" presId="urn:microsoft.com/office/officeart/2005/8/layout/default"/>
    <dgm:cxn modelId="{E9C7E794-2C92-4A46-8915-324B9F09797E}" type="presOf" srcId="{B523FB52-2FB6-4A7E-BB47-F89E295AD7E3}" destId="{059A1249-4D63-4C92-A62D-D01586C5176A}" srcOrd="0" destOrd="0" presId="urn:microsoft.com/office/officeart/2005/8/layout/default"/>
    <dgm:cxn modelId="{884D9078-0A92-47D1-A3E1-C90791FEC550}" srcId="{CE778E53-28DD-4C58-BB40-92C81B8C24AC}" destId="{248CD781-0234-4989-A2D9-5BED6CB2CE32}" srcOrd="2" destOrd="0" parTransId="{1AC5A27D-09E5-4BD9-B7B4-AC58895B1BF9}" sibTransId="{8C79EE85-DB22-4B85-811C-4AF1CFF6EF2A}"/>
    <dgm:cxn modelId="{634014F3-98DB-4C09-B0CC-38DB89EFA9D1}" type="presParOf" srcId="{0FCEE7A8-DA6E-4682-8935-E791D69CE3A3}" destId="{F43C30BF-813C-4ADF-9992-CB06E3E24BB9}" srcOrd="0" destOrd="0" presId="urn:microsoft.com/office/officeart/2005/8/layout/default"/>
    <dgm:cxn modelId="{FBBA0DB6-EFCF-45D5-ABAC-39EFEF2ADF52}" type="presParOf" srcId="{0FCEE7A8-DA6E-4682-8935-E791D69CE3A3}" destId="{59D77A55-4895-4091-A92D-9688E6D7C0F0}" srcOrd="1" destOrd="0" presId="urn:microsoft.com/office/officeart/2005/8/layout/default"/>
    <dgm:cxn modelId="{29F1E63E-AF62-4FE4-85CF-F58CB85E5037}" type="presParOf" srcId="{0FCEE7A8-DA6E-4682-8935-E791D69CE3A3}" destId="{9AF422CA-37C7-4AF5-8258-036602438C3B}" srcOrd="2" destOrd="0" presId="urn:microsoft.com/office/officeart/2005/8/layout/default"/>
    <dgm:cxn modelId="{FA59201F-C73D-457B-863F-8E572E02D9BA}" type="presParOf" srcId="{0FCEE7A8-DA6E-4682-8935-E791D69CE3A3}" destId="{C8AE0870-14EE-4A0A-988E-48DAA3CFC385}" srcOrd="3" destOrd="0" presId="urn:microsoft.com/office/officeart/2005/8/layout/default"/>
    <dgm:cxn modelId="{36CB00F5-76D8-4DD4-9CAD-405C4A949309}" type="presParOf" srcId="{0FCEE7A8-DA6E-4682-8935-E791D69CE3A3}" destId="{817104B8-E43B-4F10-87C3-88B38AB7715C}" srcOrd="4" destOrd="0" presId="urn:microsoft.com/office/officeart/2005/8/layout/default"/>
    <dgm:cxn modelId="{7C5BC161-9F7D-415C-87BE-B16787C45D66}" type="presParOf" srcId="{0FCEE7A8-DA6E-4682-8935-E791D69CE3A3}" destId="{9D61DF9B-CEB6-4133-8E07-7586D0108448}" srcOrd="5" destOrd="0" presId="urn:microsoft.com/office/officeart/2005/8/layout/default"/>
    <dgm:cxn modelId="{6F36E94F-E430-47DD-8F07-1345A989CCB6}" type="presParOf" srcId="{0FCEE7A8-DA6E-4682-8935-E791D69CE3A3}" destId="{059A1249-4D63-4C92-A62D-D01586C5176A}" srcOrd="6" destOrd="0" presId="urn:microsoft.com/office/officeart/2005/8/layout/default"/>
    <dgm:cxn modelId="{8F2DCFC9-1846-472B-ADD1-DDBCC6E93998}" type="presParOf" srcId="{0FCEE7A8-DA6E-4682-8935-E791D69CE3A3}" destId="{ABC39459-91FD-4ECE-A4F7-ACE64480B1FD}" srcOrd="7" destOrd="0" presId="urn:microsoft.com/office/officeart/2005/8/layout/default"/>
    <dgm:cxn modelId="{81781898-7B68-43CF-9D0F-9CC1DC490D0A}" type="presParOf" srcId="{0FCEE7A8-DA6E-4682-8935-E791D69CE3A3}" destId="{80AA7003-5B5C-4C71-BD8B-CF04913D79C0}" srcOrd="8" destOrd="0" presId="urn:microsoft.com/office/officeart/2005/8/layout/default"/>
    <dgm:cxn modelId="{099035BD-235C-4D8A-AD94-0DEAD79D820C}" type="presParOf" srcId="{0FCEE7A8-DA6E-4682-8935-E791D69CE3A3}" destId="{A1D758CC-01C0-4F45-9D0C-D51724C68D82}" srcOrd="9" destOrd="0" presId="urn:microsoft.com/office/officeart/2005/8/layout/default"/>
    <dgm:cxn modelId="{95B2E677-498B-4719-B98F-F04EE7AFE1DB}" type="presParOf" srcId="{0FCEE7A8-DA6E-4682-8935-E791D69CE3A3}" destId="{A6982481-12B7-4654-A119-E0E19A791C0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17DF75-6B13-4545-9F57-C0C1F34474F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E3B1083-4C7F-49A6-AFD9-F531DB2D4C0D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Система навигации: Определение местоположения самосвала с использованием GPS, GLONASS, инерциальных датчиков,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лидаров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, камер и других сенсоров.  Отображение данных на электронной карте.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8FED35B4-A4AF-4774-90C9-3B7F2E441D4A}" type="parTrans" cxnId="{9974671F-76EF-40FF-AF06-019014C4E115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3C24A21F-02B9-4A1C-A9E7-63D6A65EA08C}" type="sibTrans" cxnId="{9974671F-76EF-40FF-AF06-019014C4E115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B96C07C0-7E72-4C1F-A058-758345226771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Система планирования маршрута: Построение оптимальных маршрутов с учетом заданных параметров (расстояния, времени, расхода топлива, безопасности). Учет ограничений скорости, уклонов, типа покрытия.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EB51A826-5057-4F7B-870F-CD4A2EE2DC86}" type="parTrans" cxnId="{F4E5ACE8-BBC3-40A7-9304-BB4887B3B5B6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F8BD0B0F-601F-4585-9D9A-C2E827E194FA}" type="sibTrans" cxnId="{F4E5ACE8-BBC3-40A7-9304-BB4887B3B5B6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B6572898-2EF2-42F1-91AB-4631CE92798F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Система управления скоростью и траекторией: Автоматическое управление двигателем, тормозами и рулевым управлением для поддержания заданной скорости и траектории. Адаптивное управление скоростью при изменении дорожных условий.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6B051253-9426-4E1D-99BD-4353FD593B47}" type="parTrans" cxnId="{CF8A2CB5-AC67-44C0-8FB8-6C18625BEC76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E62D4F82-1D08-4BDD-8794-E0C6420F4E65}" type="sibTrans" cxnId="{CF8A2CB5-AC67-44C0-8FB8-6C18625BEC76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41A4617F-14B8-4D95-B7CA-D5A7CFD9E84E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Система предотвращения столкновений: Обнаружение препятствий (людей, техники, других объектов) с использованием радаров,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лидаров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и камер. Автоматическое торможение или объезд препятствий.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0A5AFA6E-C0F7-47AB-B962-C3D281116B3D}" type="parTrans" cxnId="{2F13CE91-29E7-4774-A431-2993725D9FAF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F24569B0-D7FB-4EB4-96C8-93A336CEC2C0}" type="sibTrans" cxnId="{2F13CE91-29E7-4774-A431-2993725D9FAF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A617CFF5-90FD-4115-8FC8-24D3A422A5A4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Система управления трафиком: Координация движения нескольких самосвалов, предотвращение заторов и столкновений на перекрестках и узких участках.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DF12F87E-3EC7-4D74-A41E-108440A18AE3}" type="parTrans" cxnId="{9060700B-E0C8-4B7E-8CA5-88CF3BE00D5D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A1FBBBF7-5C85-41BD-936D-808F3FF3EEC5}" type="sibTrans" cxnId="{9060700B-E0C8-4B7E-8CA5-88CF3BE00D5D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90310859-5F97-4BBA-A4AB-3783EF4E982E}" type="pres">
      <dgm:prSet presAssocID="{FF17DF75-6B13-4545-9F57-C0C1F34474F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91F87B8-A008-4155-A324-072F61663CE5}" type="pres">
      <dgm:prSet presAssocID="{6E3B1083-4C7F-49A6-AFD9-F531DB2D4C0D}" presName="node" presStyleLbl="node1" presStyleIdx="0" presStyleCnt="5" custScaleY="17998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CE72F2B-4A27-4F7A-A3EF-105465524AFB}" type="pres">
      <dgm:prSet presAssocID="{3C24A21F-02B9-4A1C-A9E7-63D6A65EA08C}" presName="sibTrans" presStyleCnt="0"/>
      <dgm:spPr/>
    </dgm:pt>
    <dgm:pt modelId="{3C5BC400-A799-43B4-AE1A-7E3F1C46FE5D}" type="pres">
      <dgm:prSet presAssocID="{B96C07C0-7E72-4C1F-A058-758345226771}" presName="node" presStyleLbl="node1" presStyleIdx="1" presStyleCnt="5" custScaleY="17998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38F5FBA-ABA6-4240-8DE5-E60933D0E04D}" type="pres">
      <dgm:prSet presAssocID="{F8BD0B0F-601F-4585-9D9A-C2E827E194FA}" presName="sibTrans" presStyleCnt="0"/>
      <dgm:spPr/>
    </dgm:pt>
    <dgm:pt modelId="{A0B1E2C8-CC6A-4644-9EAE-60FE39DB8CA2}" type="pres">
      <dgm:prSet presAssocID="{B6572898-2EF2-42F1-91AB-4631CE92798F}" presName="node" presStyleLbl="node1" presStyleIdx="2" presStyleCnt="5" custScaleY="17830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E5EBF6-C378-42F1-91F9-F57B664B1A28}" type="pres">
      <dgm:prSet presAssocID="{E62D4F82-1D08-4BDD-8794-E0C6420F4E65}" presName="sibTrans" presStyleCnt="0"/>
      <dgm:spPr/>
    </dgm:pt>
    <dgm:pt modelId="{C22570C5-02A5-4BCA-9D00-12B4B8A94F44}" type="pres">
      <dgm:prSet presAssocID="{41A4617F-14B8-4D95-B7CA-D5A7CFD9E84E}" presName="node" presStyleLbl="node1" presStyleIdx="3" presStyleCnt="5" custScaleX="1551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DF3BCA3-F93C-49B2-9626-B1C0E099781A}" type="pres">
      <dgm:prSet presAssocID="{F24569B0-D7FB-4EB4-96C8-93A336CEC2C0}" presName="sibTrans" presStyleCnt="0"/>
      <dgm:spPr/>
    </dgm:pt>
    <dgm:pt modelId="{61E6B450-A20C-449A-934C-3C8EBCFA2FCE}" type="pres">
      <dgm:prSet presAssocID="{A617CFF5-90FD-4115-8FC8-24D3A422A5A4}" presName="node" presStyleLbl="node1" presStyleIdx="4" presStyleCnt="5" custScaleX="14441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08E5A56-E35C-4764-9739-2E04F931CE28}" type="presOf" srcId="{41A4617F-14B8-4D95-B7CA-D5A7CFD9E84E}" destId="{C22570C5-02A5-4BCA-9D00-12B4B8A94F44}" srcOrd="0" destOrd="0" presId="urn:microsoft.com/office/officeart/2005/8/layout/default"/>
    <dgm:cxn modelId="{896233D2-0228-47D0-93C6-4F6468FD7172}" type="presOf" srcId="{6E3B1083-4C7F-49A6-AFD9-F531DB2D4C0D}" destId="{491F87B8-A008-4155-A324-072F61663CE5}" srcOrd="0" destOrd="0" presId="urn:microsoft.com/office/officeart/2005/8/layout/default"/>
    <dgm:cxn modelId="{3829653F-BED0-4D15-B2E4-F12564AF1BA9}" type="presOf" srcId="{B96C07C0-7E72-4C1F-A058-758345226771}" destId="{3C5BC400-A799-43B4-AE1A-7E3F1C46FE5D}" srcOrd="0" destOrd="0" presId="urn:microsoft.com/office/officeart/2005/8/layout/default"/>
    <dgm:cxn modelId="{9060700B-E0C8-4B7E-8CA5-88CF3BE00D5D}" srcId="{FF17DF75-6B13-4545-9F57-C0C1F34474F8}" destId="{A617CFF5-90FD-4115-8FC8-24D3A422A5A4}" srcOrd="4" destOrd="0" parTransId="{DF12F87E-3EC7-4D74-A41E-108440A18AE3}" sibTransId="{A1FBBBF7-5C85-41BD-936D-808F3FF3EEC5}"/>
    <dgm:cxn modelId="{9974671F-76EF-40FF-AF06-019014C4E115}" srcId="{FF17DF75-6B13-4545-9F57-C0C1F34474F8}" destId="{6E3B1083-4C7F-49A6-AFD9-F531DB2D4C0D}" srcOrd="0" destOrd="0" parTransId="{8FED35B4-A4AF-4774-90C9-3B7F2E441D4A}" sibTransId="{3C24A21F-02B9-4A1C-A9E7-63D6A65EA08C}"/>
    <dgm:cxn modelId="{F4E5ACE8-BBC3-40A7-9304-BB4887B3B5B6}" srcId="{FF17DF75-6B13-4545-9F57-C0C1F34474F8}" destId="{B96C07C0-7E72-4C1F-A058-758345226771}" srcOrd="1" destOrd="0" parTransId="{EB51A826-5057-4F7B-870F-CD4A2EE2DC86}" sibTransId="{F8BD0B0F-601F-4585-9D9A-C2E827E194FA}"/>
    <dgm:cxn modelId="{A5443158-D9E1-4D35-964E-9C9BB46B6B34}" type="presOf" srcId="{FF17DF75-6B13-4545-9F57-C0C1F34474F8}" destId="{90310859-5F97-4BBA-A4AB-3783EF4E982E}" srcOrd="0" destOrd="0" presId="urn:microsoft.com/office/officeart/2005/8/layout/default"/>
    <dgm:cxn modelId="{CF8A2CB5-AC67-44C0-8FB8-6C18625BEC76}" srcId="{FF17DF75-6B13-4545-9F57-C0C1F34474F8}" destId="{B6572898-2EF2-42F1-91AB-4631CE92798F}" srcOrd="2" destOrd="0" parTransId="{6B051253-9426-4E1D-99BD-4353FD593B47}" sibTransId="{E62D4F82-1D08-4BDD-8794-E0C6420F4E65}"/>
    <dgm:cxn modelId="{EA02C6DD-F1CD-4ADD-A213-698B93EA4562}" type="presOf" srcId="{B6572898-2EF2-42F1-91AB-4631CE92798F}" destId="{A0B1E2C8-CC6A-4644-9EAE-60FE39DB8CA2}" srcOrd="0" destOrd="0" presId="urn:microsoft.com/office/officeart/2005/8/layout/default"/>
    <dgm:cxn modelId="{2F13CE91-29E7-4774-A431-2993725D9FAF}" srcId="{FF17DF75-6B13-4545-9F57-C0C1F34474F8}" destId="{41A4617F-14B8-4D95-B7CA-D5A7CFD9E84E}" srcOrd="3" destOrd="0" parTransId="{0A5AFA6E-C0F7-47AB-B962-C3D281116B3D}" sibTransId="{F24569B0-D7FB-4EB4-96C8-93A336CEC2C0}"/>
    <dgm:cxn modelId="{7F38AAE1-9A5A-4886-AEBC-3968889736CD}" type="presOf" srcId="{A617CFF5-90FD-4115-8FC8-24D3A422A5A4}" destId="{61E6B450-A20C-449A-934C-3C8EBCFA2FCE}" srcOrd="0" destOrd="0" presId="urn:microsoft.com/office/officeart/2005/8/layout/default"/>
    <dgm:cxn modelId="{CB633FE8-9326-4676-AAA9-81063E70EA09}" type="presParOf" srcId="{90310859-5F97-4BBA-A4AB-3783EF4E982E}" destId="{491F87B8-A008-4155-A324-072F61663CE5}" srcOrd="0" destOrd="0" presId="urn:microsoft.com/office/officeart/2005/8/layout/default"/>
    <dgm:cxn modelId="{290E7A6B-B8E8-4102-98D6-34F90BF2AA0D}" type="presParOf" srcId="{90310859-5F97-4BBA-A4AB-3783EF4E982E}" destId="{9CE72F2B-4A27-4F7A-A3EF-105465524AFB}" srcOrd="1" destOrd="0" presId="urn:microsoft.com/office/officeart/2005/8/layout/default"/>
    <dgm:cxn modelId="{FABD231C-66C8-42D5-8AB2-504669062A0B}" type="presParOf" srcId="{90310859-5F97-4BBA-A4AB-3783EF4E982E}" destId="{3C5BC400-A799-43B4-AE1A-7E3F1C46FE5D}" srcOrd="2" destOrd="0" presId="urn:microsoft.com/office/officeart/2005/8/layout/default"/>
    <dgm:cxn modelId="{0E937677-181F-4107-A7FA-3AA0D00BE199}" type="presParOf" srcId="{90310859-5F97-4BBA-A4AB-3783EF4E982E}" destId="{038F5FBA-ABA6-4240-8DE5-E60933D0E04D}" srcOrd="3" destOrd="0" presId="urn:microsoft.com/office/officeart/2005/8/layout/default"/>
    <dgm:cxn modelId="{A6CA568E-5DC7-4CB5-B020-1359A8D446FD}" type="presParOf" srcId="{90310859-5F97-4BBA-A4AB-3783EF4E982E}" destId="{A0B1E2C8-CC6A-4644-9EAE-60FE39DB8CA2}" srcOrd="4" destOrd="0" presId="urn:microsoft.com/office/officeart/2005/8/layout/default"/>
    <dgm:cxn modelId="{6E5DB591-1B9C-4AE1-9B34-87BC2B3632AA}" type="presParOf" srcId="{90310859-5F97-4BBA-A4AB-3783EF4E982E}" destId="{6BE5EBF6-C378-42F1-91F9-F57B664B1A28}" srcOrd="5" destOrd="0" presId="urn:microsoft.com/office/officeart/2005/8/layout/default"/>
    <dgm:cxn modelId="{75B9198E-ADCD-4027-AF67-886D7BECC401}" type="presParOf" srcId="{90310859-5F97-4BBA-A4AB-3783EF4E982E}" destId="{C22570C5-02A5-4BCA-9D00-12B4B8A94F44}" srcOrd="6" destOrd="0" presId="urn:microsoft.com/office/officeart/2005/8/layout/default"/>
    <dgm:cxn modelId="{41130A00-A349-4E04-AC96-DA1F55CDB4FE}" type="presParOf" srcId="{90310859-5F97-4BBA-A4AB-3783EF4E982E}" destId="{ADF3BCA3-F93C-49B2-9626-B1C0E099781A}" srcOrd="7" destOrd="0" presId="urn:microsoft.com/office/officeart/2005/8/layout/default"/>
    <dgm:cxn modelId="{B9B9D2C0-4E17-445E-BE3A-E9214DFA800B}" type="presParOf" srcId="{90310859-5F97-4BBA-A4AB-3783EF4E982E}" destId="{61E6B450-A20C-449A-934C-3C8EBCFA2FC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6C0745-BA06-49AE-A696-BCFD3BE5C6C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DD2B697-A4E9-4ACA-9C1E-D19E63E7D3B7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Автоматическое управление двигателем и трансмиссией: Оптимизация работы двигателя и трансмиссии для повышения эффективности и снижения расхода топлива.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83983B10-26B3-4F99-80CD-5B38F20DE7DB}" type="parTrans" cxnId="{9FB492BA-641D-488D-BEC8-61509A5E89D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B2F486E-E243-4558-801A-1972F0D7DEF1}" type="sibTrans" cxnId="{9FB492BA-641D-488D-BEC8-61509A5E89D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4789D5C-7564-4BB7-B976-94DC1C4D6E40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Автоматическое управление тормозной системой: Обеспечение плавного и безопасного торможения, предотвращение блокировки колес.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CF205C46-2B70-4CA5-80C6-F0C0A5448165}" type="parTrans" cxnId="{4940B13A-7240-4740-A79D-1F0A35434F5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27DD116-8501-4148-BD44-2C06F5B2378B}" type="sibTrans" cxnId="{4940B13A-7240-4740-A79D-1F0A35434F5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2370769-C649-49CB-BEBA-C63EEF0AAAFA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Автоматическое управление рулевым управлением: Удержание самосвала на заданной траектории, выполнение поворотов и маневров.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548BC147-3C95-408E-A933-0D106C334B2C}" type="parTrans" cxnId="{4090DB94-2002-49E3-B9DC-DE70D38B220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639F8B1-5F4A-4414-A9B4-BA5E4C596BD0}" type="sibTrans" cxnId="{4090DB94-2002-49E3-B9DC-DE70D38B220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149266B-B05F-4D92-A495-4C3AB5DF3B00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Автоматическое управление кузовом: Подъем и опускание кузова для разгрузки и загрузки материала.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B6FCFBF3-865C-4BC1-80D0-C6B0AC5AD566}" type="parTrans" cxnId="{0C1EE91B-21DE-442D-85B3-6FD92704B281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5304B3C-C6D9-41B2-B769-16510C8E0035}" type="sibTrans" cxnId="{0C1EE91B-21DE-442D-85B3-6FD92704B281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7D5BE4A-F4AF-4056-A773-9DC9AB5A41F8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Автоматический контроль состояния узлов и агрегатов: Сбор данных о температуре, давлении, вибрации и других параметрах работы узлов и агрегатов.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F3737789-9528-42FA-ADF8-B64E0B2AC8D9}" type="parTrans" cxnId="{E0DC2079-1696-49DF-87F8-20FF320A92A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82EEBCE-7C20-4BC2-B98B-D5F7F8A3EB44}" type="sibTrans" cxnId="{E0DC2079-1696-49DF-87F8-20FF320A92A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C9524B6-266E-4D0A-9434-0C05685DD2D0}" type="pres">
      <dgm:prSet presAssocID="{906C0745-BA06-49AE-A696-BCFD3BE5C6C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3D10B38-2A10-429C-AE0F-DBB427175209}" type="pres">
      <dgm:prSet presAssocID="{6DD2B697-A4E9-4ACA-9C1E-D19E63E7D3B7}" presName="node" presStyleLbl="node1" presStyleIdx="0" presStyleCnt="5" custScaleY="13688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53EC4D-7008-43C1-96FE-70E87F995C2D}" type="pres">
      <dgm:prSet presAssocID="{1B2F486E-E243-4558-801A-1972F0D7DEF1}" presName="sibTrans" presStyleCnt="0"/>
      <dgm:spPr/>
    </dgm:pt>
    <dgm:pt modelId="{9C5A1CA1-9964-4857-B02E-16228742D92D}" type="pres">
      <dgm:prSet presAssocID="{94789D5C-7564-4BB7-B976-94DC1C4D6E40}" presName="node" presStyleLbl="node1" presStyleIdx="1" presStyleCnt="5" custScaleY="13856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20942E6-EC74-4552-8A2A-1BD7CFA8453A}" type="pres">
      <dgm:prSet presAssocID="{027DD116-8501-4148-BD44-2C06F5B2378B}" presName="sibTrans" presStyleCnt="0"/>
      <dgm:spPr/>
    </dgm:pt>
    <dgm:pt modelId="{DC279012-6560-4C37-9B8F-4B8FF7E370F9}" type="pres">
      <dgm:prSet presAssocID="{02370769-C649-49CB-BEBA-C63EEF0AAAFA}" presName="node" presStyleLbl="node1" presStyleIdx="2" presStyleCnt="5" custScaleY="13856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6A3651-7338-45E7-BAD9-93588070738A}" type="pres">
      <dgm:prSet presAssocID="{3639F8B1-5F4A-4414-A9B4-BA5E4C596BD0}" presName="sibTrans" presStyleCnt="0"/>
      <dgm:spPr/>
    </dgm:pt>
    <dgm:pt modelId="{7DBE50F7-7116-45CB-B69C-CBA2F6B519D9}" type="pres">
      <dgm:prSet presAssocID="{0149266B-B05F-4D92-A495-4C3AB5DF3B00}" presName="node" presStyleLbl="node1" presStyleIdx="3" presStyleCnt="5" custScaleX="12660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7C413BC-7821-41A2-8E24-78998A9A5A64}" type="pres">
      <dgm:prSet presAssocID="{C5304B3C-C6D9-41B2-B769-16510C8E0035}" presName="sibTrans" presStyleCnt="0"/>
      <dgm:spPr/>
    </dgm:pt>
    <dgm:pt modelId="{4D1CB3D8-FD5F-46F6-99E1-22F46AC33B76}" type="pres">
      <dgm:prSet presAssocID="{E7D5BE4A-F4AF-4056-A773-9DC9AB5A41F8}" presName="node" presStyleLbl="node1" presStyleIdx="4" presStyleCnt="5" custScaleX="12612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940B13A-7240-4740-A79D-1F0A35434F5C}" srcId="{906C0745-BA06-49AE-A696-BCFD3BE5C6C3}" destId="{94789D5C-7564-4BB7-B976-94DC1C4D6E40}" srcOrd="1" destOrd="0" parTransId="{CF205C46-2B70-4CA5-80C6-F0C0A5448165}" sibTransId="{027DD116-8501-4148-BD44-2C06F5B2378B}"/>
    <dgm:cxn modelId="{D942A29C-C4AA-43BB-A5C6-77EB741D060F}" type="presOf" srcId="{6DD2B697-A4E9-4ACA-9C1E-D19E63E7D3B7}" destId="{D3D10B38-2A10-429C-AE0F-DBB427175209}" srcOrd="0" destOrd="0" presId="urn:microsoft.com/office/officeart/2005/8/layout/default"/>
    <dgm:cxn modelId="{9FB492BA-641D-488D-BEC8-61509A5E89DD}" srcId="{906C0745-BA06-49AE-A696-BCFD3BE5C6C3}" destId="{6DD2B697-A4E9-4ACA-9C1E-D19E63E7D3B7}" srcOrd="0" destOrd="0" parTransId="{83983B10-26B3-4F99-80CD-5B38F20DE7DB}" sibTransId="{1B2F486E-E243-4558-801A-1972F0D7DEF1}"/>
    <dgm:cxn modelId="{8B78C7BD-B4E7-4187-8B59-F8ACEB855457}" type="presOf" srcId="{906C0745-BA06-49AE-A696-BCFD3BE5C6C3}" destId="{4C9524B6-266E-4D0A-9434-0C05685DD2D0}" srcOrd="0" destOrd="0" presId="urn:microsoft.com/office/officeart/2005/8/layout/default"/>
    <dgm:cxn modelId="{12D2FCA2-3277-4AF8-BF5D-D53FDDECB913}" type="presOf" srcId="{94789D5C-7564-4BB7-B976-94DC1C4D6E40}" destId="{9C5A1CA1-9964-4857-B02E-16228742D92D}" srcOrd="0" destOrd="0" presId="urn:microsoft.com/office/officeart/2005/8/layout/default"/>
    <dgm:cxn modelId="{0D4792FA-50AB-4CB4-BDD3-DE740A8466C3}" type="presOf" srcId="{02370769-C649-49CB-BEBA-C63EEF0AAAFA}" destId="{DC279012-6560-4C37-9B8F-4B8FF7E370F9}" srcOrd="0" destOrd="0" presId="urn:microsoft.com/office/officeart/2005/8/layout/default"/>
    <dgm:cxn modelId="{4090DB94-2002-49E3-B9DC-DE70D38B220C}" srcId="{906C0745-BA06-49AE-A696-BCFD3BE5C6C3}" destId="{02370769-C649-49CB-BEBA-C63EEF0AAAFA}" srcOrd="2" destOrd="0" parTransId="{548BC147-3C95-408E-A933-0D106C334B2C}" sibTransId="{3639F8B1-5F4A-4414-A9B4-BA5E4C596BD0}"/>
    <dgm:cxn modelId="{AB0BBE56-1304-4DDA-B366-1D0289648ACC}" type="presOf" srcId="{E7D5BE4A-F4AF-4056-A773-9DC9AB5A41F8}" destId="{4D1CB3D8-FD5F-46F6-99E1-22F46AC33B76}" srcOrd="0" destOrd="0" presId="urn:microsoft.com/office/officeart/2005/8/layout/default"/>
    <dgm:cxn modelId="{D55C62D5-24AF-42B8-A5EA-3DFFC2AA16E6}" type="presOf" srcId="{0149266B-B05F-4D92-A495-4C3AB5DF3B00}" destId="{7DBE50F7-7116-45CB-B69C-CBA2F6B519D9}" srcOrd="0" destOrd="0" presId="urn:microsoft.com/office/officeart/2005/8/layout/default"/>
    <dgm:cxn modelId="{E0DC2079-1696-49DF-87F8-20FF320A92A9}" srcId="{906C0745-BA06-49AE-A696-BCFD3BE5C6C3}" destId="{E7D5BE4A-F4AF-4056-A773-9DC9AB5A41F8}" srcOrd="4" destOrd="0" parTransId="{F3737789-9528-42FA-ADF8-B64E0B2AC8D9}" sibTransId="{C82EEBCE-7C20-4BC2-B98B-D5F7F8A3EB44}"/>
    <dgm:cxn modelId="{0C1EE91B-21DE-442D-85B3-6FD92704B281}" srcId="{906C0745-BA06-49AE-A696-BCFD3BE5C6C3}" destId="{0149266B-B05F-4D92-A495-4C3AB5DF3B00}" srcOrd="3" destOrd="0" parTransId="{B6FCFBF3-865C-4BC1-80D0-C6B0AC5AD566}" sibTransId="{C5304B3C-C6D9-41B2-B769-16510C8E0035}"/>
    <dgm:cxn modelId="{0C006B05-0B16-44F2-B40E-ADCEB6C5A292}" type="presParOf" srcId="{4C9524B6-266E-4D0A-9434-0C05685DD2D0}" destId="{D3D10B38-2A10-429C-AE0F-DBB427175209}" srcOrd="0" destOrd="0" presId="urn:microsoft.com/office/officeart/2005/8/layout/default"/>
    <dgm:cxn modelId="{B765239A-7D5E-4495-9CE2-2A39A53DFA19}" type="presParOf" srcId="{4C9524B6-266E-4D0A-9434-0C05685DD2D0}" destId="{F153EC4D-7008-43C1-96FE-70E87F995C2D}" srcOrd="1" destOrd="0" presId="urn:microsoft.com/office/officeart/2005/8/layout/default"/>
    <dgm:cxn modelId="{847BBACC-38CA-4738-A1FD-58607E003251}" type="presParOf" srcId="{4C9524B6-266E-4D0A-9434-0C05685DD2D0}" destId="{9C5A1CA1-9964-4857-B02E-16228742D92D}" srcOrd="2" destOrd="0" presId="urn:microsoft.com/office/officeart/2005/8/layout/default"/>
    <dgm:cxn modelId="{6510D35D-0776-4043-B7EA-B6C03D333C59}" type="presParOf" srcId="{4C9524B6-266E-4D0A-9434-0C05685DD2D0}" destId="{920942E6-EC74-4552-8A2A-1BD7CFA8453A}" srcOrd="3" destOrd="0" presId="urn:microsoft.com/office/officeart/2005/8/layout/default"/>
    <dgm:cxn modelId="{760A0E87-2F30-44BF-957C-A63F9D1CCDE1}" type="presParOf" srcId="{4C9524B6-266E-4D0A-9434-0C05685DD2D0}" destId="{DC279012-6560-4C37-9B8F-4B8FF7E370F9}" srcOrd="4" destOrd="0" presId="urn:microsoft.com/office/officeart/2005/8/layout/default"/>
    <dgm:cxn modelId="{62320525-2FCE-4F0A-821F-5BC89B47AC1E}" type="presParOf" srcId="{4C9524B6-266E-4D0A-9434-0C05685DD2D0}" destId="{596A3651-7338-45E7-BAD9-93588070738A}" srcOrd="5" destOrd="0" presId="urn:microsoft.com/office/officeart/2005/8/layout/default"/>
    <dgm:cxn modelId="{E22FF047-E14E-418E-A84D-6A4FD01F4A4D}" type="presParOf" srcId="{4C9524B6-266E-4D0A-9434-0C05685DD2D0}" destId="{7DBE50F7-7116-45CB-B69C-CBA2F6B519D9}" srcOrd="6" destOrd="0" presId="urn:microsoft.com/office/officeart/2005/8/layout/default"/>
    <dgm:cxn modelId="{F2E8601B-4698-4AEB-89DA-2E86BBEC0A1A}" type="presParOf" srcId="{4C9524B6-266E-4D0A-9434-0C05685DD2D0}" destId="{07C413BC-7821-41A2-8E24-78998A9A5A64}" srcOrd="7" destOrd="0" presId="urn:microsoft.com/office/officeart/2005/8/layout/default"/>
    <dgm:cxn modelId="{69DD1A22-7C04-4DA1-9B84-01BC1563DA6A}" type="presParOf" srcId="{4C9524B6-266E-4D0A-9434-0C05685DD2D0}" destId="{4D1CB3D8-FD5F-46F6-99E1-22F46AC33B7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6C0745-BA06-49AE-A696-BCFD3BE5C6C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DD2B697-A4E9-4ACA-9C1E-D19E63E7D3B7}">
      <dgm:prSet phldrT="[Текст]"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Бортовой компьютер:  Центральный процессор, принимающий решения на основе данных от сенсоров и команд от FMS.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83983B10-26B3-4F99-80CD-5B38F20DE7DB}" type="parTrans" cxnId="{9FB492BA-641D-488D-BEC8-61509A5E89D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B2F486E-E243-4558-801A-1972F0D7DEF1}" type="sibTrans" cxnId="{9FB492BA-641D-488D-BEC8-61509A5E89D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C9256C2-D8FA-4614-9494-E0B0695D98E4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Датчики и сенсоры: GPS, GLONASS, инерциальные датчики, лидары, радары, камеры, датчики давления, температуры, вибрации и т.д.</a:t>
          </a:r>
        </a:p>
      </dgm:t>
    </dgm:pt>
    <dgm:pt modelId="{A42D9407-FA9F-4B6C-895B-B57BD1BE2CE2}" type="parTrans" cxnId="{F343B49C-3E7D-4A01-8FB9-5DD9A00E387B}">
      <dgm:prSet/>
      <dgm:spPr/>
      <dgm:t>
        <a:bodyPr/>
        <a:lstStyle/>
        <a:p>
          <a:endParaRPr lang="ru-RU"/>
        </a:p>
      </dgm:t>
    </dgm:pt>
    <dgm:pt modelId="{A1005D6D-EF56-4341-8FE2-56E10F949512}" type="sibTrans" cxnId="{F343B49C-3E7D-4A01-8FB9-5DD9A00E387B}">
      <dgm:prSet/>
      <dgm:spPr/>
      <dgm:t>
        <a:bodyPr/>
        <a:lstStyle/>
        <a:p>
          <a:endParaRPr lang="ru-RU"/>
        </a:p>
      </dgm:t>
    </dgm:pt>
    <dgm:pt modelId="{E0BB86F6-7C4A-4FC4-83EA-7D946BD15B80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Исполнительные механизмы: Приводы рулевого управления, тормозной системы, двигателя, трансмиссии, кузова.</a:t>
          </a:r>
        </a:p>
      </dgm:t>
    </dgm:pt>
    <dgm:pt modelId="{A23557AE-47CE-4828-9325-5E2B875BEFFD}" type="parTrans" cxnId="{E8342E4A-F257-41BD-8D2A-91F3B20093AF}">
      <dgm:prSet/>
      <dgm:spPr/>
      <dgm:t>
        <a:bodyPr/>
        <a:lstStyle/>
        <a:p>
          <a:endParaRPr lang="ru-RU"/>
        </a:p>
      </dgm:t>
    </dgm:pt>
    <dgm:pt modelId="{F45DE097-447E-4878-A6A1-14AF4C397239}" type="sibTrans" cxnId="{E8342E4A-F257-41BD-8D2A-91F3B20093AF}">
      <dgm:prSet/>
      <dgm:spPr/>
      <dgm:t>
        <a:bodyPr/>
        <a:lstStyle/>
        <a:p>
          <a:endParaRPr lang="ru-RU"/>
        </a:p>
      </dgm:t>
    </dgm:pt>
    <dgm:pt modelId="{30E5CD15-F909-4D6F-945A-05D455C0CFCA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Коммуникационное оборудование: Модемы, антенны для связи с FMS и другими самосвалами.</a:t>
          </a:r>
        </a:p>
      </dgm:t>
    </dgm:pt>
    <dgm:pt modelId="{8CD19930-3B81-44C9-8C1E-3BB4F732D844}" type="parTrans" cxnId="{B43A6FB7-FCA3-4FCC-83E6-8E354A75FC67}">
      <dgm:prSet/>
      <dgm:spPr/>
      <dgm:t>
        <a:bodyPr/>
        <a:lstStyle/>
        <a:p>
          <a:endParaRPr lang="ru-RU"/>
        </a:p>
      </dgm:t>
    </dgm:pt>
    <dgm:pt modelId="{85D1BB75-8666-4390-99BE-3A2D80BCCA03}" type="sibTrans" cxnId="{B43A6FB7-FCA3-4FCC-83E6-8E354A75FC67}">
      <dgm:prSet/>
      <dgm:spPr/>
      <dgm:t>
        <a:bodyPr/>
        <a:lstStyle/>
        <a:p>
          <a:endParaRPr lang="ru-RU"/>
        </a:p>
      </dgm:t>
    </dgm:pt>
    <dgm:pt modelId="{62751700-0CE0-44AE-9571-293D83751159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Программное обеспечение:  Алгоритмы управления движением, навигации, предотвращения столкновений, диагностики и т.д.</a:t>
          </a:r>
        </a:p>
      </dgm:t>
    </dgm:pt>
    <dgm:pt modelId="{00C56FD4-0B55-4F32-9EBB-E2932330DB7D}" type="parTrans" cxnId="{046A6124-E9E0-49B0-862E-C84277D5977C}">
      <dgm:prSet/>
      <dgm:spPr/>
      <dgm:t>
        <a:bodyPr/>
        <a:lstStyle/>
        <a:p>
          <a:endParaRPr lang="ru-RU"/>
        </a:p>
      </dgm:t>
    </dgm:pt>
    <dgm:pt modelId="{33C65654-D4BC-47BB-A7D0-AC9570A27637}" type="sibTrans" cxnId="{046A6124-E9E0-49B0-862E-C84277D5977C}">
      <dgm:prSet/>
      <dgm:spPr/>
      <dgm:t>
        <a:bodyPr/>
        <a:lstStyle/>
        <a:p>
          <a:endParaRPr lang="ru-RU"/>
        </a:p>
      </dgm:t>
    </dgm:pt>
    <dgm:pt modelId="{4C9524B6-266E-4D0A-9434-0C05685DD2D0}" type="pres">
      <dgm:prSet presAssocID="{906C0745-BA06-49AE-A696-BCFD3BE5C6C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3D10B38-2A10-429C-AE0F-DBB427175209}" type="pres">
      <dgm:prSet presAssocID="{6DD2B697-A4E9-4ACA-9C1E-D19E63E7D3B7}" presName="node" presStyleLbl="node1" presStyleIdx="0" presStyleCnt="5" custScaleY="13688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53EC4D-7008-43C1-96FE-70E87F995C2D}" type="pres">
      <dgm:prSet presAssocID="{1B2F486E-E243-4558-801A-1972F0D7DEF1}" presName="sibTrans" presStyleCnt="0"/>
      <dgm:spPr/>
    </dgm:pt>
    <dgm:pt modelId="{03D308F4-1ADF-40EE-A369-5C2B45EA38B9}" type="pres">
      <dgm:prSet presAssocID="{FC9256C2-D8FA-4614-9494-E0B0695D98E4}" presName="node" presStyleLbl="node1" presStyleIdx="1" presStyleCnt="5" custScaleY="13341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4262558-E74C-472B-9055-04DEF8EB075D}" type="pres">
      <dgm:prSet presAssocID="{A1005D6D-EF56-4341-8FE2-56E10F949512}" presName="sibTrans" presStyleCnt="0"/>
      <dgm:spPr/>
    </dgm:pt>
    <dgm:pt modelId="{2639153D-AC8C-45ED-8424-1F7937A28210}" type="pres">
      <dgm:prSet presAssocID="{E0BB86F6-7C4A-4FC4-83EA-7D946BD15B80}" presName="node" presStyleLbl="node1" presStyleIdx="2" presStyleCnt="5" custScaleY="13524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9C361F-7E9D-4934-9145-8C76BAA45B05}" type="pres">
      <dgm:prSet presAssocID="{F45DE097-447E-4878-A6A1-14AF4C397239}" presName="sibTrans" presStyleCnt="0"/>
      <dgm:spPr/>
    </dgm:pt>
    <dgm:pt modelId="{370B282E-2B33-473F-9B19-6A099393FB5C}" type="pres">
      <dgm:prSet presAssocID="{30E5CD15-F909-4D6F-945A-05D455C0CFCA}" presName="node" presStyleLbl="node1" presStyleIdx="3" presStyleCnt="5" custScaleX="13278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1D7E29-8016-4CAA-9EBD-6619D3AD8117}" type="pres">
      <dgm:prSet presAssocID="{85D1BB75-8666-4390-99BE-3A2D80BCCA03}" presName="sibTrans" presStyleCnt="0"/>
      <dgm:spPr/>
    </dgm:pt>
    <dgm:pt modelId="{60718439-99DF-4FAE-93DD-FB567F08BB6D}" type="pres">
      <dgm:prSet presAssocID="{62751700-0CE0-44AE-9571-293D83751159}" presName="node" presStyleLbl="node1" presStyleIdx="4" presStyleCnt="5" custScaleX="13082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43A6FB7-FCA3-4FCC-83E6-8E354A75FC67}" srcId="{906C0745-BA06-49AE-A696-BCFD3BE5C6C3}" destId="{30E5CD15-F909-4D6F-945A-05D455C0CFCA}" srcOrd="3" destOrd="0" parTransId="{8CD19930-3B81-44C9-8C1E-3BB4F732D844}" sibTransId="{85D1BB75-8666-4390-99BE-3A2D80BCCA03}"/>
    <dgm:cxn modelId="{F4CE16BA-7045-4E26-9C6C-754FD8AB079C}" type="presOf" srcId="{62751700-0CE0-44AE-9571-293D83751159}" destId="{60718439-99DF-4FAE-93DD-FB567F08BB6D}" srcOrd="0" destOrd="0" presId="urn:microsoft.com/office/officeart/2005/8/layout/default"/>
    <dgm:cxn modelId="{F31D8F3B-D6E1-4EE0-94AA-ED7E028AE6FA}" type="presOf" srcId="{6DD2B697-A4E9-4ACA-9C1E-D19E63E7D3B7}" destId="{D3D10B38-2A10-429C-AE0F-DBB427175209}" srcOrd="0" destOrd="0" presId="urn:microsoft.com/office/officeart/2005/8/layout/default"/>
    <dgm:cxn modelId="{55C4A541-1CA8-49C4-9154-BF4551407301}" type="presOf" srcId="{FC9256C2-D8FA-4614-9494-E0B0695D98E4}" destId="{03D308F4-1ADF-40EE-A369-5C2B45EA38B9}" srcOrd="0" destOrd="0" presId="urn:microsoft.com/office/officeart/2005/8/layout/default"/>
    <dgm:cxn modelId="{E8342E4A-F257-41BD-8D2A-91F3B20093AF}" srcId="{906C0745-BA06-49AE-A696-BCFD3BE5C6C3}" destId="{E0BB86F6-7C4A-4FC4-83EA-7D946BD15B80}" srcOrd="2" destOrd="0" parTransId="{A23557AE-47CE-4828-9325-5E2B875BEFFD}" sibTransId="{F45DE097-447E-4878-A6A1-14AF4C397239}"/>
    <dgm:cxn modelId="{F343B49C-3E7D-4A01-8FB9-5DD9A00E387B}" srcId="{906C0745-BA06-49AE-A696-BCFD3BE5C6C3}" destId="{FC9256C2-D8FA-4614-9494-E0B0695D98E4}" srcOrd="1" destOrd="0" parTransId="{A42D9407-FA9F-4B6C-895B-B57BD1BE2CE2}" sibTransId="{A1005D6D-EF56-4341-8FE2-56E10F949512}"/>
    <dgm:cxn modelId="{AEB673B6-504F-4C51-BB47-C49DD91E1D73}" type="presOf" srcId="{E0BB86F6-7C4A-4FC4-83EA-7D946BD15B80}" destId="{2639153D-AC8C-45ED-8424-1F7937A28210}" srcOrd="0" destOrd="0" presId="urn:microsoft.com/office/officeart/2005/8/layout/default"/>
    <dgm:cxn modelId="{046A6124-E9E0-49B0-862E-C84277D5977C}" srcId="{906C0745-BA06-49AE-A696-BCFD3BE5C6C3}" destId="{62751700-0CE0-44AE-9571-293D83751159}" srcOrd="4" destOrd="0" parTransId="{00C56FD4-0B55-4F32-9EBB-E2932330DB7D}" sibTransId="{33C65654-D4BC-47BB-A7D0-AC9570A27637}"/>
    <dgm:cxn modelId="{4CC6EAB2-428A-4B88-B2AA-D26A1DD49E2D}" type="presOf" srcId="{30E5CD15-F909-4D6F-945A-05D455C0CFCA}" destId="{370B282E-2B33-473F-9B19-6A099393FB5C}" srcOrd="0" destOrd="0" presId="urn:microsoft.com/office/officeart/2005/8/layout/default"/>
    <dgm:cxn modelId="{9FB492BA-641D-488D-BEC8-61509A5E89DD}" srcId="{906C0745-BA06-49AE-A696-BCFD3BE5C6C3}" destId="{6DD2B697-A4E9-4ACA-9C1E-D19E63E7D3B7}" srcOrd="0" destOrd="0" parTransId="{83983B10-26B3-4F99-80CD-5B38F20DE7DB}" sibTransId="{1B2F486E-E243-4558-801A-1972F0D7DEF1}"/>
    <dgm:cxn modelId="{5D9727AA-F6D2-4731-B0EE-C2CCF26F6650}" type="presOf" srcId="{906C0745-BA06-49AE-A696-BCFD3BE5C6C3}" destId="{4C9524B6-266E-4D0A-9434-0C05685DD2D0}" srcOrd="0" destOrd="0" presId="urn:microsoft.com/office/officeart/2005/8/layout/default"/>
    <dgm:cxn modelId="{9D546426-2BBE-4232-9CAE-0666B83FAF3C}" type="presParOf" srcId="{4C9524B6-266E-4D0A-9434-0C05685DD2D0}" destId="{D3D10B38-2A10-429C-AE0F-DBB427175209}" srcOrd="0" destOrd="0" presId="urn:microsoft.com/office/officeart/2005/8/layout/default"/>
    <dgm:cxn modelId="{BE80BCEB-A254-4F9E-95CE-9873BEF35F0B}" type="presParOf" srcId="{4C9524B6-266E-4D0A-9434-0C05685DD2D0}" destId="{F153EC4D-7008-43C1-96FE-70E87F995C2D}" srcOrd="1" destOrd="0" presId="urn:microsoft.com/office/officeart/2005/8/layout/default"/>
    <dgm:cxn modelId="{2C517A4E-0E72-4B65-9F70-0213A75844D2}" type="presParOf" srcId="{4C9524B6-266E-4D0A-9434-0C05685DD2D0}" destId="{03D308F4-1ADF-40EE-A369-5C2B45EA38B9}" srcOrd="2" destOrd="0" presId="urn:microsoft.com/office/officeart/2005/8/layout/default"/>
    <dgm:cxn modelId="{2658D6FC-7196-4786-951B-E86542A867AD}" type="presParOf" srcId="{4C9524B6-266E-4D0A-9434-0C05685DD2D0}" destId="{54262558-E74C-472B-9055-04DEF8EB075D}" srcOrd="3" destOrd="0" presId="urn:microsoft.com/office/officeart/2005/8/layout/default"/>
    <dgm:cxn modelId="{B34C11AD-135B-4CE9-8D70-948731325275}" type="presParOf" srcId="{4C9524B6-266E-4D0A-9434-0C05685DD2D0}" destId="{2639153D-AC8C-45ED-8424-1F7937A28210}" srcOrd="4" destOrd="0" presId="urn:microsoft.com/office/officeart/2005/8/layout/default"/>
    <dgm:cxn modelId="{987BDBFC-A30A-4D61-B9E1-BDDE0E56C9F3}" type="presParOf" srcId="{4C9524B6-266E-4D0A-9434-0C05685DD2D0}" destId="{B29C361F-7E9D-4934-9145-8C76BAA45B05}" srcOrd="5" destOrd="0" presId="urn:microsoft.com/office/officeart/2005/8/layout/default"/>
    <dgm:cxn modelId="{95EDE2C5-20F4-4765-A064-F6DBBF1B2D65}" type="presParOf" srcId="{4C9524B6-266E-4D0A-9434-0C05685DD2D0}" destId="{370B282E-2B33-473F-9B19-6A099393FB5C}" srcOrd="6" destOrd="0" presId="urn:microsoft.com/office/officeart/2005/8/layout/default"/>
    <dgm:cxn modelId="{E4C154AD-60A4-4E1A-80A8-CC3C32C1D945}" type="presParOf" srcId="{4C9524B6-266E-4D0A-9434-0C05685DD2D0}" destId="{E21D7E29-8016-4CAA-9EBD-6619D3AD8117}" srcOrd="7" destOrd="0" presId="urn:microsoft.com/office/officeart/2005/8/layout/default"/>
    <dgm:cxn modelId="{C4EBBC3E-2FF2-406D-8B18-EC28A5E6C655}" type="presParOf" srcId="{4C9524B6-266E-4D0A-9434-0C05685DD2D0}" destId="{60718439-99DF-4FAE-93DD-FB567F08BB6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6C0745-BA06-49AE-A696-BCFD3BE5C6C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DD2B697-A4E9-4ACA-9C1E-D19E63E7D3B7}">
      <dgm:prSet phldrT="[Текст]"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Визуализация: Отображение местоположения, состояния и параметров работы самосвалов на электронной карте.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83983B10-26B3-4F99-80CD-5B38F20DE7DB}" type="parTrans" cxnId="{9FB492BA-641D-488D-BEC8-61509A5E89D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B2F486E-E243-4558-801A-1972F0D7DEF1}" type="sibTrans" cxnId="{9FB492BA-641D-488D-BEC8-61509A5E89D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8713B4C-CAE0-49E0-9F42-0132B882801E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Диспетчеризация: Назначение задач самосвалам, изменение маршрутов, управление приоритетами.</a:t>
          </a:r>
        </a:p>
      </dgm:t>
    </dgm:pt>
    <dgm:pt modelId="{82106A1D-88C9-4F7E-9727-61F46710522C}" type="parTrans" cxnId="{CA5C9C69-A9D3-44EC-A935-A9FAB90838A3}">
      <dgm:prSet/>
      <dgm:spPr/>
      <dgm:t>
        <a:bodyPr/>
        <a:lstStyle/>
        <a:p>
          <a:endParaRPr lang="ru-RU"/>
        </a:p>
      </dgm:t>
    </dgm:pt>
    <dgm:pt modelId="{FBF730B4-2F03-4911-AF50-CFBD49B2E86B}" type="sibTrans" cxnId="{CA5C9C69-A9D3-44EC-A935-A9FAB90838A3}">
      <dgm:prSet/>
      <dgm:spPr/>
      <dgm:t>
        <a:bodyPr/>
        <a:lstStyle/>
        <a:p>
          <a:endParaRPr lang="ru-RU"/>
        </a:p>
      </dgm:t>
    </dgm:pt>
    <dgm:pt modelId="{E70E30AD-C52E-46E3-B6E0-354EA4003B7A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Мониторинг: Отслеживание критических событий, аварий, отклонений от заданных параметров.</a:t>
          </a:r>
        </a:p>
      </dgm:t>
    </dgm:pt>
    <dgm:pt modelId="{FEFF3CAD-6996-4223-B332-CBB8E06AC94F}" type="parTrans" cxnId="{BF2FFCD4-468E-4141-B124-21B1EB6E9251}">
      <dgm:prSet/>
      <dgm:spPr/>
      <dgm:t>
        <a:bodyPr/>
        <a:lstStyle/>
        <a:p>
          <a:endParaRPr lang="ru-RU"/>
        </a:p>
      </dgm:t>
    </dgm:pt>
    <dgm:pt modelId="{58EAAED7-C691-44CF-BF59-9DC81953CE9F}" type="sibTrans" cxnId="{BF2FFCD4-468E-4141-B124-21B1EB6E9251}">
      <dgm:prSet/>
      <dgm:spPr/>
      <dgm:t>
        <a:bodyPr/>
        <a:lstStyle/>
        <a:p>
          <a:endParaRPr lang="ru-RU"/>
        </a:p>
      </dgm:t>
    </dgm:pt>
    <dgm:pt modelId="{0195899A-712D-481C-B47E-BED4DA1A7016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Управление инцидентами: Реагирование на аварийные ситуации, удаленное управление самосвалами (в случае необходимости).</a:t>
          </a:r>
        </a:p>
      </dgm:t>
    </dgm:pt>
    <dgm:pt modelId="{9ED15FCE-D031-45C9-BF3D-ED4520CD4010}" type="parTrans" cxnId="{1B87B8B2-0800-4E01-A78B-37AEE65F5B30}">
      <dgm:prSet/>
      <dgm:spPr/>
      <dgm:t>
        <a:bodyPr/>
        <a:lstStyle/>
        <a:p>
          <a:endParaRPr lang="ru-RU"/>
        </a:p>
      </dgm:t>
    </dgm:pt>
    <dgm:pt modelId="{EB223E49-0DE9-4783-9EB9-6C69CD72AD12}" type="sibTrans" cxnId="{1B87B8B2-0800-4E01-A78B-37AEE65F5B30}">
      <dgm:prSet/>
      <dgm:spPr/>
      <dgm:t>
        <a:bodyPr/>
        <a:lstStyle/>
        <a:p>
          <a:endParaRPr lang="ru-RU"/>
        </a:p>
      </dgm:t>
    </dgm:pt>
    <dgm:pt modelId="{A9548499-D3D4-46E3-BE5D-5ECA07E70EDB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Анализ данных и отчетность: Сбор и анализ данных о производительности, эффективности, безопасности, формирование отчетов.</a:t>
          </a:r>
        </a:p>
      </dgm:t>
    </dgm:pt>
    <dgm:pt modelId="{E88ABF23-433C-457F-BE4D-73C0F6199EB7}" type="parTrans" cxnId="{0FB3BA3F-2CF1-4135-ACE2-EAF8B35E1BD5}">
      <dgm:prSet/>
      <dgm:spPr/>
      <dgm:t>
        <a:bodyPr/>
        <a:lstStyle/>
        <a:p>
          <a:endParaRPr lang="ru-RU"/>
        </a:p>
      </dgm:t>
    </dgm:pt>
    <dgm:pt modelId="{AF07201E-ABF6-4585-9372-931B70905FF6}" type="sibTrans" cxnId="{0FB3BA3F-2CF1-4135-ACE2-EAF8B35E1BD5}">
      <dgm:prSet/>
      <dgm:spPr/>
      <dgm:t>
        <a:bodyPr/>
        <a:lstStyle/>
        <a:p>
          <a:endParaRPr lang="ru-RU"/>
        </a:p>
      </dgm:t>
    </dgm:pt>
    <dgm:pt modelId="{4C9524B6-266E-4D0A-9434-0C05685DD2D0}" type="pres">
      <dgm:prSet presAssocID="{906C0745-BA06-49AE-A696-BCFD3BE5C6C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3D10B38-2A10-429C-AE0F-DBB427175209}" type="pres">
      <dgm:prSet presAssocID="{6DD2B697-A4E9-4ACA-9C1E-D19E63E7D3B7}" presName="node" presStyleLbl="node1" presStyleIdx="0" presStyleCnt="5" custScaleY="13688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53EC4D-7008-43C1-96FE-70E87F995C2D}" type="pres">
      <dgm:prSet presAssocID="{1B2F486E-E243-4558-801A-1972F0D7DEF1}" presName="sibTrans" presStyleCnt="0"/>
      <dgm:spPr/>
    </dgm:pt>
    <dgm:pt modelId="{256EC9F6-C8EB-41E0-811C-BBC514E0E867}" type="pres">
      <dgm:prSet presAssocID="{A8713B4C-CAE0-49E0-9F42-0132B882801E}" presName="node" presStyleLbl="node1" presStyleIdx="1" presStyleCnt="5" custScaleY="13707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B17C47-1111-4215-899E-B8655836EDCE}" type="pres">
      <dgm:prSet presAssocID="{FBF730B4-2F03-4911-AF50-CFBD49B2E86B}" presName="sibTrans" presStyleCnt="0"/>
      <dgm:spPr/>
    </dgm:pt>
    <dgm:pt modelId="{B0ED6F8D-9528-457D-A93A-A137CD01ECBA}" type="pres">
      <dgm:prSet presAssocID="{E70E30AD-C52E-46E3-B6E0-354EA4003B7A}" presName="node" presStyleLbl="node1" presStyleIdx="2" presStyleCnt="5" custScaleY="13707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581B32-401F-432D-8CF6-0E59D305B975}" type="pres">
      <dgm:prSet presAssocID="{58EAAED7-C691-44CF-BF59-9DC81953CE9F}" presName="sibTrans" presStyleCnt="0"/>
      <dgm:spPr/>
    </dgm:pt>
    <dgm:pt modelId="{E31FBC91-B0FB-4893-A670-2601B5A4056F}" type="pres">
      <dgm:prSet presAssocID="{0195899A-712D-481C-B47E-BED4DA1A7016}" presName="node" presStyleLbl="node1" presStyleIdx="3" presStyleCnt="5" custScaleX="12727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F224A9D-EDC3-40DD-B1A4-500A42F2D24D}" type="pres">
      <dgm:prSet presAssocID="{EB223E49-0DE9-4783-9EB9-6C69CD72AD12}" presName="sibTrans" presStyleCnt="0"/>
      <dgm:spPr/>
    </dgm:pt>
    <dgm:pt modelId="{8CD0A06E-68E8-4D2D-93A1-85DD7398327F}" type="pres">
      <dgm:prSet presAssocID="{A9548499-D3D4-46E3-BE5D-5ECA07E70EDB}" presName="node" presStyleLbl="node1" presStyleIdx="4" presStyleCnt="5" custScaleX="13963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F2FFCD4-468E-4141-B124-21B1EB6E9251}" srcId="{906C0745-BA06-49AE-A696-BCFD3BE5C6C3}" destId="{E70E30AD-C52E-46E3-B6E0-354EA4003B7A}" srcOrd="2" destOrd="0" parTransId="{FEFF3CAD-6996-4223-B332-CBB8E06AC94F}" sibTransId="{58EAAED7-C691-44CF-BF59-9DC81953CE9F}"/>
    <dgm:cxn modelId="{1B87B8B2-0800-4E01-A78B-37AEE65F5B30}" srcId="{906C0745-BA06-49AE-A696-BCFD3BE5C6C3}" destId="{0195899A-712D-481C-B47E-BED4DA1A7016}" srcOrd="3" destOrd="0" parTransId="{9ED15FCE-D031-45C9-BF3D-ED4520CD4010}" sibTransId="{EB223E49-0DE9-4783-9EB9-6C69CD72AD12}"/>
    <dgm:cxn modelId="{CA5C9C69-A9D3-44EC-A935-A9FAB90838A3}" srcId="{906C0745-BA06-49AE-A696-BCFD3BE5C6C3}" destId="{A8713B4C-CAE0-49E0-9F42-0132B882801E}" srcOrd="1" destOrd="0" parTransId="{82106A1D-88C9-4F7E-9727-61F46710522C}" sibTransId="{FBF730B4-2F03-4911-AF50-CFBD49B2E86B}"/>
    <dgm:cxn modelId="{727F7082-EFD2-4E3F-A59E-A673117FB969}" type="presOf" srcId="{A8713B4C-CAE0-49E0-9F42-0132B882801E}" destId="{256EC9F6-C8EB-41E0-811C-BBC514E0E867}" srcOrd="0" destOrd="0" presId="urn:microsoft.com/office/officeart/2005/8/layout/default"/>
    <dgm:cxn modelId="{30BAB56B-A88D-4ECE-A91E-1B4AB7285FF7}" type="presOf" srcId="{A9548499-D3D4-46E3-BE5D-5ECA07E70EDB}" destId="{8CD0A06E-68E8-4D2D-93A1-85DD7398327F}" srcOrd="0" destOrd="0" presId="urn:microsoft.com/office/officeart/2005/8/layout/default"/>
    <dgm:cxn modelId="{101ABAF6-900C-44B3-BF64-196C9B4B38B8}" type="presOf" srcId="{E70E30AD-C52E-46E3-B6E0-354EA4003B7A}" destId="{B0ED6F8D-9528-457D-A93A-A137CD01ECBA}" srcOrd="0" destOrd="0" presId="urn:microsoft.com/office/officeart/2005/8/layout/default"/>
    <dgm:cxn modelId="{0FB3BA3F-2CF1-4135-ACE2-EAF8B35E1BD5}" srcId="{906C0745-BA06-49AE-A696-BCFD3BE5C6C3}" destId="{A9548499-D3D4-46E3-BE5D-5ECA07E70EDB}" srcOrd="4" destOrd="0" parTransId="{E88ABF23-433C-457F-BE4D-73C0F6199EB7}" sibTransId="{AF07201E-ABF6-4585-9372-931B70905FF6}"/>
    <dgm:cxn modelId="{9FB492BA-641D-488D-BEC8-61509A5E89DD}" srcId="{906C0745-BA06-49AE-A696-BCFD3BE5C6C3}" destId="{6DD2B697-A4E9-4ACA-9C1E-D19E63E7D3B7}" srcOrd="0" destOrd="0" parTransId="{83983B10-26B3-4F99-80CD-5B38F20DE7DB}" sibTransId="{1B2F486E-E243-4558-801A-1972F0D7DEF1}"/>
    <dgm:cxn modelId="{7B6DF525-E8D0-4B98-9CAD-A0EBBEB51F0A}" type="presOf" srcId="{6DD2B697-A4E9-4ACA-9C1E-D19E63E7D3B7}" destId="{D3D10B38-2A10-429C-AE0F-DBB427175209}" srcOrd="0" destOrd="0" presId="urn:microsoft.com/office/officeart/2005/8/layout/default"/>
    <dgm:cxn modelId="{98DC13C2-C6C2-4629-AE04-3B0DDB79E4A0}" type="presOf" srcId="{906C0745-BA06-49AE-A696-BCFD3BE5C6C3}" destId="{4C9524B6-266E-4D0A-9434-0C05685DD2D0}" srcOrd="0" destOrd="0" presId="urn:microsoft.com/office/officeart/2005/8/layout/default"/>
    <dgm:cxn modelId="{E1D3D429-3E54-4A85-8D66-D24425BA2DEC}" type="presOf" srcId="{0195899A-712D-481C-B47E-BED4DA1A7016}" destId="{E31FBC91-B0FB-4893-A670-2601B5A4056F}" srcOrd="0" destOrd="0" presId="urn:microsoft.com/office/officeart/2005/8/layout/default"/>
    <dgm:cxn modelId="{E07CCFF2-7D76-48FB-A03A-F8A6905132DD}" type="presParOf" srcId="{4C9524B6-266E-4D0A-9434-0C05685DD2D0}" destId="{D3D10B38-2A10-429C-AE0F-DBB427175209}" srcOrd="0" destOrd="0" presId="urn:microsoft.com/office/officeart/2005/8/layout/default"/>
    <dgm:cxn modelId="{47787325-AB10-4984-B7C3-47807EB3AA7F}" type="presParOf" srcId="{4C9524B6-266E-4D0A-9434-0C05685DD2D0}" destId="{F153EC4D-7008-43C1-96FE-70E87F995C2D}" srcOrd="1" destOrd="0" presId="urn:microsoft.com/office/officeart/2005/8/layout/default"/>
    <dgm:cxn modelId="{65DB9638-7CF5-43A1-91AE-1F4A3572A42C}" type="presParOf" srcId="{4C9524B6-266E-4D0A-9434-0C05685DD2D0}" destId="{256EC9F6-C8EB-41E0-811C-BBC514E0E867}" srcOrd="2" destOrd="0" presId="urn:microsoft.com/office/officeart/2005/8/layout/default"/>
    <dgm:cxn modelId="{DDB569C4-BF92-4005-B66B-9FE7BA1CEBB7}" type="presParOf" srcId="{4C9524B6-266E-4D0A-9434-0C05685DD2D0}" destId="{08B17C47-1111-4215-899E-B8655836EDCE}" srcOrd="3" destOrd="0" presId="urn:microsoft.com/office/officeart/2005/8/layout/default"/>
    <dgm:cxn modelId="{DAA48D55-7BC1-4876-B797-51F4A2D9A6B8}" type="presParOf" srcId="{4C9524B6-266E-4D0A-9434-0C05685DD2D0}" destId="{B0ED6F8D-9528-457D-A93A-A137CD01ECBA}" srcOrd="4" destOrd="0" presId="urn:microsoft.com/office/officeart/2005/8/layout/default"/>
    <dgm:cxn modelId="{594F62BC-5219-4EE8-AE40-57FADF3FAEAD}" type="presParOf" srcId="{4C9524B6-266E-4D0A-9434-0C05685DD2D0}" destId="{CB581B32-401F-432D-8CF6-0E59D305B975}" srcOrd="5" destOrd="0" presId="urn:microsoft.com/office/officeart/2005/8/layout/default"/>
    <dgm:cxn modelId="{2B1CD967-676B-4080-B6DD-70D8D274420B}" type="presParOf" srcId="{4C9524B6-266E-4D0A-9434-0C05685DD2D0}" destId="{E31FBC91-B0FB-4893-A670-2601B5A4056F}" srcOrd="6" destOrd="0" presId="urn:microsoft.com/office/officeart/2005/8/layout/default"/>
    <dgm:cxn modelId="{B4DEDF73-48DA-4198-9787-DDA06FEC1BB1}" type="presParOf" srcId="{4C9524B6-266E-4D0A-9434-0C05685DD2D0}" destId="{AF224A9D-EDC3-40DD-B1A4-500A42F2D24D}" srcOrd="7" destOrd="0" presId="urn:microsoft.com/office/officeart/2005/8/layout/default"/>
    <dgm:cxn modelId="{F4DA5721-FC6F-4C2B-8323-8CA1A28ECDBF}" type="presParOf" srcId="{4C9524B6-266E-4D0A-9434-0C05685DD2D0}" destId="{8CD0A06E-68E8-4D2D-93A1-85DD7398327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28822D7-52B4-4439-9A6B-3D82A1E5112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3EEE70E-8F7E-4C75-9EC4-FF692F5AB596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Компьютеры,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E860458-2059-49EC-829B-E8F5E177A81F}" type="parTrans" cxnId="{347EB095-B1C8-4FD3-B753-51E45A5E19E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575829F-8428-46E8-8906-3FC3A15E8B08}" type="sibTrans" cxnId="{347EB095-B1C8-4FD3-B753-51E45A5E19E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D0ED4D0-F46C-4943-851D-A7B28C98F3FA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мониторы,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BCE876E-4662-4F2A-B555-2A3EB85F1E54}" type="parTrans" cxnId="{92E0733E-892F-4AD4-8C79-F2F612C1414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222673A-B944-4675-8298-CB247167087E}" type="sibTrans" cxnId="{92E0733E-892F-4AD4-8C79-F2F612C1414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974B656-2DFA-42AB-BD21-50E6B6E1F7A7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средства связи,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5859576-1862-46D2-8FEF-ECA55D296AD3}" type="parTrans" cxnId="{CD36574A-DF18-4EA2-AA39-882680A8D1A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7EB74BE-1767-4D20-AE84-6875B74A89ED}" type="sibTrans" cxnId="{CD36574A-DF18-4EA2-AA39-882680A8D1A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CE43FAC-F614-499D-9A6F-D4F66274E1CE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программное 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обеспечение FMS.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2E8BEE8-1844-48BE-9EDD-94416ADAF2E9}" type="parTrans" cxnId="{6F9E4CA9-4C41-4017-89CF-8E5841EA523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5A8E104-75F6-46CB-8415-C405C77AB868}" type="sibTrans" cxnId="{6F9E4CA9-4C41-4017-89CF-8E5841EA523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76EAA9B-2AD9-4204-84F6-EE8B6D1E0BCA}" type="pres">
      <dgm:prSet presAssocID="{A28822D7-52B4-4439-9A6B-3D82A1E5112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AB77EE8-BB86-47C0-B58D-2D9F76540CD5}" type="pres">
      <dgm:prSet presAssocID="{E3EEE70E-8F7E-4C75-9EC4-FF692F5AB596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9C44D2-3F04-460C-A366-2E7D5CBB637F}" type="pres">
      <dgm:prSet presAssocID="{A575829F-8428-46E8-8906-3FC3A15E8B08}" presName="sibTrans" presStyleCnt="0"/>
      <dgm:spPr/>
    </dgm:pt>
    <dgm:pt modelId="{946C7D41-24BE-456F-A805-2E1FDBE2FF1A}" type="pres">
      <dgm:prSet presAssocID="{3D0ED4D0-F46C-4943-851D-A7B28C98F3F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4F4A84D-9D10-43C7-AD9C-73A3570D0B20}" type="pres">
      <dgm:prSet presAssocID="{6222673A-B944-4675-8298-CB247167087E}" presName="sibTrans" presStyleCnt="0"/>
      <dgm:spPr/>
    </dgm:pt>
    <dgm:pt modelId="{BC6B0EA9-E728-486B-AE2A-CF6AE875A498}" type="pres">
      <dgm:prSet presAssocID="{3974B656-2DFA-42AB-BD21-50E6B6E1F7A7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C7F373D-B1B1-40A3-A698-BDFC4E8706BB}" type="pres">
      <dgm:prSet presAssocID="{87EB74BE-1767-4D20-AE84-6875B74A89ED}" presName="sibTrans" presStyleCnt="0"/>
      <dgm:spPr/>
    </dgm:pt>
    <dgm:pt modelId="{F153B1BB-2A8C-4F4A-8DE9-44EB524098F7}" type="pres">
      <dgm:prSet presAssocID="{9CE43FAC-F614-499D-9A6F-D4F66274E1CE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2E0733E-892F-4AD4-8C79-F2F612C14141}" srcId="{A28822D7-52B4-4439-9A6B-3D82A1E51126}" destId="{3D0ED4D0-F46C-4943-851D-A7B28C98F3FA}" srcOrd="1" destOrd="0" parTransId="{ABCE876E-4662-4F2A-B555-2A3EB85F1E54}" sibTransId="{6222673A-B944-4675-8298-CB247167087E}"/>
    <dgm:cxn modelId="{4C0B97F0-92D1-4A85-81BA-FF3035C5089B}" type="presOf" srcId="{E3EEE70E-8F7E-4C75-9EC4-FF692F5AB596}" destId="{2AB77EE8-BB86-47C0-B58D-2D9F76540CD5}" srcOrd="0" destOrd="0" presId="urn:microsoft.com/office/officeart/2005/8/layout/default"/>
    <dgm:cxn modelId="{347EB095-B1C8-4FD3-B753-51E45A5E19E1}" srcId="{A28822D7-52B4-4439-9A6B-3D82A1E51126}" destId="{E3EEE70E-8F7E-4C75-9EC4-FF692F5AB596}" srcOrd="0" destOrd="0" parTransId="{EE860458-2059-49EC-829B-E8F5E177A81F}" sibTransId="{A575829F-8428-46E8-8906-3FC3A15E8B08}"/>
    <dgm:cxn modelId="{CD36574A-DF18-4EA2-AA39-882680A8D1A2}" srcId="{A28822D7-52B4-4439-9A6B-3D82A1E51126}" destId="{3974B656-2DFA-42AB-BD21-50E6B6E1F7A7}" srcOrd="2" destOrd="0" parTransId="{C5859576-1862-46D2-8FEF-ECA55D296AD3}" sibTransId="{87EB74BE-1767-4D20-AE84-6875B74A89ED}"/>
    <dgm:cxn modelId="{6F9E4CA9-4C41-4017-89CF-8E5841EA5239}" srcId="{A28822D7-52B4-4439-9A6B-3D82A1E51126}" destId="{9CE43FAC-F614-499D-9A6F-D4F66274E1CE}" srcOrd="3" destOrd="0" parTransId="{62E8BEE8-1844-48BE-9EDD-94416ADAF2E9}" sibTransId="{15A8E104-75F6-46CB-8415-C405C77AB868}"/>
    <dgm:cxn modelId="{219518BE-633B-4796-A05F-DCDE8E697271}" type="presOf" srcId="{9CE43FAC-F614-499D-9A6F-D4F66274E1CE}" destId="{F153B1BB-2A8C-4F4A-8DE9-44EB524098F7}" srcOrd="0" destOrd="0" presId="urn:microsoft.com/office/officeart/2005/8/layout/default"/>
    <dgm:cxn modelId="{082C7ABA-C41A-4B84-A382-11E064951153}" type="presOf" srcId="{A28822D7-52B4-4439-9A6B-3D82A1E51126}" destId="{276EAA9B-2AD9-4204-84F6-EE8B6D1E0BCA}" srcOrd="0" destOrd="0" presId="urn:microsoft.com/office/officeart/2005/8/layout/default"/>
    <dgm:cxn modelId="{95BD9E7F-7D8C-4AF6-9E04-5F861B0276EC}" type="presOf" srcId="{3D0ED4D0-F46C-4943-851D-A7B28C98F3FA}" destId="{946C7D41-24BE-456F-A805-2E1FDBE2FF1A}" srcOrd="0" destOrd="0" presId="urn:microsoft.com/office/officeart/2005/8/layout/default"/>
    <dgm:cxn modelId="{C71B3FB4-42B0-4127-9BC4-13B97472E175}" type="presOf" srcId="{3974B656-2DFA-42AB-BD21-50E6B6E1F7A7}" destId="{BC6B0EA9-E728-486B-AE2A-CF6AE875A498}" srcOrd="0" destOrd="0" presId="urn:microsoft.com/office/officeart/2005/8/layout/default"/>
    <dgm:cxn modelId="{04288793-D2B4-413B-A34E-F516BF08D3EE}" type="presParOf" srcId="{276EAA9B-2AD9-4204-84F6-EE8B6D1E0BCA}" destId="{2AB77EE8-BB86-47C0-B58D-2D9F76540CD5}" srcOrd="0" destOrd="0" presId="urn:microsoft.com/office/officeart/2005/8/layout/default"/>
    <dgm:cxn modelId="{325DCF18-D77B-4B7D-8650-6611E7762440}" type="presParOf" srcId="{276EAA9B-2AD9-4204-84F6-EE8B6D1E0BCA}" destId="{F49C44D2-3F04-460C-A366-2E7D5CBB637F}" srcOrd="1" destOrd="0" presId="urn:microsoft.com/office/officeart/2005/8/layout/default"/>
    <dgm:cxn modelId="{A7360902-518F-4457-85B1-E1406F0BC371}" type="presParOf" srcId="{276EAA9B-2AD9-4204-84F6-EE8B6D1E0BCA}" destId="{946C7D41-24BE-456F-A805-2E1FDBE2FF1A}" srcOrd="2" destOrd="0" presId="urn:microsoft.com/office/officeart/2005/8/layout/default"/>
    <dgm:cxn modelId="{A74503BB-589F-4408-A834-19430A3834C4}" type="presParOf" srcId="{276EAA9B-2AD9-4204-84F6-EE8B6D1E0BCA}" destId="{C4F4A84D-9D10-43C7-AD9C-73A3570D0B20}" srcOrd="3" destOrd="0" presId="urn:microsoft.com/office/officeart/2005/8/layout/default"/>
    <dgm:cxn modelId="{05CF7A6A-BB36-44F8-BB17-17DF5DDA582A}" type="presParOf" srcId="{276EAA9B-2AD9-4204-84F6-EE8B6D1E0BCA}" destId="{BC6B0EA9-E728-486B-AE2A-CF6AE875A498}" srcOrd="4" destOrd="0" presId="urn:microsoft.com/office/officeart/2005/8/layout/default"/>
    <dgm:cxn modelId="{182DB8C6-EBAC-457D-9053-F00DC6DEC716}" type="presParOf" srcId="{276EAA9B-2AD9-4204-84F6-EE8B6D1E0BCA}" destId="{9C7F373D-B1B1-40A3-A698-BDFC4E8706BB}" srcOrd="5" destOrd="0" presId="urn:microsoft.com/office/officeart/2005/8/layout/default"/>
    <dgm:cxn modelId="{B29C63E4-4C55-457C-A0E3-9F7A95495B9F}" type="presParOf" srcId="{276EAA9B-2AD9-4204-84F6-EE8B6D1E0BCA}" destId="{F153B1BB-2A8C-4F4A-8DE9-44EB524098F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3952877-2A24-41F9-90DC-96A50F1019A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2633CF6-D8BF-4066-BD85-3F0394C1A735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Диспетчеры,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A1CF525-5A41-4ACA-B553-0FB3FEA6E223}" type="parTrans" cxnId="{E6F8A774-08EB-4BB9-AF9C-141095E7284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FADD963-7169-4F7C-A309-8C37C89671B0}" type="sibTrans" cxnId="{E6F8A774-08EB-4BB9-AF9C-141095E7284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BCC0BA9-59B0-4604-9531-D9D386D99882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операторы,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22306168-5EB4-41FD-859B-0C3D1798F92C}" type="parTrans" cxnId="{78202259-F016-4D72-84D2-62B7A203C87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3B3A09C-CC03-4A54-A106-3F9011C6B157}" type="sibTrans" cxnId="{78202259-F016-4D72-84D2-62B7A203C87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14744F6-AE88-4E4F-981E-73DD7968B052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инженеры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705ED99-F8A7-4677-904C-39291DC1BBC9}" type="parTrans" cxnId="{60EA7526-FD0B-40AE-9B7F-AD11CBD7A45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E8895A4-CA7E-4F8C-8BA0-AB562826ECA9}" type="sibTrans" cxnId="{60EA7526-FD0B-40AE-9B7F-AD11CBD7A45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87575D6-1E11-4109-B6E0-885F3B24D0A4}" type="pres">
      <dgm:prSet presAssocID="{83952877-2A24-41F9-90DC-96A50F1019A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C7AEDC1-6C81-432E-ADDD-9374710A19CD}" type="pres">
      <dgm:prSet presAssocID="{12633CF6-D8BF-4066-BD85-3F0394C1A73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A497194-98CC-4D71-A534-18BECF371720}" type="pres">
      <dgm:prSet presAssocID="{FFADD963-7169-4F7C-A309-8C37C89671B0}" presName="sibTrans" presStyleCnt="0"/>
      <dgm:spPr/>
    </dgm:pt>
    <dgm:pt modelId="{796AF4C7-0421-4E40-AD05-E82A05C3036E}" type="pres">
      <dgm:prSet presAssocID="{EBCC0BA9-59B0-4604-9531-D9D386D9988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CDE0A11-8FC7-486C-A1BF-04EB32E4132D}" type="pres">
      <dgm:prSet presAssocID="{73B3A09C-CC03-4A54-A106-3F9011C6B157}" presName="sibTrans" presStyleCnt="0"/>
      <dgm:spPr/>
    </dgm:pt>
    <dgm:pt modelId="{D6CA3D1A-DCC0-4A11-9BF5-98C1B617E799}" type="pres">
      <dgm:prSet presAssocID="{114744F6-AE88-4E4F-981E-73DD7968B05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122507C-5670-438A-9E8C-0CCD1BD20372}" type="presOf" srcId="{83952877-2A24-41F9-90DC-96A50F1019A4}" destId="{787575D6-1E11-4109-B6E0-885F3B24D0A4}" srcOrd="0" destOrd="0" presId="urn:microsoft.com/office/officeart/2005/8/layout/default"/>
    <dgm:cxn modelId="{0A7DC995-08F1-4D88-9F5D-A1D23C3934EC}" type="presOf" srcId="{114744F6-AE88-4E4F-981E-73DD7968B052}" destId="{D6CA3D1A-DCC0-4A11-9BF5-98C1B617E799}" srcOrd="0" destOrd="0" presId="urn:microsoft.com/office/officeart/2005/8/layout/default"/>
    <dgm:cxn modelId="{78202259-F016-4D72-84D2-62B7A203C87E}" srcId="{83952877-2A24-41F9-90DC-96A50F1019A4}" destId="{EBCC0BA9-59B0-4604-9531-D9D386D99882}" srcOrd="1" destOrd="0" parTransId="{22306168-5EB4-41FD-859B-0C3D1798F92C}" sibTransId="{73B3A09C-CC03-4A54-A106-3F9011C6B157}"/>
    <dgm:cxn modelId="{407F7755-9F07-474A-BCE0-D2BAD526D9E1}" type="presOf" srcId="{EBCC0BA9-59B0-4604-9531-D9D386D99882}" destId="{796AF4C7-0421-4E40-AD05-E82A05C3036E}" srcOrd="0" destOrd="0" presId="urn:microsoft.com/office/officeart/2005/8/layout/default"/>
    <dgm:cxn modelId="{2D4DF460-089A-43A9-A58E-7AE384ED396D}" type="presOf" srcId="{12633CF6-D8BF-4066-BD85-3F0394C1A735}" destId="{1C7AEDC1-6C81-432E-ADDD-9374710A19CD}" srcOrd="0" destOrd="0" presId="urn:microsoft.com/office/officeart/2005/8/layout/default"/>
    <dgm:cxn modelId="{E6F8A774-08EB-4BB9-AF9C-141095E7284E}" srcId="{83952877-2A24-41F9-90DC-96A50F1019A4}" destId="{12633CF6-D8BF-4066-BD85-3F0394C1A735}" srcOrd="0" destOrd="0" parTransId="{DA1CF525-5A41-4ACA-B553-0FB3FEA6E223}" sibTransId="{FFADD963-7169-4F7C-A309-8C37C89671B0}"/>
    <dgm:cxn modelId="{60EA7526-FD0B-40AE-9B7F-AD11CBD7A458}" srcId="{83952877-2A24-41F9-90DC-96A50F1019A4}" destId="{114744F6-AE88-4E4F-981E-73DD7968B052}" srcOrd="2" destOrd="0" parTransId="{A705ED99-F8A7-4677-904C-39291DC1BBC9}" sibTransId="{9E8895A4-CA7E-4F8C-8BA0-AB562826ECA9}"/>
    <dgm:cxn modelId="{56CE8B99-B995-44EF-AF75-9CA23F65C95F}" type="presParOf" srcId="{787575D6-1E11-4109-B6E0-885F3B24D0A4}" destId="{1C7AEDC1-6C81-432E-ADDD-9374710A19CD}" srcOrd="0" destOrd="0" presId="urn:microsoft.com/office/officeart/2005/8/layout/default"/>
    <dgm:cxn modelId="{F9923320-EB01-4988-B46A-0FCAA1D15473}" type="presParOf" srcId="{787575D6-1E11-4109-B6E0-885F3B24D0A4}" destId="{5A497194-98CC-4D71-A534-18BECF371720}" srcOrd="1" destOrd="0" presId="urn:microsoft.com/office/officeart/2005/8/layout/default"/>
    <dgm:cxn modelId="{95076EBD-71A7-4208-B59C-D07C4188D0B8}" type="presParOf" srcId="{787575D6-1E11-4109-B6E0-885F3B24D0A4}" destId="{796AF4C7-0421-4E40-AD05-E82A05C3036E}" srcOrd="2" destOrd="0" presId="urn:microsoft.com/office/officeart/2005/8/layout/default"/>
    <dgm:cxn modelId="{40AD0692-9C68-4DB8-A98F-6362CB00B6F5}" type="presParOf" srcId="{787575D6-1E11-4109-B6E0-885F3B24D0A4}" destId="{0CDE0A11-8FC7-486C-A1BF-04EB32E4132D}" srcOrd="3" destOrd="0" presId="urn:microsoft.com/office/officeart/2005/8/layout/default"/>
    <dgm:cxn modelId="{0E989FA8-0958-4BDD-9EC1-9B898C61E4CF}" type="presParOf" srcId="{787575D6-1E11-4109-B6E0-885F3B24D0A4}" destId="{D6CA3D1A-DCC0-4A11-9BF5-98C1B617E79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1754029-A3E8-4BE4-A606-A8E697D2985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9DBFE52-9C58-40A8-977E-9FD99ED460F3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Радиосвязь: Для передачи голосовых сообщений и коротких текстовых сообщений.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775EBC2-3E96-4959-B5B6-C38C197E71A9}" type="parTrans" cxnId="{DEA8D1EC-3B8D-4BF2-BD7C-7745FCA7B62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72282CA-6B59-4748-9FC4-A1DC4A16B56E}" type="sibTrans" cxnId="{DEA8D1EC-3B8D-4BF2-BD7C-7745FCA7B62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396FB27-2B05-45BF-88D2-59DA24C487B2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Wi-Fi: Для передачи данных в зонах с хорошим покрытием.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FEE54DA-D157-4EBA-AC66-2B428F5AFE55}" type="parTrans" cxnId="{8A8F8CCC-D557-4EEF-87AB-A00CD63E01F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B718B1F-71EA-422E-806D-BBE8F3FFF15D}" type="sibTrans" cxnId="{8A8F8CCC-D557-4EEF-87AB-A00CD63E01F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27ADBCB-9A20-4259-BA9B-B734611B14F5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Сотовая связь (4G/5G): Для передачи данных на больших расстояниях.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061F031-6AB3-47E1-9C60-0C0D5C4CACBF}" type="parTrans" cxnId="{E5D8C14A-14F5-4D55-9819-5F4D8447477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3B84BA2-74A8-4CF4-935F-3B9BA33EC570}" type="sibTrans" cxnId="{E5D8C14A-14F5-4D55-9819-5F4D8447477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504A696-10B5-4675-AE99-2D07A0D55102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Спутниковая связь: Для обеспечения связи в удаленных районах.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2D75F6A-CB59-4B0D-B70E-462BC243FB93}" type="parTrans" cxnId="{8BF8D77E-4C90-4EE1-9D17-2EFB8724EC6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D1EB59F-E5C5-43D1-8DEF-06E2C568A0CF}" type="sibTrans" cxnId="{8BF8D77E-4C90-4EE1-9D17-2EFB8724EC6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61D51A7-17F8-4F8D-9B0F-DA98821013B1}" type="pres">
      <dgm:prSet presAssocID="{61754029-A3E8-4BE4-A606-A8E697D2985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C3B7FAA-3125-4F28-88B3-944E8ADAFFC2}" type="pres">
      <dgm:prSet presAssocID="{49DBFE52-9C58-40A8-977E-9FD99ED460F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F1F288-53AB-4A64-9FD6-19688CD64916}" type="pres">
      <dgm:prSet presAssocID="{C72282CA-6B59-4748-9FC4-A1DC4A16B56E}" presName="sibTrans" presStyleCnt="0"/>
      <dgm:spPr/>
    </dgm:pt>
    <dgm:pt modelId="{8E0365D0-B00A-436B-A936-972ED7DB58BE}" type="pres">
      <dgm:prSet presAssocID="{D396FB27-2B05-45BF-88D2-59DA24C487B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25CB61-D546-456B-988C-6060278F7A9B}" type="pres">
      <dgm:prSet presAssocID="{DB718B1F-71EA-422E-806D-BBE8F3FFF15D}" presName="sibTrans" presStyleCnt="0"/>
      <dgm:spPr/>
    </dgm:pt>
    <dgm:pt modelId="{CADB48F1-B58E-49D3-8352-0B5CA831303F}" type="pres">
      <dgm:prSet presAssocID="{C27ADBCB-9A20-4259-BA9B-B734611B14F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73880C9-9B30-4A9C-908F-D873E1C43DBA}" type="pres">
      <dgm:prSet presAssocID="{E3B84BA2-74A8-4CF4-935F-3B9BA33EC570}" presName="sibTrans" presStyleCnt="0"/>
      <dgm:spPr/>
    </dgm:pt>
    <dgm:pt modelId="{8993D59F-CCCB-4AC4-802B-2DCA4DF25C24}" type="pres">
      <dgm:prSet presAssocID="{8504A696-10B5-4675-AE99-2D07A0D5510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EA8D1EC-3B8D-4BF2-BD7C-7745FCA7B621}" srcId="{61754029-A3E8-4BE4-A606-A8E697D29858}" destId="{49DBFE52-9C58-40A8-977E-9FD99ED460F3}" srcOrd="0" destOrd="0" parTransId="{C775EBC2-3E96-4959-B5B6-C38C197E71A9}" sibTransId="{C72282CA-6B59-4748-9FC4-A1DC4A16B56E}"/>
    <dgm:cxn modelId="{221ED891-D0AB-4067-A2A0-56C68D999620}" type="presOf" srcId="{D396FB27-2B05-45BF-88D2-59DA24C487B2}" destId="{8E0365D0-B00A-436B-A936-972ED7DB58BE}" srcOrd="0" destOrd="0" presId="urn:microsoft.com/office/officeart/2005/8/layout/default"/>
    <dgm:cxn modelId="{4C560BBD-98A3-46A3-BBAE-F83432693368}" type="presOf" srcId="{49DBFE52-9C58-40A8-977E-9FD99ED460F3}" destId="{9C3B7FAA-3125-4F28-88B3-944E8ADAFFC2}" srcOrd="0" destOrd="0" presId="urn:microsoft.com/office/officeart/2005/8/layout/default"/>
    <dgm:cxn modelId="{8A8F8CCC-D557-4EEF-87AB-A00CD63E01F4}" srcId="{61754029-A3E8-4BE4-A606-A8E697D29858}" destId="{D396FB27-2B05-45BF-88D2-59DA24C487B2}" srcOrd="1" destOrd="0" parTransId="{CFEE54DA-D157-4EBA-AC66-2B428F5AFE55}" sibTransId="{DB718B1F-71EA-422E-806D-BBE8F3FFF15D}"/>
    <dgm:cxn modelId="{E5D8C14A-14F5-4D55-9819-5F4D8447477F}" srcId="{61754029-A3E8-4BE4-A606-A8E697D29858}" destId="{C27ADBCB-9A20-4259-BA9B-B734611B14F5}" srcOrd="2" destOrd="0" parTransId="{D061F031-6AB3-47E1-9C60-0C0D5C4CACBF}" sibTransId="{E3B84BA2-74A8-4CF4-935F-3B9BA33EC570}"/>
    <dgm:cxn modelId="{6359B961-95AC-4012-828B-0CDF4989A7A6}" type="presOf" srcId="{61754029-A3E8-4BE4-A606-A8E697D29858}" destId="{B61D51A7-17F8-4F8D-9B0F-DA98821013B1}" srcOrd="0" destOrd="0" presId="urn:microsoft.com/office/officeart/2005/8/layout/default"/>
    <dgm:cxn modelId="{832A2380-BCB1-47B2-BF45-F1EF1214ECF7}" type="presOf" srcId="{C27ADBCB-9A20-4259-BA9B-B734611B14F5}" destId="{CADB48F1-B58E-49D3-8352-0B5CA831303F}" srcOrd="0" destOrd="0" presId="urn:microsoft.com/office/officeart/2005/8/layout/default"/>
    <dgm:cxn modelId="{8BF8D77E-4C90-4EE1-9D17-2EFB8724EC65}" srcId="{61754029-A3E8-4BE4-A606-A8E697D29858}" destId="{8504A696-10B5-4675-AE99-2D07A0D55102}" srcOrd="3" destOrd="0" parTransId="{C2D75F6A-CB59-4B0D-B70E-462BC243FB93}" sibTransId="{8D1EB59F-E5C5-43D1-8DEF-06E2C568A0CF}"/>
    <dgm:cxn modelId="{83557997-EF4A-4982-85B7-9D2FD11EFCAA}" type="presOf" srcId="{8504A696-10B5-4675-AE99-2D07A0D55102}" destId="{8993D59F-CCCB-4AC4-802B-2DCA4DF25C24}" srcOrd="0" destOrd="0" presId="urn:microsoft.com/office/officeart/2005/8/layout/default"/>
    <dgm:cxn modelId="{789EF9BC-5286-4CA2-BD08-1A59D0F5522A}" type="presParOf" srcId="{B61D51A7-17F8-4F8D-9B0F-DA98821013B1}" destId="{9C3B7FAA-3125-4F28-88B3-944E8ADAFFC2}" srcOrd="0" destOrd="0" presId="urn:microsoft.com/office/officeart/2005/8/layout/default"/>
    <dgm:cxn modelId="{40A94C09-011A-48B5-9587-8FB3F1F5A304}" type="presParOf" srcId="{B61D51A7-17F8-4F8D-9B0F-DA98821013B1}" destId="{D1F1F288-53AB-4A64-9FD6-19688CD64916}" srcOrd="1" destOrd="0" presId="urn:microsoft.com/office/officeart/2005/8/layout/default"/>
    <dgm:cxn modelId="{2BBECEF4-B4F0-4433-812F-0E5511E4D09D}" type="presParOf" srcId="{B61D51A7-17F8-4F8D-9B0F-DA98821013B1}" destId="{8E0365D0-B00A-436B-A936-972ED7DB58BE}" srcOrd="2" destOrd="0" presId="urn:microsoft.com/office/officeart/2005/8/layout/default"/>
    <dgm:cxn modelId="{BF97C1A0-622E-49CE-9FD1-87B16F6944BA}" type="presParOf" srcId="{B61D51A7-17F8-4F8D-9B0F-DA98821013B1}" destId="{E025CB61-D546-456B-988C-6060278F7A9B}" srcOrd="3" destOrd="0" presId="urn:microsoft.com/office/officeart/2005/8/layout/default"/>
    <dgm:cxn modelId="{62A8FBED-11DA-4E9D-97F3-2A9EAAF0C58D}" type="presParOf" srcId="{B61D51A7-17F8-4F8D-9B0F-DA98821013B1}" destId="{CADB48F1-B58E-49D3-8352-0B5CA831303F}" srcOrd="4" destOrd="0" presId="urn:microsoft.com/office/officeart/2005/8/layout/default"/>
    <dgm:cxn modelId="{2E2E0EA2-5B68-4D39-945C-661C366E4CFB}" type="presParOf" srcId="{B61D51A7-17F8-4F8D-9B0F-DA98821013B1}" destId="{873880C9-9B30-4A9C-908F-D873E1C43DBA}" srcOrd="5" destOrd="0" presId="urn:microsoft.com/office/officeart/2005/8/layout/default"/>
    <dgm:cxn modelId="{D57A5DDA-3CBA-412B-95FA-3D57168A0013}" type="presParOf" srcId="{B61D51A7-17F8-4F8D-9B0F-DA98821013B1}" destId="{8993D59F-CCCB-4AC4-802B-2DCA4DF25C2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2D2CA3E-8F3D-4F3D-B892-895E27B30B3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08ED0E1-0AAC-4979-A4D2-FCCDA9133E14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Геодезические знаки:  Устанавливаются на местности и используются для калибровки GPS-систем.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28710D3F-42E2-4A46-B977-177C644CE21E}" type="parTrans" cxnId="{0C8CBD49-E8B0-4AB2-80F4-6819029F2717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2783D63-D353-48B2-B49C-ED610105ED85}" type="sibTrans" cxnId="{0C8CBD49-E8B0-4AB2-80F4-6819029F2717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E6B041B-E491-44A5-BC51-4355053E03E1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QR-коды: Размещаются на маршрутах и считываются камерами самосвалов.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ADA594D7-7CDE-4567-8E7F-D345A6C1883D}" type="parTrans" cxnId="{8F457DDC-A433-47FA-9944-9486DC882AB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65403D74-D43A-4350-AD62-0251530A2CA7}" type="sibTrans" cxnId="{8F457DDC-A433-47FA-9944-9486DC882AB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FE5AD80-1175-400A-8FDA-80D7D73C16F4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RFID-метки:  Устанавливаются в определенных точках и считываются RFID-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ридерами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4F99B44E-0A1D-4A56-8E98-34E919DBA3F3}" type="parTrans" cxnId="{37974F99-209F-4766-AF4B-E425836A30C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ABC01D7-B2A6-4BC4-AE84-273DD650E8B6}" type="sibTrans" cxnId="{37974F99-209F-4766-AF4B-E425836A30C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7132D02-503C-4066-B518-07CB4F65D0E1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Виртуальные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геозоны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:  Определяются программно и используются для контроля перемещения самосвалов.  Предупреждения о выезде за пределы зоны.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1A019101-AB16-46A6-BC3E-E1D4ACBD5D90}" type="parTrans" cxnId="{6C87C00E-4DFA-4A22-A6CA-44974A41204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670DBC67-21DA-448C-8C6F-96336B218E7A}" type="sibTrans" cxnId="{6C87C00E-4DFA-4A22-A6CA-44974A41204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63861199-1766-41B2-BFE8-4B28F2C17B4B}" type="pres">
      <dgm:prSet presAssocID="{C2D2CA3E-8F3D-4F3D-B892-895E27B30B3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7D1B701-75EB-4EB8-9358-8B5223C9B7BC}" type="pres">
      <dgm:prSet presAssocID="{808ED0E1-0AAC-4979-A4D2-FCCDA9133E14}" presName="node" presStyleLbl="node1" presStyleIdx="0" presStyleCnt="4" custScaleX="13355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EA6F8C-1806-4BBF-B69B-6C353152FF1B}" type="pres">
      <dgm:prSet presAssocID="{E2783D63-D353-48B2-B49C-ED610105ED85}" presName="sibTrans" presStyleCnt="0"/>
      <dgm:spPr/>
    </dgm:pt>
    <dgm:pt modelId="{C5FD4043-A8CA-42D9-84A1-715FA99807DD}" type="pres">
      <dgm:prSet presAssocID="{AE6B041B-E491-44A5-BC51-4355053E03E1}" presName="node" presStyleLbl="node1" presStyleIdx="1" presStyleCnt="4" custScaleX="13288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B2B4473-5D82-4B49-AC1A-6831913ECCDE}" type="pres">
      <dgm:prSet presAssocID="{65403D74-D43A-4350-AD62-0251530A2CA7}" presName="sibTrans" presStyleCnt="0"/>
      <dgm:spPr/>
    </dgm:pt>
    <dgm:pt modelId="{275A0986-4BD7-434F-9A4D-CF0695EF38B1}" type="pres">
      <dgm:prSet presAssocID="{5FE5AD80-1175-400A-8FDA-80D7D73C16F4}" presName="node" presStyleLbl="node1" presStyleIdx="2" presStyleCnt="4" custScaleX="133370" custLinFactNeighborX="-5985" custLinFactNeighborY="2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E91A59F-6DE3-4E2E-876D-79475407EC06}" type="pres">
      <dgm:prSet presAssocID="{0ABC01D7-B2A6-4BC4-AE84-273DD650E8B6}" presName="sibTrans" presStyleCnt="0"/>
      <dgm:spPr/>
    </dgm:pt>
    <dgm:pt modelId="{412E5AB7-5DCB-4447-AF00-0149FD23DEB2}" type="pres">
      <dgm:prSet presAssocID="{C7132D02-503C-4066-B518-07CB4F65D0E1}" presName="node" presStyleLbl="node1" presStyleIdx="3" presStyleCnt="4" custScaleX="12601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F457DDC-A433-47FA-9944-9486DC882AB4}" srcId="{C2D2CA3E-8F3D-4F3D-B892-895E27B30B32}" destId="{AE6B041B-E491-44A5-BC51-4355053E03E1}" srcOrd="1" destOrd="0" parTransId="{ADA594D7-7CDE-4567-8E7F-D345A6C1883D}" sibTransId="{65403D74-D43A-4350-AD62-0251530A2CA7}"/>
    <dgm:cxn modelId="{56FC03E3-428A-4984-A61C-FBAEC494E4F0}" type="presOf" srcId="{5FE5AD80-1175-400A-8FDA-80D7D73C16F4}" destId="{275A0986-4BD7-434F-9A4D-CF0695EF38B1}" srcOrd="0" destOrd="0" presId="urn:microsoft.com/office/officeart/2005/8/layout/default"/>
    <dgm:cxn modelId="{0FA2E47E-420F-444F-9712-7ABC2F0D566D}" type="presOf" srcId="{C2D2CA3E-8F3D-4F3D-B892-895E27B30B32}" destId="{63861199-1766-41B2-BFE8-4B28F2C17B4B}" srcOrd="0" destOrd="0" presId="urn:microsoft.com/office/officeart/2005/8/layout/default"/>
    <dgm:cxn modelId="{37974F99-209F-4766-AF4B-E425836A30CC}" srcId="{C2D2CA3E-8F3D-4F3D-B892-895E27B30B32}" destId="{5FE5AD80-1175-400A-8FDA-80D7D73C16F4}" srcOrd="2" destOrd="0" parTransId="{4F99B44E-0A1D-4A56-8E98-34E919DBA3F3}" sibTransId="{0ABC01D7-B2A6-4BC4-AE84-273DD650E8B6}"/>
    <dgm:cxn modelId="{0C8CBD49-E8B0-4AB2-80F4-6819029F2717}" srcId="{C2D2CA3E-8F3D-4F3D-B892-895E27B30B32}" destId="{808ED0E1-0AAC-4979-A4D2-FCCDA9133E14}" srcOrd="0" destOrd="0" parTransId="{28710D3F-42E2-4A46-B977-177C644CE21E}" sibTransId="{E2783D63-D353-48B2-B49C-ED610105ED85}"/>
    <dgm:cxn modelId="{4F613046-E8F4-49CD-B6F0-CE1AABB09A6F}" type="presOf" srcId="{808ED0E1-0AAC-4979-A4D2-FCCDA9133E14}" destId="{27D1B701-75EB-4EB8-9358-8B5223C9B7BC}" srcOrd="0" destOrd="0" presId="urn:microsoft.com/office/officeart/2005/8/layout/default"/>
    <dgm:cxn modelId="{7F95477A-90FD-4712-93B5-9302205EB5FA}" type="presOf" srcId="{AE6B041B-E491-44A5-BC51-4355053E03E1}" destId="{C5FD4043-A8CA-42D9-84A1-715FA99807DD}" srcOrd="0" destOrd="0" presId="urn:microsoft.com/office/officeart/2005/8/layout/default"/>
    <dgm:cxn modelId="{56E710B0-DE6E-4C2B-B96D-DCFBBE6CB6A9}" type="presOf" srcId="{C7132D02-503C-4066-B518-07CB4F65D0E1}" destId="{412E5AB7-5DCB-4447-AF00-0149FD23DEB2}" srcOrd="0" destOrd="0" presId="urn:microsoft.com/office/officeart/2005/8/layout/default"/>
    <dgm:cxn modelId="{6C87C00E-4DFA-4A22-A6CA-44974A41204C}" srcId="{C2D2CA3E-8F3D-4F3D-B892-895E27B30B32}" destId="{C7132D02-503C-4066-B518-07CB4F65D0E1}" srcOrd="3" destOrd="0" parTransId="{1A019101-AB16-46A6-BC3E-E1D4ACBD5D90}" sibTransId="{670DBC67-21DA-448C-8C6F-96336B218E7A}"/>
    <dgm:cxn modelId="{45EA981C-7A33-42DB-A544-DDD1F0B9855D}" type="presParOf" srcId="{63861199-1766-41B2-BFE8-4B28F2C17B4B}" destId="{27D1B701-75EB-4EB8-9358-8B5223C9B7BC}" srcOrd="0" destOrd="0" presId="urn:microsoft.com/office/officeart/2005/8/layout/default"/>
    <dgm:cxn modelId="{486A0254-914A-42B0-9199-81E59BAA2DD9}" type="presParOf" srcId="{63861199-1766-41B2-BFE8-4B28F2C17B4B}" destId="{9EEA6F8C-1806-4BBF-B69B-6C353152FF1B}" srcOrd="1" destOrd="0" presId="urn:microsoft.com/office/officeart/2005/8/layout/default"/>
    <dgm:cxn modelId="{758EF715-3259-4961-BC34-85636E4C29FB}" type="presParOf" srcId="{63861199-1766-41B2-BFE8-4B28F2C17B4B}" destId="{C5FD4043-A8CA-42D9-84A1-715FA99807DD}" srcOrd="2" destOrd="0" presId="urn:microsoft.com/office/officeart/2005/8/layout/default"/>
    <dgm:cxn modelId="{F456EC90-753A-4471-B4DF-27429BF55577}" type="presParOf" srcId="{63861199-1766-41B2-BFE8-4B28F2C17B4B}" destId="{8B2B4473-5D82-4B49-AC1A-6831913ECCDE}" srcOrd="3" destOrd="0" presId="urn:microsoft.com/office/officeart/2005/8/layout/default"/>
    <dgm:cxn modelId="{992E8BB0-95A6-41AA-B249-B3BC9460B4E3}" type="presParOf" srcId="{63861199-1766-41B2-BFE8-4B28F2C17B4B}" destId="{275A0986-4BD7-434F-9A4D-CF0695EF38B1}" srcOrd="4" destOrd="0" presId="urn:microsoft.com/office/officeart/2005/8/layout/default"/>
    <dgm:cxn modelId="{A8A38699-5490-4698-BEB0-9A93C0427774}" type="presParOf" srcId="{63861199-1766-41B2-BFE8-4B28F2C17B4B}" destId="{AE91A59F-6DE3-4E2E-876D-79475407EC06}" srcOrd="5" destOrd="0" presId="urn:microsoft.com/office/officeart/2005/8/layout/default"/>
    <dgm:cxn modelId="{680399CF-109D-454B-94CA-D1BFF2C09513}" type="presParOf" srcId="{63861199-1766-41B2-BFE8-4B28F2C17B4B}" destId="{412E5AB7-5DCB-4447-AF00-0149FD23DEB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3B376E5-BAA4-48A5-A419-CDB8C08E12B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DB1EB30-D0EF-4B94-B6D3-061C76C1810D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Сбор данных: Сбор данных с датчиков о температуре, давлении, вибрации, уровне масла и других параметрах.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720BE94-4C25-4631-8D22-AC2CCDBE1CA4}" type="parTrans" cxnId="{B2845F26-E558-4719-B6BA-74DD802A1B4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FF0FECE-6EA5-4C25-BB2D-663408BC421F}" type="sibTrans" cxnId="{B2845F26-E558-4719-B6BA-74DD802A1B4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3FD4EAD-B261-4CF2-8A30-830AB184C2EC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Анализ данных:  Выявление отклонений от нормальных значений, прогнозирование отказов на основе анализа трендов.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118457F-B049-450B-9705-50217138A236}" type="parTrans" cxnId="{8E3C6100-9163-4498-9B77-47451D37B5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667121A-428A-47DB-8946-EAFA1E27524C}" type="sibTrans" cxnId="{8E3C6100-9163-4498-9B77-47451D37B5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429972F-727F-4EC9-BE22-1DA27180222A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Оповещения:  Уведомление диспетчеров и операторов о критических событиях и прогнозируемых отказах.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F35FB15-A607-4944-B7EC-6AAFD5BDF85B}" type="parTrans" cxnId="{0438E60F-8C81-4096-84B4-BB886349BAA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C87EB33-19D9-4EC7-995E-ACDB0251DC6F}" type="sibTrans" cxnId="{0438E60F-8C81-4096-84B4-BB886349BAA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C4E6CCE-0A57-4D68-BE6F-0EEC04940CC9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Планирование ТО:  Автоматическое формирование графиков технического обслуживания на основе данных о состоянии самосвалов.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D6D2BC5-7B37-4E07-9C4A-8BACBE9D46E3}" type="parTrans" cxnId="{54D27A57-1F9A-4300-B541-A3C05C3CD88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8A434A7-B8FB-44E0-BEA3-AFF3E58A4438}" type="sibTrans" cxnId="{54D27A57-1F9A-4300-B541-A3C05C3CD88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66D40D6-427C-4461-9055-0B0B06898E20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Интеграция с системами управления техобслуживанием (CMMS):  Автоматическая передача данных о состоянии самосвалов в CMMS-системы.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DE0428F-98BE-42B3-BB67-4F03BCED264D}" type="parTrans" cxnId="{B81BE250-8030-4550-9722-16456BE45A8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82EE4C8-0DC9-49E6-885C-2FFB65C4F3D8}" type="sibTrans" cxnId="{B81BE250-8030-4550-9722-16456BE45A8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A911225-6C74-4877-96D3-3F46ED7A32CF}" type="pres">
      <dgm:prSet presAssocID="{73B376E5-BAA4-48A5-A419-CDB8C08E12B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B322C69-3DE6-4F0D-8502-9BBB1121A3F2}" type="pres">
      <dgm:prSet presAssocID="{7DB1EB30-D0EF-4B94-B6D3-061C76C1810D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14884E5-B15D-4FFE-99B7-DBB963190416}" type="pres">
      <dgm:prSet presAssocID="{0FF0FECE-6EA5-4C25-BB2D-663408BC421F}" presName="sibTrans" presStyleCnt="0"/>
      <dgm:spPr/>
    </dgm:pt>
    <dgm:pt modelId="{106D8371-A80F-47B5-9A49-15D0C0685243}" type="pres">
      <dgm:prSet presAssocID="{83FD4EAD-B261-4CF2-8A30-830AB184C2EC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68CB77-29DF-484C-9EEF-599119BCF181}" type="pres">
      <dgm:prSet presAssocID="{F667121A-428A-47DB-8946-EAFA1E27524C}" presName="sibTrans" presStyleCnt="0"/>
      <dgm:spPr/>
    </dgm:pt>
    <dgm:pt modelId="{70858C2D-6FC6-4EC7-93AF-AF3ED545D2AD}" type="pres">
      <dgm:prSet presAssocID="{4429972F-727F-4EC9-BE22-1DA27180222A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C7DB9D-CD95-402A-9DC9-804382C33E24}" type="pres">
      <dgm:prSet presAssocID="{1C87EB33-19D9-4EC7-995E-ACDB0251DC6F}" presName="sibTrans" presStyleCnt="0"/>
      <dgm:spPr/>
    </dgm:pt>
    <dgm:pt modelId="{7AC68AD6-1F3C-4DEE-A6D8-953C236A7330}" type="pres">
      <dgm:prSet presAssocID="{DC4E6CCE-0A57-4D68-BE6F-0EEC04940CC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E29222-A50D-4D49-BC27-7235806065A9}" type="pres">
      <dgm:prSet presAssocID="{C8A434A7-B8FB-44E0-BEA3-AFF3E58A4438}" presName="sibTrans" presStyleCnt="0"/>
      <dgm:spPr/>
    </dgm:pt>
    <dgm:pt modelId="{06A58DEA-CB43-45D4-AE92-3B64399FF139}" type="pres">
      <dgm:prSet presAssocID="{C66D40D6-427C-4461-9055-0B0B06898E20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45B01B0-55F1-4D39-9B51-1BDCE4FCA9CB}" type="presOf" srcId="{DC4E6CCE-0A57-4D68-BE6F-0EEC04940CC9}" destId="{7AC68AD6-1F3C-4DEE-A6D8-953C236A7330}" srcOrd="0" destOrd="0" presId="urn:microsoft.com/office/officeart/2005/8/layout/default"/>
    <dgm:cxn modelId="{AA605BD4-2EC8-4584-B57A-391F5030C1A0}" type="presOf" srcId="{7DB1EB30-D0EF-4B94-B6D3-061C76C1810D}" destId="{4B322C69-3DE6-4F0D-8502-9BBB1121A3F2}" srcOrd="0" destOrd="0" presId="urn:microsoft.com/office/officeart/2005/8/layout/default"/>
    <dgm:cxn modelId="{0438E60F-8C81-4096-84B4-BB886349BAA2}" srcId="{73B376E5-BAA4-48A5-A419-CDB8C08E12B4}" destId="{4429972F-727F-4EC9-BE22-1DA27180222A}" srcOrd="2" destOrd="0" parTransId="{0F35FB15-A607-4944-B7EC-6AAFD5BDF85B}" sibTransId="{1C87EB33-19D9-4EC7-995E-ACDB0251DC6F}"/>
    <dgm:cxn modelId="{54D27A57-1F9A-4300-B541-A3C05C3CD884}" srcId="{73B376E5-BAA4-48A5-A419-CDB8C08E12B4}" destId="{DC4E6CCE-0A57-4D68-BE6F-0EEC04940CC9}" srcOrd="3" destOrd="0" parTransId="{CD6D2BC5-7B37-4E07-9C4A-8BACBE9D46E3}" sibTransId="{C8A434A7-B8FB-44E0-BEA3-AFF3E58A4438}"/>
    <dgm:cxn modelId="{A41BD32F-7F60-464A-B474-F1A9E3421401}" type="presOf" srcId="{4429972F-727F-4EC9-BE22-1DA27180222A}" destId="{70858C2D-6FC6-4EC7-93AF-AF3ED545D2AD}" srcOrd="0" destOrd="0" presId="urn:microsoft.com/office/officeart/2005/8/layout/default"/>
    <dgm:cxn modelId="{564F8007-EF9A-4E9B-BD34-B1799B768FDF}" type="presOf" srcId="{C66D40D6-427C-4461-9055-0B0B06898E20}" destId="{06A58DEA-CB43-45D4-AE92-3B64399FF139}" srcOrd="0" destOrd="0" presId="urn:microsoft.com/office/officeart/2005/8/layout/default"/>
    <dgm:cxn modelId="{5E67861F-50F2-4873-A154-8D183BA477E7}" type="presOf" srcId="{83FD4EAD-B261-4CF2-8A30-830AB184C2EC}" destId="{106D8371-A80F-47B5-9A49-15D0C0685243}" srcOrd="0" destOrd="0" presId="urn:microsoft.com/office/officeart/2005/8/layout/default"/>
    <dgm:cxn modelId="{55D5BCBB-8A11-4164-94AF-DB065E1C694D}" type="presOf" srcId="{73B376E5-BAA4-48A5-A419-CDB8C08E12B4}" destId="{6A911225-6C74-4877-96D3-3F46ED7A32CF}" srcOrd="0" destOrd="0" presId="urn:microsoft.com/office/officeart/2005/8/layout/default"/>
    <dgm:cxn modelId="{B2845F26-E558-4719-B6BA-74DD802A1B45}" srcId="{73B376E5-BAA4-48A5-A419-CDB8C08E12B4}" destId="{7DB1EB30-D0EF-4B94-B6D3-061C76C1810D}" srcOrd="0" destOrd="0" parTransId="{8720BE94-4C25-4631-8D22-AC2CCDBE1CA4}" sibTransId="{0FF0FECE-6EA5-4C25-BB2D-663408BC421F}"/>
    <dgm:cxn modelId="{B81BE250-8030-4550-9722-16456BE45A86}" srcId="{73B376E5-BAA4-48A5-A419-CDB8C08E12B4}" destId="{C66D40D6-427C-4461-9055-0B0B06898E20}" srcOrd="4" destOrd="0" parTransId="{5DE0428F-98BE-42B3-BB67-4F03BCED264D}" sibTransId="{682EE4C8-0DC9-49E6-885C-2FFB65C4F3D8}"/>
    <dgm:cxn modelId="{8E3C6100-9163-4498-9B77-47451D37B526}" srcId="{73B376E5-BAA4-48A5-A419-CDB8C08E12B4}" destId="{83FD4EAD-B261-4CF2-8A30-830AB184C2EC}" srcOrd="1" destOrd="0" parTransId="{6118457F-B049-450B-9705-50217138A236}" sibTransId="{F667121A-428A-47DB-8946-EAFA1E27524C}"/>
    <dgm:cxn modelId="{500F9A61-5FD7-404E-9EC5-75F967049A85}" type="presParOf" srcId="{6A911225-6C74-4877-96D3-3F46ED7A32CF}" destId="{4B322C69-3DE6-4F0D-8502-9BBB1121A3F2}" srcOrd="0" destOrd="0" presId="urn:microsoft.com/office/officeart/2005/8/layout/default"/>
    <dgm:cxn modelId="{9A9885D9-A5D7-4288-89D8-D1955C2F422F}" type="presParOf" srcId="{6A911225-6C74-4877-96D3-3F46ED7A32CF}" destId="{A14884E5-B15D-4FFE-99B7-DBB963190416}" srcOrd="1" destOrd="0" presId="urn:microsoft.com/office/officeart/2005/8/layout/default"/>
    <dgm:cxn modelId="{2D023661-AF30-4ADA-9DEB-FBBD87E4F76C}" type="presParOf" srcId="{6A911225-6C74-4877-96D3-3F46ED7A32CF}" destId="{106D8371-A80F-47B5-9A49-15D0C0685243}" srcOrd="2" destOrd="0" presId="urn:microsoft.com/office/officeart/2005/8/layout/default"/>
    <dgm:cxn modelId="{6A0805DA-CA09-4DF4-BCD0-EAAD3AA9EB6A}" type="presParOf" srcId="{6A911225-6C74-4877-96D3-3F46ED7A32CF}" destId="{7E68CB77-29DF-484C-9EEF-599119BCF181}" srcOrd="3" destOrd="0" presId="urn:microsoft.com/office/officeart/2005/8/layout/default"/>
    <dgm:cxn modelId="{786C4522-C15D-4C7A-9853-82A771A2A58D}" type="presParOf" srcId="{6A911225-6C74-4877-96D3-3F46ED7A32CF}" destId="{70858C2D-6FC6-4EC7-93AF-AF3ED545D2AD}" srcOrd="4" destOrd="0" presId="urn:microsoft.com/office/officeart/2005/8/layout/default"/>
    <dgm:cxn modelId="{AF44CC7A-B5A5-41FF-B338-ED1D6289268A}" type="presParOf" srcId="{6A911225-6C74-4877-96D3-3F46ED7A32CF}" destId="{61C7DB9D-CD95-402A-9DC9-804382C33E24}" srcOrd="5" destOrd="0" presId="urn:microsoft.com/office/officeart/2005/8/layout/default"/>
    <dgm:cxn modelId="{F6D8C78E-F8C3-40AE-901F-C1A197EE533A}" type="presParOf" srcId="{6A911225-6C74-4877-96D3-3F46ED7A32CF}" destId="{7AC68AD6-1F3C-4DEE-A6D8-953C236A7330}" srcOrd="6" destOrd="0" presId="urn:microsoft.com/office/officeart/2005/8/layout/default"/>
    <dgm:cxn modelId="{35266A08-BE84-4203-B51B-D9453E718CCB}" type="presParOf" srcId="{6A911225-6C74-4877-96D3-3F46ED7A32CF}" destId="{6FE29222-A50D-4D49-BC27-7235806065A9}" srcOrd="7" destOrd="0" presId="urn:microsoft.com/office/officeart/2005/8/layout/default"/>
    <dgm:cxn modelId="{C67FAE43-8962-4E8F-BB16-FCC9483F7585}" type="presParOf" srcId="{6A911225-6C74-4877-96D3-3F46ED7A32CF}" destId="{06A58DEA-CB43-45D4-AE92-3B64399FF13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3B376E5-BAA4-48A5-A419-CDB8C08E12B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DB1EB30-D0EF-4B94-B6D3-061C76C1810D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Согласование планов перевозок:  Передача информации о заданиях на перевозку из TMS в FMS.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720BE94-4C25-4631-8D22-AC2CCDBE1CA4}" type="parTrans" cxnId="{B2845F26-E558-4719-B6BA-74DD802A1B4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FF0FECE-6EA5-4C25-BB2D-663408BC421F}" type="sibTrans" cxnId="{B2845F26-E558-4719-B6BA-74DD802A1B4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A7EC772-29EF-42A7-AF04-2AD73C867F9B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Обмен данными о местоположении и состоянии:  Передача данных о местоположении и состоянии самосвалов из FMS в TMS.</a:t>
          </a:r>
        </a:p>
      </dgm:t>
    </dgm:pt>
    <dgm:pt modelId="{B7317AD3-D4B9-43CE-9C7A-5549ADE697D2}" type="parTrans" cxnId="{56486563-892B-4351-90F4-55A31B8F6C3B}">
      <dgm:prSet/>
      <dgm:spPr/>
      <dgm:t>
        <a:bodyPr/>
        <a:lstStyle/>
        <a:p>
          <a:endParaRPr lang="ru-RU"/>
        </a:p>
      </dgm:t>
    </dgm:pt>
    <dgm:pt modelId="{8A762BA8-1024-42E6-A8B3-DD218E1C0914}" type="sibTrans" cxnId="{56486563-892B-4351-90F4-55A31B8F6C3B}">
      <dgm:prSet/>
      <dgm:spPr/>
      <dgm:t>
        <a:bodyPr/>
        <a:lstStyle/>
        <a:p>
          <a:endParaRPr lang="ru-RU"/>
        </a:p>
      </dgm:t>
    </dgm:pt>
    <dgm:pt modelId="{1D9991D1-0FC7-40EB-B8F8-F39DEE26505B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Оптимизация маршрутов:  TMS может использовать данные из FMS для оптимизации маршрутов с учетом текущей ситуации на дороге.</a:t>
          </a:r>
        </a:p>
      </dgm:t>
    </dgm:pt>
    <dgm:pt modelId="{FA2D2512-933B-4E4A-A1B7-E814EDEAC109}" type="parTrans" cxnId="{5363FFCC-E247-4334-B27A-55318CF79A8F}">
      <dgm:prSet/>
      <dgm:spPr/>
      <dgm:t>
        <a:bodyPr/>
        <a:lstStyle/>
        <a:p>
          <a:endParaRPr lang="ru-RU"/>
        </a:p>
      </dgm:t>
    </dgm:pt>
    <dgm:pt modelId="{B89214E1-1D18-4472-A86E-D39D2EEBEFA7}" type="sibTrans" cxnId="{5363FFCC-E247-4334-B27A-55318CF79A8F}">
      <dgm:prSet/>
      <dgm:spPr/>
      <dgm:t>
        <a:bodyPr/>
        <a:lstStyle/>
        <a:p>
          <a:endParaRPr lang="ru-RU"/>
        </a:p>
      </dgm:t>
    </dgm:pt>
    <dgm:pt modelId="{024059E4-2E51-4C6A-8C36-02075C1CEBA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Анализ эффективности:  TMS и FMS совместно могут предоставлять информацию для анализа эффективности транспортных операций.</a:t>
          </a:r>
        </a:p>
      </dgm:t>
    </dgm:pt>
    <dgm:pt modelId="{98D6CD64-C961-46A2-8A52-3874A70EA9EE}" type="parTrans" cxnId="{2FCD3225-3102-46CC-ADE9-030045FD6945}">
      <dgm:prSet/>
      <dgm:spPr/>
      <dgm:t>
        <a:bodyPr/>
        <a:lstStyle/>
        <a:p>
          <a:endParaRPr lang="ru-RU"/>
        </a:p>
      </dgm:t>
    </dgm:pt>
    <dgm:pt modelId="{C4BAC87E-087C-4556-9E27-D892207AB4A2}" type="sibTrans" cxnId="{2FCD3225-3102-46CC-ADE9-030045FD6945}">
      <dgm:prSet/>
      <dgm:spPr/>
      <dgm:t>
        <a:bodyPr/>
        <a:lstStyle/>
        <a:p>
          <a:endParaRPr lang="ru-RU"/>
        </a:p>
      </dgm:t>
    </dgm:pt>
    <dgm:pt modelId="{6A911225-6C74-4877-96D3-3F46ED7A32CF}" type="pres">
      <dgm:prSet presAssocID="{73B376E5-BAA4-48A5-A419-CDB8C08E12B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B322C69-3DE6-4F0D-8502-9BBB1121A3F2}" type="pres">
      <dgm:prSet presAssocID="{7DB1EB30-D0EF-4B94-B6D3-061C76C1810D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14884E5-B15D-4FFE-99B7-DBB963190416}" type="pres">
      <dgm:prSet presAssocID="{0FF0FECE-6EA5-4C25-BB2D-663408BC421F}" presName="sibTrans" presStyleCnt="0"/>
      <dgm:spPr/>
    </dgm:pt>
    <dgm:pt modelId="{0D9D4B40-4A42-4068-AF2C-AA430540D3E1}" type="pres">
      <dgm:prSet presAssocID="{8A7EC772-29EF-42A7-AF04-2AD73C867F9B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EA9D46-A444-4AC2-B1EA-194176AE38CB}" type="pres">
      <dgm:prSet presAssocID="{8A762BA8-1024-42E6-A8B3-DD218E1C0914}" presName="sibTrans" presStyleCnt="0"/>
      <dgm:spPr/>
    </dgm:pt>
    <dgm:pt modelId="{C17812AF-4C8F-4A3B-92F2-651E1812C2A4}" type="pres">
      <dgm:prSet presAssocID="{1D9991D1-0FC7-40EB-B8F8-F39DEE26505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E533E8C-7936-46D2-B7D3-425E0D56B04A}" type="pres">
      <dgm:prSet presAssocID="{B89214E1-1D18-4472-A86E-D39D2EEBEFA7}" presName="sibTrans" presStyleCnt="0"/>
      <dgm:spPr/>
    </dgm:pt>
    <dgm:pt modelId="{9C0FB8CD-96CA-424E-B7EA-4677990BDE55}" type="pres">
      <dgm:prSet presAssocID="{024059E4-2E51-4C6A-8C36-02075C1CEBA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F34C046-C87E-4F0D-AA49-6E6AE7F8104F}" type="presOf" srcId="{8A7EC772-29EF-42A7-AF04-2AD73C867F9B}" destId="{0D9D4B40-4A42-4068-AF2C-AA430540D3E1}" srcOrd="0" destOrd="0" presId="urn:microsoft.com/office/officeart/2005/8/layout/default"/>
    <dgm:cxn modelId="{9BA298A6-8A41-4507-A0A0-404113B9B8E5}" type="presOf" srcId="{1D9991D1-0FC7-40EB-B8F8-F39DEE26505B}" destId="{C17812AF-4C8F-4A3B-92F2-651E1812C2A4}" srcOrd="0" destOrd="0" presId="urn:microsoft.com/office/officeart/2005/8/layout/default"/>
    <dgm:cxn modelId="{83AA84EA-16E4-44F5-8824-5AE5C0473159}" type="presOf" srcId="{024059E4-2E51-4C6A-8C36-02075C1CEBAC}" destId="{9C0FB8CD-96CA-424E-B7EA-4677990BDE55}" srcOrd="0" destOrd="0" presId="urn:microsoft.com/office/officeart/2005/8/layout/default"/>
    <dgm:cxn modelId="{56486563-892B-4351-90F4-55A31B8F6C3B}" srcId="{73B376E5-BAA4-48A5-A419-CDB8C08E12B4}" destId="{8A7EC772-29EF-42A7-AF04-2AD73C867F9B}" srcOrd="1" destOrd="0" parTransId="{B7317AD3-D4B9-43CE-9C7A-5549ADE697D2}" sibTransId="{8A762BA8-1024-42E6-A8B3-DD218E1C0914}"/>
    <dgm:cxn modelId="{B2845F26-E558-4719-B6BA-74DD802A1B45}" srcId="{73B376E5-BAA4-48A5-A419-CDB8C08E12B4}" destId="{7DB1EB30-D0EF-4B94-B6D3-061C76C1810D}" srcOrd="0" destOrd="0" parTransId="{8720BE94-4C25-4631-8D22-AC2CCDBE1CA4}" sibTransId="{0FF0FECE-6EA5-4C25-BB2D-663408BC421F}"/>
    <dgm:cxn modelId="{5363FFCC-E247-4334-B27A-55318CF79A8F}" srcId="{73B376E5-BAA4-48A5-A419-CDB8C08E12B4}" destId="{1D9991D1-0FC7-40EB-B8F8-F39DEE26505B}" srcOrd="2" destOrd="0" parTransId="{FA2D2512-933B-4E4A-A1B7-E814EDEAC109}" sibTransId="{B89214E1-1D18-4472-A86E-D39D2EEBEFA7}"/>
    <dgm:cxn modelId="{B8203D31-2C61-494A-9A32-587AF2FFB9C5}" type="presOf" srcId="{7DB1EB30-D0EF-4B94-B6D3-061C76C1810D}" destId="{4B322C69-3DE6-4F0D-8502-9BBB1121A3F2}" srcOrd="0" destOrd="0" presId="urn:microsoft.com/office/officeart/2005/8/layout/default"/>
    <dgm:cxn modelId="{55BE2E40-2938-4D59-B264-286C54B6D405}" type="presOf" srcId="{73B376E5-BAA4-48A5-A419-CDB8C08E12B4}" destId="{6A911225-6C74-4877-96D3-3F46ED7A32CF}" srcOrd="0" destOrd="0" presId="urn:microsoft.com/office/officeart/2005/8/layout/default"/>
    <dgm:cxn modelId="{2FCD3225-3102-46CC-ADE9-030045FD6945}" srcId="{73B376E5-BAA4-48A5-A419-CDB8C08E12B4}" destId="{024059E4-2E51-4C6A-8C36-02075C1CEBAC}" srcOrd="3" destOrd="0" parTransId="{98D6CD64-C961-46A2-8A52-3874A70EA9EE}" sibTransId="{C4BAC87E-087C-4556-9E27-D892207AB4A2}"/>
    <dgm:cxn modelId="{DF942E4F-464E-43F5-8C9E-FA24F9D06F1A}" type="presParOf" srcId="{6A911225-6C74-4877-96D3-3F46ED7A32CF}" destId="{4B322C69-3DE6-4F0D-8502-9BBB1121A3F2}" srcOrd="0" destOrd="0" presId="urn:microsoft.com/office/officeart/2005/8/layout/default"/>
    <dgm:cxn modelId="{FD063FC5-0A26-409F-BDB7-A5AC23DAC1C6}" type="presParOf" srcId="{6A911225-6C74-4877-96D3-3F46ED7A32CF}" destId="{A14884E5-B15D-4FFE-99B7-DBB963190416}" srcOrd="1" destOrd="0" presId="urn:microsoft.com/office/officeart/2005/8/layout/default"/>
    <dgm:cxn modelId="{03E445C0-5C4C-431C-A053-70EEDB37EA96}" type="presParOf" srcId="{6A911225-6C74-4877-96D3-3F46ED7A32CF}" destId="{0D9D4B40-4A42-4068-AF2C-AA430540D3E1}" srcOrd="2" destOrd="0" presId="urn:microsoft.com/office/officeart/2005/8/layout/default"/>
    <dgm:cxn modelId="{45798C66-BB48-4F33-A253-F809A20D9B76}" type="presParOf" srcId="{6A911225-6C74-4877-96D3-3F46ED7A32CF}" destId="{2CEA9D46-A444-4AC2-B1EA-194176AE38CB}" srcOrd="3" destOrd="0" presId="urn:microsoft.com/office/officeart/2005/8/layout/default"/>
    <dgm:cxn modelId="{DF2B949A-BFED-4AD7-B243-AC590D4ECC76}" type="presParOf" srcId="{6A911225-6C74-4877-96D3-3F46ED7A32CF}" destId="{C17812AF-4C8F-4A3B-92F2-651E1812C2A4}" srcOrd="4" destOrd="0" presId="urn:microsoft.com/office/officeart/2005/8/layout/default"/>
    <dgm:cxn modelId="{3DDE4A0D-A9E7-4F4C-B81F-C935527EEE30}" type="presParOf" srcId="{6A911225-6C74-4877-96D3-3F46ED7A32CF}" destId="{0E533E8C-7936-46D2-B7D3-425E0D56B04A}" srcOrd="5" destOrd="0" presId="urn:microsoft.com/office/officeart/2005/8/layout/default"/>
    <dgm:cxn modelId="{7EA746B7-1CE9-41F4-A769-F8797AC39FA7}" type="presParOf" srcId="{6A911225-6C74-4877-96D3-3F46ED7A32CF}" destId="{9C0FB8CD-96CA-424E-B7EA-4677990BDE5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C30BF-813C-4ADF-9992-CB06E3E24BB9}">
      <dsp:nvSpPr>
        <dsp:cNvPr id="0" name=""/>
        <dsp:cNvSpPr/>
      </dsp:nvSpPr>
      <dsp:spPr>
        <a:xfrm>
          <a:off x="0" y="680144"/>
          <a:ext cx="2609092" cy="1565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Планирование и диспетчеризация: Оптимизация маршрутов, назначение задач самосвалам, планирование последовательности операций.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680144"/>
        <a:ext cx="2609092" cy="1565455"/>
      </dsp:txXfrm>
    </dsp:sp>
    <dsp:sp modelId="{9AF422CA-37C7-4AF5-8258-036602438C3B}">
      <dsp:nvSpPr>
        <dsp:cNvPr id="0" name=""/>
        <dsp:cNvSpPr/>
      </dsp:nvSpPr>
      <dsp:spPr>
        <a:xfrm>
          <a:off x="2870001" y="680144"/>
          <a:ext cx="2609092" cy="1565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>
              <a:latin typeface="Times New Roman" pitchFamily="18" charset="0"/>
              <a:cs typeface="Times New Roman" pitchFamily="18" charset="0"/>
            </a:rPr>
            <a:t>Мониторинг в реальном времени: Отслеживание местоположения, скорости, состояния самосвалов, расхода топлива, а также оперативное реагирование на изменения.</a:t>
          </a:r>
          <a:endParaRPr lang="ru-RU" sz="1500" kern="1200">
            <a:latin typeface="Times New Roman" pitchFamily="18" charset="0"/>
            <a:cs typeface="Times New Roman" pitchFamily="18" charset="0"/>
          </a:endParaRPr>
        </a:p>
      </dsp:txBody>
      <dsp:txXfrm>
        <a:off x="2870001" y="680144"/>
        <a:ext cx="2609092" cy="1565455"/>
      </dsp:txXfrm>
    </dsp:sp>
    <dsp:sp modelId="{817104B8-E43B-4F10-87C3-88B38AB7715C}">
      <dsp:nvSpPr>
        <dsp:cNvPr id="0" name=""/>
        <dsp:cNvSpPr/>
      </dsp:nvSpPr>
      <dsp:spPr>
        <a:xfrm>
          <a:off x="5740002" y="680144"/>
          <a:ext cx="2609092" cy="1565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>
              <a:latin typeface="Times New Roman" pitchFamily="18" charset="0"/>
              <a:cs typeface="Times New Roman" pitchFamily="18" charset="0"/>
            </a:rPr>
            <a:t>Управление движением: Обеспечение безопасного и плавного движения самосвалов по заданным маршрутам, предотвращение столкновений.</a:t>
          </a:r>
          <a:endParaRPr lang="ru-RU" sz="1500" kern="1200">
            <a:latin typeface="Times New Roman" pitchFamily="18" charset="0"/>
            <a:cs typeface="Times New Roman" pitchFamily="18" charset="0"/>
          </a:endParaRPr>
        </a:p>
      </dsp:txBody>
      <dsp:txXfrm>
        <a:off x="5740002" y="680144"/>
        <a:ext cx="2609092" cy="1565455"/>
      </dsp:txXfrm>
    </dsp:sp>
    <dsp:sp modelId="{059A1249-4D63-4C92-A62D-D01586C5176A}">
      <dsp:nvSpPr>
        <dsp:cNvPr id="0" name=""/>
        <dsp:cNvSpPr/>
      </dsp:nvSpPr>
      <dsp:spPr>
        <a:xfrm>
          <a:off x="0" y="2506508"/>
          <a:ext cx="2609092" cy="1565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>
              <a:latin typeface="Times New Roman" pitchFamily="18" charset="0"/>
              <a:cs typeface="Times New Roman" pitchFamily="18" charset="0"/>
            </a:rPr>
            <a:t>Диагностика и мониторинг технического состояния: Сбор данных о работе узлов и агрегатов, прогнозирование отказов, планирование технического обслуживания.</a:t>
          </a:r>
          <a:endParaRPr lang="ru-RU" sz="1500" kern="1200">
            <a:latin typeface="Times New Roman" pitchFamily="18" charset="0"/>
            <a:cs typeface="Times New Roman" pitchFamily="18" charset="0"/>
          </a:endParaRPr>
        </a:p>
      </dsp:txBody>
      <dsp:txXfrm>
        <a:off x="0" y="2506508"/>
        <a:ext cx="2609092" cy="1565455"/>
      </dsp:txXfrm>
    </dsp:sp>
    <dsp:sp modelId="{80AA7003-5B5C-4C71-BD8B-CF04913D79C0}">
      <dsp:nvSpPr>
        <dsp:cNvPr id="0" name=""/>
        <dsp:cNvSpPr/>
      </dsp:nvSpPr>
      <dsp:spPr>
        <a:xfrm>
          <a:off x="2870001" y="2506508"/>
          <a:ext cx="2609092" cy="1565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>
              <a:latin typeface="Times New Roman" pitchFamily="18" charset="0"/>
              <a:cs typeface="Times New Roman" pitchFamily="18" charset="0"/>
            </a:rPr>
            <a:t>Анализ данных и отчетность: Сбор и анализ данных о производительности, эффективности, безопасности, формирование отчетов для принятия управленческих решений.</a:t>
          </a:r>
          <a:endParaRPr lang="ru-RU" sz="1500" kern="1200">
            <a:latin typeface="Times New Roman" pitchFamily="18" charset="0"/>
            <a:cs typeface="Times New Roman" pitchFamily="18" charset="0"/>
          </a:endParaRPr>
        </a:p>
      </dsp:txBody>
      <dsp:txXfrm>
        <a:off x="2870001" y="2506508"/>
        <a:ext cx="2609092" cy="1565455"/>
      </dsp:txXfrm>
    </dsp:sp>
    <dsp:sp modelId="{A6982481-12B7-4654-A119-E0E19A791C01}">
      <dsp:nvSpPr>
        <dsp:cNvPr id="0" name=""/>
        <dsp:cNvSpPr/>
      </dsp:nvSpPr>
      <dsp:spPr>
        <a:xfrm>
          <a:off x="5740002" y="2506508"/>
          <a:ext cx="2609092" cy="1565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>
              <a:latin typeface="Times New Roman" pitchFamily="18" charset="0"/>
              <a:cs typeface="Times New Roman" pitchFamily="18" charset="0"/>
            </a:rPr>
            <a:t>Интеграция с другими системами: Взаимодействие с системами планирования горных работ, системами геодезического контроля, системами безопасности и т.д.</a:t>
          </a:r>
          <a:endParaRPr lang="ru-RU" sz="1500" kern="1200">
            <a:latin typeface="Times New Roman" pitchFamily="18" charset="0"/>
            <a:cs typeface="Times New Roman" pitchFamily="18" charset="0"/>
          </a:endParaRPr>
        </a:p>
      </dsp:txBody>
      <dsp:txXfrm>
        <a:off x="5740002" y="2506508"/>
        <a:ext cx="2609092" cy="15654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1F87B8-A008-4155-A324-072F61663CE5}">
      <dsp:nvSpPr>
        <dsp:cNvPr id="0" name=""/>
        <dsp:cNvSpPr/>
      </dsp:nvSpPr>
      <dsp:spPr>
        <a:xfrm>
          <a:off x="0" y="173181"/>
          <a:ext cx="2744931" cy="2964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Система навигации: Определение местоположения самосвала с использованием GPS, GLONASS, инерциальных датчиков,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лидаров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, камер и других сенсоров.  Отображение данных на электронной карте.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173181"/>
        <a:ext cx="2744931" cy="2964295"/>
      </dsp:txXfrm>
    </dsp:sp>
    <dsp:sp modelId="{3C5BC400-A799-43B4-AE1A-7E3F1C46FE5D}">
      <dsp:nvSpPr>
        <dsp:cNvPr id="0" name=""/>
        <dsp:cNvSpPr/>
      </dsp:nvSpPr>
      <dsp:spPr>
        <a:xfrm>
          <a:off x="3019425" y="173181"/>
          <a:ext cx="2744931" cy="2964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Система планирования маршрута: Построение оптимальных маршрутов с учетом заданных параметров (расстояния, времени, расхода топлива, безопасности). Учет ограничений скорости, уклонов, типа покрытия.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19425" y="173181"/>
        <a:ext cx="2744931" cy="2964295"/>
      </dsp:txXfrm>
    </dsp:sp>
    <dsp:sp modelId="{A0B1E2C8-CC6A-4644-9EAE-60FE39DB8CA2}">
      <dsp:nvSpPr>
        <dsp:cNvPr id="0" name=""/>
        <dsp:cNvSpPr/>
      </dsp:nvSpPr>
      <dsp:spPr>
        <a:xfrm>
          <a:off x="6038850" y="187040"/>
          <a:ext cx="2744931" cy="29365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Система управления скоростью и траекторией: Автоматическое управление двигателем, тормозами и рулевым управлением для поддержания заданной скорости и траектории. Адаптивное управление скоростью при изменении дорожных условий.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038850" y="187040"/>
        <a:ext cx="2744931" cy="2936577"/>
      </dsp:txXfrm>
    </dsp:sp>
    <dsp:sp modelId="{C22570C5-02A5-4BCA-9D00-12B4B8A94F44}">
      <dsp:nvSpPr>
        <dsp:cNvPr id="0" name=""/>
        <dsp:cNvSpPr/>
      </dsp:nvSpPr>
      <dsp:spPr>
        <a:xfrm>
          <a:off x="143738" y="3411970"/>
          <a:ext cx="4257663" cy="1646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Система предотвращения столкновений: Обнаружение препятствий (людей, техники, других объектов) с использованием радаров,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лидаров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и камер. Автоматическое торможение или объезд препятствий.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43738" y="3411970"/>
        <a:ext cx="4257663" cy="1646959"/>
      </dsp:txXfrm>
    </dsp:sp>
    <dsp:sp modelId="{61E6B450-A20C-449A-934C-3C8EBCFA2FCE}">
      <dsp:nvSpPr>
        <dsp:cNvPr id="0" name=""/>
        <dsp:cNvSpPr/>
      </dsp:nvSpPr>
      <dsp:spPr>
        <a:xfrm>
          <a:off x="4675895" y="3411970"/>
          <a:ext cx="3964148" cy="16469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Система управления трафиком: Координация движения нескольких самосвалов, предотвращение заторов и столкновений на перекрестках и узких участках.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675895" y="3411970"/>
        <a:ext cx="3964148" cy="16469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10B38-2A10-429C-AE0F-DBB427175209}">
      <dsp:nvSpPr>
        <dsp:cNvPr id="0" name=""/>
        <dsp:cNvSpPr/>
      </dsp:nvSpPr>
      <dsp:spPr>
        <a:xfrm>
          <a:off x="0" y="140805"/>
          <a:ext cx="2757920" cy="22651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Автоматическое управление двигателем и трансмиссией: Оптимизация работы двигателя и трансмиссии для повышения эффективности и снижения расхода топлива.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140805"/>
        <a:ext cx="2757920" cy="2265124"/>
      </dsp:txXfrm>
    </dsp:sp>
    <dsp:sp modelId="{9C5A1CA1-9964-4857-B02E-16228742D92D}">
      <dsp:nvSpPr>
        <dsp:cNvPr id="0" name=""/>
        <dsp:cNvSpPr/>
      </dsp:nvSpPr>
      <dsp:spPr>
        <a:xfrm>
          <a:off x="3033712" y="126955"/>
          <a:ext cx="2757920" cy="2292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Автоматическое управление тормозной системой: Обеспечение плавного и безопасного торможения, предотвращение блокировки колес.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33712" y="126955"/>
        <a:ext cx="2757920" cy="2292824"/>
      </dsp:txXfrm>
    </dsp:sp>
    <dsp:sp modelId="{DC279012-6560-4C37-9B8F-4B8FF7E370F9}">
      <dsp:nvSpPr>
        <dsp:cNvPr id="0" name=""/>
        <dsp:cNvSpPr/>
      </dsp:nvSpPr>
      <dsp:spPr>
        <a:xfrm>
          <a:off x="6067424" y="126955"/>
          <a:ext cx="2757920" cy="22928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Автоматическое управление рулевым управлением: Удержание самосвала на заданной траектории, выполнение поворотов и маневров.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067424" y="126955"/>
        <a:ext cx="2757920" cy="2292824"/>
      </dsp:txXfrm>
    </dsp:sp>
    <dsp:sp modelId="{7DBE50F7-7116-45CB-B69C-CBA2F6B519D9}">
      <dsp:nvSpPr>
        <dsp:cNvPr id="0" name=""/>
        <dsp:cNvSpPr/>
      </dsp:nvSpPr>
      <dsp:spPr>
        <a:xfrm>
          <a:off x="789702" y="2695571"/>
          <a:ext cx="3491775" cy="1654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Автоматическое управление кузовом: Подъем и опускание кузова для разгрузки и загрузки материала.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89702" y="2695571"/>
        <a:ext cx="3491775" cy="1654752"/>
      </dsp:txXfrm>
    </dsp:sp>
    <dsp:sp modelId="{4D1CB3D8-FD5F-46F6-99E1-22F46AC33B76}">
      <dsp:nvSpPr>
        <dsp:cNvPr id="0" name=""/>
        <dsp:cNvSpPr/>
      </dsp:nvSpPr>
      <dsp:spPr>
        <a:xfrm>
          <a:off x="4557270" y="2695571"/>
          <a:ext cx="3478371" cy="1654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Автоматический контроль состояния узлов и агрегатов: Сбор данных о температуре, давлении, вибрации и других параметрах работы узлов и агрегатов.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57270" y="2695571"/>
        <a:ext cx="3478371" cy="16547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10B38-2A10-429C-AE0F-DBB427175209}">
      <dsp:nvSpPr>
        <dsp:cNvPr id="0" name=""/>
        <dsp:cNvSpPr/>
      </dsp:nvSpPr>
      <dsp:spPr>
        <a:xfrm>
          <a:off x="386108" y="1397"/>
          <a:ext cx="2516602" cy="2066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Бортовой компьютер:  Центральный процессор, принимающий решения на основе данных от сенсоров и команд от FMS.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86108" y="1397"/>
        <a:ext cx="2516602" cy="2066925"/>
      </dsp:txXfrm>
    </dsp:sp>
    <dsp:sp modelId="{03D308F4-1ADF-40EE-A369-5C2B45EA38B9}">
      <dsp:nvSpPr>
        <dsp:cNvPr id="0" name=""/>
        <dsp:cNvSpPr/>
      </dsp:nvSpPr>
      <dsp:spPr>
        <a:xfrm>
          <a:off x="3154371" y="27633"/>
          <a:ext cx="2516602" cy="20144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Датчики и сенсоры: GPS, GLONASS, инерциальные датчики, лидары, радары, камеры, датчики давления, температуры, вибрации и т.д.</a:t>
          </a:r>
        </a:p>
      </dsp:txBody>
      <dsp:txXfrm>
        <a:off x="3154371" y="27633"/>
        <a:ext cx="2516602" cy="2014454"/>
      </dsp:txXfrm>
    </dsp:sp>
    <dsp:sp modelId="{2639153D-AC8C-45ED-8424-1F7937A28210}">
      <dsp:nvSpPr>
        <dsp:cNvPr id="0" name=""/>
        <dsp:cNvSpPr/>
      </dsp:nvSpPr>
      <dsp:spPr>
        <a:xfrm>
          <a:off x="5922633" y="13779"/>
          <a:ext cx="2516602" cy="2042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Исполнительные механизмы: Приводы рулевого управления, тормозной системы, двигателя, трансмиссии, кузова.</a:t>
          </a:r>
        </a:p>
      </dsp:txBody>
      <dsp:txXfrm>
        <a:off x="5922633" y="13779"/>
        <a:ext cx="2516602" cy="2042162"/>
      </dsp:txXfrm>
    </dsp:sp>
    <dsp:sp modelId="{370B282E-2B33-473F-9B19-6A099393FB5C}">
      <dsp:nvSpPr>
        <dsp:cNvPr id="0" name=""/>
        <dsp:cNvSpPr/>
      </dsp:nvSpPr>
      <dsp:spPr>
        <a:xfrm>
          <a:off x="969822" y="2319983"/>
          <a:ext cx="3341594" cy="15099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Коммуникационное оборудование: Модемы, антенны для связи с FMS и другими самосвалами.</a:t>
          </a:r>
        </a:p>
      </dsp:txBody>
      <dsp:txXfrm>
        <a:off x="969822" y="2319983"/>
        <a:ext cx="3341594" cy="1509961"/>
      </dsp:txXfrm>
    </dsp:sp>
    <dsp:sp modelId="{60718439-99DF-4FAE-93DD-FB567F08BB6D}">
      <dsp:nvSpPr>
        <dsp:cNvPr id="0" name=""/>
        <dsp:cNvSpPr/>
      </dsp:nvSpPr>
      <dsp:spPr>
        <a:xfrm>
          <a:off x="4563077" y="2319983"/>
          <a:ext cx="3292445" cy="15099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Программное обеспечение:  Алгоритмы управления движением, навигации, предотвращения столкновений, диагностики и т.д.</a:t>
          </a:r>
        </a:p>
      </dsp:txBody>
      <dsp:txXfrm>
        <a:off x="4563077" y="2319983"/>
        <a:ext cx="3292445" cy="15099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2133600"/>
            <a:ext cx="7372350" cy="1676400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Архитектура и инфраструктура системы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/>
                <a:ea typeface="Times New Roman"/>
              </a:rPr>
              <a:t>Система </a:t>
            </a:r>
            <a:r>
              <a:rPr lang="ru-RU" sz="2000" dirty="0">
                <a:latin typeface="Times New Roman"/>
                <a:ea typeface="Times New Roman"/>
              </a:rPr>
              <a:t>управления автопарком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Система управления движением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Система автоматизации самосвала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Комплект управления самосвалом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Командный центр 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Связь 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Локационные метки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Система мониторинга технического состояния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(FMS): Обзор и функции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2402" y="1842655"/>
            <a:ext cx="3865418" cy="451369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/>
                <a:ea typeface="Times New Roman"/>
              </a:rPr>
              <a:t> Система управления автопарком (FMS) – это комплексное решение, предназначенное для централизованного управления парком беспилотных самосвалов. </a:t>
            </a:r>
            <a:endParaRPr lang="ru-RU" sz="22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/>
                <a:ea typeface="Times New Roman"/>
              </a:rPr>
              <a:t>Обеспечивает </a:t>
            </a:r>
            <a:r>
              <a:rPr lang="ru-RU" sz="2200" dirty="0">
                <a:latin typeface="Times New Roman"/>
                <a:ea typeface="Times New Roman"/>
              </a:rPr>
              <a:t>планирование, диспетчеризацию, мониторинг, диагностику и отчетность, необходимые для безопасной и эффективной эксплуатации.</a:t>
            </a:r>
            <a:endParaRPr lang="ru-RU" sz="22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  <p:pic>
        <p:nvPicPr>
          <p:cNvPr id="1026" name="Picture 2" descr="https://s10.stc.all.kpcdn.net/money/wp-content/uploads/2024/10/luchshie-fms-sistemy-upravleniya-avtoparko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798" y="2355275"/>
            <a:ext cx="4752802" cy="297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343697" y="5340430"/>
            <a:ext cx="25430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Dave </a:t>
            </a:r>
            <a:r>
              <a:rPr lang="en-US" sz="1200" dirty="0" err="1"/>
              <a:t>Hoeek</a:t>
            </a:r>
            <a:r>
              <a:rPr lang="en-US" sz="1200" dirty="0"/>
              <a:t> / </a:t>
            </a:r>
            <a:r>
              <a:rPr lang="en-US" sz="1200" dirty="0" err="1"/>
              <a:t>Shutterstock</a:t>
            </a:r>
            <a:r>
              <a:rPr lang="en-US" sz="1200" dirty="0"/>
              <a:t> / </a:t>
            </a:r>
            <a:r>
              <a:rPr lang="en-US" sz="1200" dirty="0" err="1"/>
              <a:t>Fotodom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92598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345" y="1756543"/>
            <a:ext cx="8340437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FMS или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Fleet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программное обеспечение, которое помогает автоматизировать процесс управления автопарком.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FMS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система включает в себя несколько компонентов: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GPS/ГЛОНАСС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мониторинг локации,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телематические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данные автомобиля,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контроль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качества вождения,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аналитику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 другое.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Часто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разработчики FMS систем предлагают готовое решение: 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 и GPS-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трекеры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или маяки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811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1С УАТ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98767" y="1117088"/>
            <a:ext cx="1838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Функционал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49383" y="1461778"/>
            <a:ext cx="849283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Электронные перевозочные документы с 1С-ЭПД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Управление автопарком;  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Управление заказами и диспетчеризация;  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Учет путевых листов; 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Учет ГСМ и технических жидкостей;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Учет ремонтов и агрегатов;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Учет ДТП и штрафов;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Складской учет запчастей и расходных материалов; 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Учет работы водителей;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Взаиморасчеты с контрагентами.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000773"/>
            <a:ext cx="7315200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292627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1С УАТ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652404" y="1144132"/>
            <a:ext cx="247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Плюсы и минусы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594541"/>
              </p:ext>
            </p:extLst>
          </p:nvPr>
        </p:nvGraphicFramePr>
        <p:xfrm>
          <a:off x="356754" y="1715513"/>
          <a:ext cx="8520546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0273"/>
                <a:gridCol w="4260273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Плюсы</a:t>
                      </a:r>
                      <a:endParaRPr lang="ru-RU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Минусы</a:t>
                      </a:r>
                      <a:endParaRPr lang="ru-RU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+ Программное обеспечение, созданное в России.</a:t>
                      </a:r>
                    </a:p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+ Широкий набор стандартных функций.</a:t>
                      </a:r>
                    </a:p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+ Есть мобильное приложение.</a:t>
                      </a:r>
                    </a:p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+ Возможность настройки программы под уникальные нужды компании.</a:t>
                      </a:r>
                    </a:p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+ Доступна демо-версия для первичного ознакомления с системой.</a:t>
                      </a:r>
                    </a:p>
                    <a:p>
                      <a:endParaRPr lang="ru-RU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- Высокая стоимость, что делает данный продукт одним из самых дорогих на рынке.</a:t>
                      </a:r>
                    </a:p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- Интерфейс может быть сложным и не всегда удобным, потребуется время для привыкания.</a:t>
                      </a:r>
                    </a:p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- Для полноценного внедрения потребуются значительные доработки, что может потребовать привлечения 1С-программиста, что влечет дополнительные расходы.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650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Wialon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98767" y="1117088"/>
            <a:ext cx="1838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Функционал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49382" y="1461778"/>
            <a:ext cx="889461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Мониторинг автомобилей с использованием систем GPS и ГЛОНАСС;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Оптимизация маршрутов для повышения эффективности;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Управление запасами топлива и масел;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Удаленное извлечение данных с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тахографов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Наблюдение за заданными территориями;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Контроль за манерой вождения и соблюдением ПДД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73" y="3951991"/>
            <a:ext cx="6975764" cy="267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192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Wialon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652404" y="1144132"/>
            <a:ext cx="247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Плюсы и минусы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938001"/>
              </p:ext>
            </p:extLst>
          </p:nvPr>
        </p:nvGraphicFramePr>
        <p:xfrm>
          <a:off x="356754" y="1715513"/>
          <a:ext cx="852054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973"/>
                <a:gridCol w="2850573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Плюсы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Минусы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Предусмотрена возможность интеграции с другими сервисами.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Пользователи могут выбрать один из двух подходов к использованию системы: облачный вариант — не требует установки программного обеспечения или настройки сервера, что делает его удобным для быстрого старта, и серверный вариант — идеален для компаний с парком от 100 до нескольких тысяч транспортных средств.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Доступна демо-версия для тестирования функционала;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Собственная экосистема с 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маркетплейсом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Есть мобильное приложение, что значительно облегчает управление. 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На сайте отсутствуют ориентировочные цены на подключение к системе.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Демо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тоже нужно заказывать через специалистов.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185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Монтранс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98767" y="1117088"/>
            <a:ext cx="1838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Функционал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24691" y="1461778"/>
            <a:ext cx="882015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Спутниковый мониторинг транспортных средств;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Наблюдение за кузовом автомобиля и кабиной водителя в режиме реального времени;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Отслеживание поступления и расхода горюче-смазочных материалов (ГСМ), а также мониторинг поставщиков;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Оценка стиля вождения сотрудников, контроль действий водителей и уведомления о нарушениях правил;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Составление отчетов по телеметрии, управлению автопарком, путевым листам, расходу топлива и другим важным параметрам.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633878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383" y="4362903"/>
            <a:ext cx="4588452" cy="227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8980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Монтранс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652404" y="1144132"/>
            <a:ext cx="247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Плюсы и минусы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233958"/>
              </p:ext>
            </p:extLst>
          </p:nvPr>
        </p:nvGraphicFramePr>
        <p:xfrm>
          <a:off x="356754" y="1715513"/>
          <a:ext cx="8520546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4337"/>
                <a:gridCol w="3266209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Плюсы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Минусы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Широкий выбор 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трекеров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ГЛОНАСС мониторинга, датчики уровня топлива под любой вид техники.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Облачные технологии и мощная аналитика автопарка.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+Полноценная система мониторинга автопарка.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Есть приложение.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На сайте компании «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Монтранс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» не представлена информация о ценах на услуги, так как они определяются индивидуально для каждого клиента. Чтобы узнать стоимость обслуживания, потребуется связаться с менеджером.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77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«Завгар онлайн»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98767" y="1033958"/>
            <a:ext cx="1838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Функционал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24690" y="1461778"/>
            <a:ext cx="901930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Система интеграции с топливными картами;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Водители автомобилей могут проводить электронные техосмотры перед выездом;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Предусмотрена система технического обслуживания и планового ремонта;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Для юридических лиц предусмотрен механизм учета штрафов ГИБДД, а также разнообразные отчеты, которые помогают анализировать работу автопарка;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Контроль сотрудников.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633878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082" y="3708547"/>
            <a:ext cx="7006937" cy="299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6545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«Завгар онлайн»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583129" y="1047147"/>
            <a:ext cx="247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Плюсы и минусы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83125"/>
              </p:ext>
            </p:extLst>
          </p:nvPr>
        </p:nvGraphicFramePr>
        <p:xfrm>
          <a:off x="0" y="1493833"/>
          <a:ext cx="914400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3133"/>
                <a:gridCol w="179086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Плюсы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Минусы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Отечественный продукт зарегистрирован в реестре программного обеспечения России. 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Облачное решение, которое можно использовать на любом устройстве с доступом в интернет.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Предоставляется бесплатная версия на 14 дней, чтобы пользователи могли ознакомиться со всеми функциями программы, а также доступен бесплатный тариф с ограниченными возможностями.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Программа отличается современным дизайном и интуитивно понятным интерфейсом. 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Есть мобильное приложение.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Стоимость значительно ниже, чем у аналогичных продуктов от конкурентов, несмотря на широкий спектр функций.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Настройка и освоение программы не вызовут затруднений, поскольку имеется подробная документация и поддержка сотрудников компании.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Недостатком является отсутствие коробочной версии продукта.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250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ТИСонлайн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98767" y="1033958"/>
            <a:ext cx="1838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Функционал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1447923"/>
            <a:ext cx="914399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Полное ведение документации по каждому автомобилю, включая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нормы расхода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топлива, данные о проведенных технических обслуживаниях и ремонтах и другие важные аспекты;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Система позволяет отслеживать местоположение транспортных средств через ГЛОНАСС;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Дополнительно система помогает оформлять и рассчитывать путевые листы, учитывать шины и аккумуляторы;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Пользователи могут создавать и оформлять разнообразную документацию и отчеты.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633878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4227804"/>
            <a:ext cx="7218218" cy="2406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6530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ТИСонлайн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583129" y="1047147"/>
            <a:ext cx="247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Плюсы и минусы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768393"/>
              </p:ext>
            </p:extLst>
          </p:nvPr>
        </p:nvGraphicFramePr>
        <p:xfrm>
          <a:off x="332508" y="1895615"/>
          <a:ext cx="845127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4672"/>
                <a:gridCol w="2586601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Плюсы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Минусы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Есть мобильное приложение.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Есть варианты по оплате разных тарифов, функций и типов лицензии.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Программа отличается современным дизайном и интуитивно понятным интерфейсом. 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Немного функций для управления логистическими процессами.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800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АвтоПлан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98767" y="1033958"/>
            <a:ext cx="1838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Функционал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60218" y="1447923"/>
            <a:ext cx="878378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Журнал механика по выпуску транспорта;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Разнарядка;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Обработка путевых листов;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Табель;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Склад;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Журнал ремонта транспорта;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Заявочный модуль;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Управленческий модуль;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Модуль водителя.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633878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818" y="4273356"/>
            <a:ext cx="6497780" cy="236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9399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АвтоПлан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583129" y="1047147"/>
            <a:ext cx="247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Плюсы и минусы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279660"/>
              </p:ext>
            </p:extLst>
          </p:nvPr>
        </p:nvGraphicFramePr>
        <p:xfrm>
          <a:off x="332508" y="1895615"/>
          <a:ext cx="8451273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4672"/>
                <a:gridCol w="2586601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Плюсы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Минусы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Связанные между собой модули, что упрощает рабочие процессы.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Разработка отечественного программного обеспечения, соответствующего требованиям.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Возможность интеграции с 1С: Бухгалтерия для более удобного учета.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Есть мобильное приложение.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Интерфейс программы можно считать устаревшим и не самым удобным для пользователей.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959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ProffitGo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98767" y="1033958"/>
            <a:ext cx="1838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Функционал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60218" y="1447923"/>
            <a:ext cx="87837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Дашборд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предоставляющий полную информацию о состоянии всего автопарка;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Система отчетности «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ЭкоДрайв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», которая анализирует действия водителей и предлагает рекомендации для повышения эффективности;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Разнообразные отчеты, включая информацию об остановках, превышении скорости, заправках и сливе топлива и прочих показателях;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Мониторинг транспортных средств в реальном времени.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633878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508" y="3713162"/>
            <a:ext cx="7315200" cy="296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0404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ProffitGo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583129" y="1047147"/>
            <a:ext cx="247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Плюсы и минусы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693417"/>
              </p:ext>
            </p:extLst>
          </p:nvPr>
        </p:nvGraphicFramePr>
        <p:xfrm>
          <a:off x="332508" y="1895615"/>
          <a:ext cx="845127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2110"/>
                <a:gridCol w="3699163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Плюсы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Минусы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Есть два месяца бесплатного использования.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Smart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Freeze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- специальное решение для транспортировки опасных грузов.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Доступно мобильное приложение.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Стоимость и покупка дополнительного оборудования.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432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Omnicomm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Online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98767" y="1033958"/>
            <a:ext cx="1838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Функционал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60218" y="1447923"/>
            <a:ext cx="878378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Контроль за процессом заправки и расходом топлива;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Отслеживание местоположения и маршрутов каждого транспортного средства;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Мониторинг состояния и функционирования машин;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Возможность подключения видеонаблюдения;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Поддержка использования дополнительных датчиков для расширенной функциональности;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Наблюдение за продуктивностью сотрудников.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633878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83" y="4025104"/>
            <a:ext cx="6608618" cy="2650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2755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Omnicomm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Online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583129" y="1047147"/>
            <a:ext cx="247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Плюсы и минусы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136337"/>
              </p:ext>
            </p:extLst>
          </p:nvPr>
        </p:nvGraphicFramePr>
        <p:xfrm>
          <a:off x="332508" y="1895615"/>
          <a:ext cx="8451273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2110"/>
                <a:gridCol w="3699163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Плюсы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Минусы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Высококачественная поддержка датчиков уровня топлива, предоставляющая точные сведения о расходе топлива.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Ориентация на мониторинг расходов топлива.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Наличие мобильного приложения.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Ограниченные возможности для управления персоналом.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935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АвтоГРАФ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98767" y="1033958"/>
            <a:ext cx="1838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Функционал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60218" y="1447923"/>
            <a:ext cx="87837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Отслеживание с использованием технологий GPS и ГЛОНАСС;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Взаимодействие с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тахографами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для более точного учета данных;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Мониторинг расхода топлива для повышения эффективности;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Определение местоположения объектов в реальном времени;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Учет расхода топлива для оптимизации затрат;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Организация диспетчеризации транспортных средств;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Переоборудование оборудования для улучшения работы.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633878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290" y="4111877"/>
            <a:ext cx="6002481" cy="2563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3352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АвтоГРАФ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583129" y="1047147"/>
            <a:ext cx="247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Плюсы и минусы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718673"/>
              </p:ext>
            </p:extLst>
          </p:nvPr>
        </p:nvGraphicFramePr>
        <p:xfrm>
          <a:off x="332508" y="1895615"/>
          <a:ext cx="845127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5747"/>
                <a:gridCol w="404552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Плюсы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Минусы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Интерфейс системы отличается своей простой и понятной навигацией, что делает его удобным для пользователей в России.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Аналитические функции имеют свои ограничения. 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На сайте отсутствуют данные о приблизительных ценах на подключение к данной системе.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339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Антор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»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98767" y="1033958"/>
            <a:ext cx="1838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Функционал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60218" y="1447923"/>
            <a:ext cx="827116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Оптимизация доставки: маршрут и стоимость;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Автоматическое планирование с использованием искусственного интеллекта;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Индивидуальная настройка и интеграция систем;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Полный набор инструментов для профессионалов в логистике;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• Бесплатная предварительная оценка экономического эффекта проекта.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633878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427" y="4313237"/>
            <a:ext cx="73152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313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07094"/>
            <a:ext cx="7886700" cy="48563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4404" y="684615"/>
            <a:ext cx="8340437" cy="5017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Антор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73981" y="6675437"/>
            <a:ext cx="2057400" cy="365125"/>
          </a:xfrm>
        </p:spPr>
        <p:txBody>
          <a:bodyPr/>
          <a:lstStyle/>
          <a:p>
            <a:fld id="{52259990-D040-4A93-9573-D8805257596F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583129" y="1047147"/>
            <a:ext cx="247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Плюсы и минусы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54383" y="6592313"/>
            <a:ext cx="492528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https://www.kp.ru/money/biznes/luchshie-fms-sistemy-upravleniya-avtoparkom/</a:t>
            </a:r>
            <a:endParaRPr lang="ru-RU" sz="1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521744"/>
              </p:ext>
            </p:extLst>
          </p:nvPr>
        </p:nvGraphicFramePr>
        <p:xfrm>
          <a:off x="332508" y="1895615"/>
          <a:ext cx="845127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637"/>
                <a:gridCol w="422563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Плюсы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Минусы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Быстрое обновление данных, что делает систему идеальной для крупных автопарков.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+ Доступно мобильное приложение для удобства пользователей.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На сайте нет информации о примерных ценах на подключение к системе.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Заказ демонстрации также необходимо согласовывать с представителями компании.</a:t>
                      </a:r>
                    </a:p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Требуются затраты на обучение сотрудников.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2095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(FMS): Обзор и функции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842656"/>
            <a:ext cx="7886700" cy="45720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 Основные функции </a:t>
            </a:r>
            <a:r>
              <a:rPr lang="en-US" dirty="0">
                <a:latin typeface="Times New Roman"/>
                <a:ea typeface="Times New Roman"/>
              </a:rPr>
              <a:t>FMS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26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169804166"/>
              </p:ext>
            </p:extLst>
          </p:nvPr>
        </p:nvGraphicFramePr>
        <p:xfrm>
          <a:off x="471055" y="1842656"/>
          <a:ext cx="8349095" cy="4752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3527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3559" y="207092"/>
            <a:ext cx="7886700" cy="527199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 Система управления автопарком (FMS):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-1" y="609601"/>
            <a:ext cx="9143998" cy="815202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 П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опулярные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автоматизации транспортной логистики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341419" y="648069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https://itob.ru/solutions/fleet_management_systems/</a:t>
            </a:r>
            <a:endParaRPr lang="ru-RU" sz="11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013678"/>
              </p:ext>
            </p:extLst>
          </p:nvPr>
        </p:nvGraphicFramePr>
        <p:xfrm>
          <a:off x="-1" y="1424803"/>
          <a:ext cx="9144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2365"/>
                <a:gridCol w="3214254"/>
                <a:gridCol w="3297381"/>
              </a:tblGrid>
              <a:tr h="4920579">
                <a:tc>
                  <a:txBody>
                    <a:bodyPr/>
                    <a:lstStyle/>
                    <a:p>
                      <a:r>
                        <a:rPr lang="ru-RU" sz="16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1С:Центр спутникового мониторинга ГЛОНАСС/</a:t>
                      </a:r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GPS</a:t>
                      </a:r>
                      <a:endParaRPr lang="ru-RU" sz="1600" b="1" dirty="0" smtClean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16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решение для комплексного ГЛОНАСС мониторинга транспорта, спецтехники, груза и мобильных сотрудников, планирования работы морских судов. Позволяет интегрировать в «1С:Предприятие 8» любое </a:t>
                      </a:r>
                      <a:r>
                        <a:rPr lang="ru-RU" sz="16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телематическое</a:t>
                      </a:r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оборудование, консолидирует и обрабатывает полученную с ГЛОНАСС/GPS устройств информацию. Формирует документы для бухгалтерии, отчёты для руководителей</a:t>
                      </a:r>
                      <a:endParaRPr lang="ru-RU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1С:Предприятие 8. Управление Автотранспортом</a:t>
                      </a:r>
                    </a:p>
                    <a:p>
                      <a:endParaRPr lang="ru-RU" sz="16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ru-RU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Система управления имуществом автопарка</a:t>
                      </a:r>
                    </a:p>
                    <a:p>
                      <a:endParaRPr lang="ru-RU" sz="16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В составе решения эффективно реализован управленческий и оперативный учет, имеются широкие возможности по составлению отчётности, встроена система спутникового мониторинга. Система позволяет эффективно оптимизировать затраты на эксплуатацию автомобилей. Подходит для работы с автомобилями и спецтехникой как в автотранспортных предприятиях, так и в транспортных подразделениях любых компаний.</a:t>
                      </a:r>
                      <a:endParaRPr lang="ru-RU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1С:TMS Логистика. Управление перевозками</a:t>
                      </a:r>
                    </a:p>
                    <a:p>
                      <a:endParaRPr lang="ru-RU" sz="16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ru-RU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Система управления транспортными перевозками, автоматизирует управление цепями поставок</a:t>
                      </a:r>
                    </a:p>
                    <a:p>
                      <a:endParaRPr lang="ru-RU" sz="16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FTL перевозки (заменяем </a:t>
                      </a:r>
                      <a:r>
                        <a:rPr lang="ru-RU" sz="16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Transporeon</a:t>
                      </a:r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) + </a:t>
                      </a:r>
                      <a:r>
                        <a:rPr lang="ru-RU" sz="16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бесшовно</a:t>
                      </a:r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интегрирована платформа для транспортных компаний</a:t>
                      </a:r>
                    </a:p>
                    <a:p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Последняя миля (</a:t>
                      </a:r>
                      <a:r>
                        <a:rPr lang="ru-RU" sz="16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автопланирование</a:t>
                      </a:r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доставки по городу) + приложение для водителя и ГЛОНАСС мониторинг</a:t>
                      </a:r>
                    </a:p>
                    <a:p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Вывоз ТБО (планирование загрузки транспорта) + приложение для водителя и ГЛОНАСС мониторинг</a:t>
                      </a:r>
                      <a:endParaRPr lang="ru-RU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2549237" y="6611503"/>
            <a:ext cx="229902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https://itob.ru/solutions/telematika/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626818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2. Система управления движением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28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65018" y="1627863"/>
            <a:ext cx="7753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Назначение: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Обеспечение безопасного и эффективного движения беспилотных самосвалов в автоматическом режиме.</a:t>
            </a:r>
          </a:p>
        </p:txBody>
      </p:sp>
    </p:spTree>
    <p:extLst>
      <p:ext uri="{BB962C8B-B14F-4D97-AF65-F5344CB8AC3E}">
        <p14:creationId xmlns:p14="http://schemas.microsoft.com/office/powerpoint/2010/main" val="286588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2. Система управления движением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29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762000" y="1027699"/>
            <a:ext cx="77533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Основные компоненты и функции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287322893"/>
              </p:ext>
            </p:extLst>
          </p:nvPr>
        </p:nvGraphicFramePr>
        <p:xfrm>
          <a:off x="180109" y="1489363"/>
          <a:ext cx="8783782" cy="5232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212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3. Система автоматизации самосвала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30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762000" y="1775845"/>
            <a:ext cx="77533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Назначение: Перевод всех основных функций управления самосвалом в автоматический режим.</a:t>
            </a:r>
          </a:p>
        </p:txBody>
      </p:sp>
    </p:spTree>
    <p:extLst>
      <p:ext uri="{BB962C8B-B14F-4D97-AF65-F5344CB8AC3E}">
        <p14:creationId xmlns:p14="http://schemas.microsoft.com/office/powerpoint/2010/main" val="240856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3. Система автоматизации самосвала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31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762000" y="1541155"/>
            <a:ext cx="77533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Основные компоненты и функции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182299520"/>
              </p:ext>
            </p:extLst>
          </p:nvPr>
        </p:nvGraphicFramePr>
        <p:xfrm>
          <a:off x="152400" y="2131338"/>
          <a:ext cx="8825345" cy="4477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766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4. Комплект управления самосвалом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32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52399" y="1541155"/>
            <a:ext cx="88253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Набор аппаратных и программных средств, устанавливаемых на самосвал для обеспечения автономного управления.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853939720"/>
              </p:ext>
            </p:extLst>
          </p:nvPr>
        </p:nvGraphicFramePr>
        <p:xfrm>
          <a:off x="152399" y="2890132"/>
          <a:ext cx="8825345" cy="3831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300974" y="2372152"/>
            <a:ext cx="32826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Основные компоненты:</a:t>
            </a:r>
          </a:p>
        </p:txBody>
      </p:sp>
    </p:spTree>
    <p:extLst>
      <p:ext uri="{BB962C8B-B14F-4D97-AF65-F5344CB8AC3E}">
        <p14:creationId xmlns:p14="http://schemas.microsoft.com/office/powerpoint/2010/main" val="73913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5. Командный центр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33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52399" y="1028536"/>
            <a:ext cx="88253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Назначение: Централизованное управление и мониторинг работы всего автопарка беспилотных самосвалов.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713871194"/>
              </p:ext>
            </p:extLst>
          </p:nvPr>
        </p:nvGraphicFramePr>
        <p:xfrm>
          <a:off x="152399" y="2890132"/>
          <a:ext cx="8825345" cy="3831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148497" y="1910487"/>
            <a:ext cx="28331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Основные функции:</a:t>
            </a:r>
          </a:p>
        </p:txBody>
      </p:sp>
    </p:spTree>
    <p:extLst>
      <p:ext uri="{BB962C8B-B14F-4D97-AF65-F5344CB8AC3E}">
        <p14:creationId xmlns:p14="http://schemas.microsoft.com/office/powerpoint/2010/main" val="80592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5. Командный центр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34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52399" y="1028536"/>
            <a:ext cx="882534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Необходимое оборудование: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Персонал: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3779270778"/>
              </p:ext>
            </p:extLst>
          </p:nvPr>
        </p:nvGraphicFramePr>
        <p:xfrm>
          <a:off x="152399" y="1633921"/>
          <a:ext cx="8820150" cy="1982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1779534488"/>
              </p:ext>
            </p:extLst>
          </p:nvPr>
        </p:nvGraphicFramePr>
        <p:xfrm>
          <a:off x="152399" y="4627418"/>
          <a:ext cx="8820150" cy="1136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1276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6. Связь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35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01783" y="1620383"/>
            <a:ext cx="84183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Назначение: Обеспечение непрерывной связи между самосвалами, командным центром и другими элементами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61407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6. Связь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36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52398" y="1025236"/>
            <a:ext cx="88253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Назначение: Обеспечение непрерывной связи между самосвалами, командным центром и другими элементами системы.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253037847"/>
              </p:ext>
            </p:extLst>
          </p:nvPr>
        </p:nvGraphicFramePr>
        <p:xfrm>
          <a:off x="152397" y="2794000"/>
          <a:ext cx="8825345" cy="3927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720942" y="2225565"/>
            <a:ext cx="20336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Типы связи:</a:t>
            </a:r>
          </a:p>
        </p:txBody>
      </p:sp>
    </p:spTree>
    <p:extLst>
      <p:ext uri="{BB962C8B-B14F-4D97-AF65-F5344CB8AC3E}">
        <p14:creationId xmlns:p14="http://schemas.microsoft.com/office/powerpoint/2010/main" val="353381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7. Локационные метки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37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46365" y="1330036"/>
            <a:ext cx="84737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Назначение:  Использование физических или виртуальных меток для повышения точности определения местоположения самосвалов.</a:t>
            </a:r>
          </a:p>
        </p:txBody>
      </p:sp>
    </p:spTree>
    <p:extLst>
      <p:ext uri="{BB962C8B-B14F-4D97-AF65-F5344CB8AC3E}">
        <p14:creationId xmlns:p14="http://schemas.microsoft.com/office/powerpoint/2010/main" val="21452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7. Локационные метки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38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493818" y="102523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Типы меток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707681360"/>
              </p:ext>
            </p:extLst>
          </p:nvPr>
        </p:nvGraphicFramePr>
        <p:xfrm>
          <a:off x="277091" y="2564120"/>
          <a:ext cx="8700652" cy="3944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598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8. Система мониторинга технического состояния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39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32509" y="1634837"/>
            <a:ext cx="84876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Назначение:  Контроль состояния узлов и агрегатов самосвалов, прогнозирование отказов, планирование технического обслуживания.</a:t>
            </a:r>
          </a:p>
        </p:txBody>
      </p:sp>
    </p:spTree>
    <p:extLst>
      <p:ext uri="{BB962C8B-B14F-4D97-AF65-F5344CB8AC3E}">
        <p14:creationId xmlns:p14="http://schemas.microsoft.com/office/powerpoint/2010/main" val="53522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8. Система мониторинга технического состояния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40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52398" y="1357746"/>
            <a:ext cx="88253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Назначение:  Контроль состояния узлов и агрегатов самосвалов, прогнозирование отказов, планирование технического обслуживания.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406157999"/>
              </p:ext>
            </p:extLst>
          </p:nvPr>
        </p:nvGraphicFramePr>
        <p:xfrm>
          <a:off x="152398" y="2558075"/>
          <a:ext cx="8825345" cy="4204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923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9. TMS (Transportation Management System):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Интеграция и оптимизация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41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52398" y="1357746"/>
            <a:ext cx="88253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Назначение: Оптимизация транспортных потоков, планирование и управление доставкой грузов.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871168202"/>
              </p:ext>
            </p:extLst>
          </p:nvPr>
        </p:nvGraphicFramePr>
        <p:xfrm>
          <a:off x="152398" y="2680487"/>
          <a:ext cx="8825345" cy="4082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095296" y="2218822"/>
            <a:ext cx="3343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Интеграция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FMS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TMS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16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6275</TotalTime>
  <Words>2882</Words>
  <Application>Microsoft Office PowerPoint</Application>
  <PresentationFormat>Экран (4:3)</PresentationFormat>
  <Paragraphs>390</Paragraphs>
  <Slides>42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42</vt:i4>
      </vt:variant>
    </vt:vector>
  </HeadingPairs>
  <TitlesOfParts>
    <vt:vector size="44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Архитектура и инфраструктура системы</vt:lpstr>
      <vt:lpstr>План лекции</vt:lpstr>
      <vt:lpstr>1. Система управления автопарком (FMS): Обзор и функции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</vt:lpstr>
      <vt:lpstr>1. Система управления автопарком (FMS): Обзор и функции</vt:lpstr>
      <vt:lpstr>1. Система управления автопарком (FMS):</vt:lpstr>
      <vt:lpstr>2. Система управления движением</vt:lpstr>
      <vt:lpstr>2. Система управления движением</vt:lpstr>
      <vt:lpstr>3. Система автоматизации самосвала</vt:lpstr>
      <vt:lpstr>3. Система автоматизации самосвала</vt:lpstr>
      <vt:lpstr>4. Комплект управления самосвалом</vt:lpstr>
      <vt:lpstr>5. Командный центр</vt:lpstr>
      <vt:lpstr>5. Командный центр</vt:lpstr>
      <vt:lpstr>6. Связь</vt:lpstr>
      <vt:lpstr>6. Связь</vt:lpstr>
      <vt:lpstr>7. Локационные метки</vt:lpstr>
      <vt:lpstr>7. Локационные метки</vt:lpstr>
      <vt:lpstr>8. Система мониторинга технического состояния</vt:lpstr>
      <vt:lpstr>8. Система мониторинга технического состояния</vt:lpstr>
      <vt:lpstr>9. TMS (Transportation Management System): Интеграция и оптимизация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371</cp:revision>
  <dcterms:created xsi:type="dcterms:W3CDTF">2015-07-29T11:14:37Z</dcterms:created>
  <dcterms:modified xsi:type="dcterms:W3CDTF">2026-06-26T21:14:31Z</dcterms:modified>
</cp:coreProperties>
</file>