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7"/>
  </p:notesMasterIdLst>
  <p:sldIdLst>
    <p:sldId id="325" r:id="rId3"/>
    <p:sldId id="293" r:id="rId4"/>
    <p:sldId id="294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3639724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Цифровые решения для управления сквозными производственными процессами и управления активами предприятия, обеспечения промышленной безопасности</a:t>
            </a:r>
            <a:endParaRPr lang="ru-RU" sz="4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Динамическая оптимизация.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Единый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Диспетчерско-Аналитический Центр.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дистанционного контроля промышленной безопасности.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Удаленная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диагностика самоходного оборудования.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Прогнозное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ТОиР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Управление эффективностью производственных активов с использованием риск- 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надежностно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-ориентированного подхода.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Мобильные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решения для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ТОиР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и обходов.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Устойчивое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развитие и цифровая трансформация.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Позиционирование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персонала и оборудования на открытых и подземных горных предприятиях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Системы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предотвращения столкновений и наездов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Применение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компьютерного зрения для задач промышленной безопасности.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5954</TotalTime>
  <Words>110</Words>
  <Application>Microsoft Office PowerPoint</Application>
  <PresentationFormat>Экран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Цифровые решения для управления сквозными производственными процессами и управления активами предприятия, обеспечения промышленной безопасности</vt:lpstr>
      <vt:lpstr>План лекции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337</cp:revision>
  <dcterms:created xsi:type="dcterms:W3CDTF">2015-07-29T11:14:37Z</dcterms:created>
  <dcterms:modified xsi:type="dcterms:W3CDTF">2026-06-26T21:03:36Z</dcterms:modified>
</cp:coreProperties>
</file>