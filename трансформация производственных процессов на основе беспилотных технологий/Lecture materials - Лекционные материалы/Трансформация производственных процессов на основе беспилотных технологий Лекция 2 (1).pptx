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27"/>
  </p:notesMasterIdLst>
  <p:sldIdLst>
    <p:sldId id="325" r:id="rId3"/>
    <p:sldId id="293" r:id="rId4"/>
    <p:sldId id="294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1" r:id="rId15"/>
    <p:sldId id="34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26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A6C4B7-37DB-4820-87C0-FEBF26205CE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F736E9-3175-4E3D-BC2D-BD38143F79BB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сеть связи общего пользования;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D7A36B9-3F7C-44D3-B63F-BD6C7B06A7EF}" type="parTrans" cxnId="{357C6B90-7ACF-40D3-B3DB-5464FC1EB6B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835C5D9-B99E-4F50-9678-8C69D7212B5F}" type="sibTrans" cxnId="{357C6B90-7ACF-40D3-B3DB-5464FC1EB6B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9F8B644-6665-44F6-9D6C-BF198F8CC09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выделенные сети связи;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F910D6D-64E5-4B94-A43E-5F367F3052ED}" type="parTrans" cxnId="{5773305E-9AF4-46E4-AD30-D68F670396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6DBCC58-2DA5-4453-AEEC-061DF57F4A4E}" type="sibTrans" cxnId="{5773305E-9AF4-46E4-AD30-D68F670396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B6835AC-D411-4479-BEE2-7B41D5A7C65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технологические сети связи, присоединенные к сети связи общего пользования;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8B67269-696D-4E11-AB01-A109984D6007}" type="parTrans" cxnId="{45995457-2D55-4BF9-B2F6-CCBE4F8F54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31D542D-AA5A-4B14-A31C-478516B75AE8}" type="sibTrans" cxnId="{45995457-2D55-4BF9-B2F6-CCBE4F8F54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040B158-AEDE-46A8-9D7E-E6E083C124A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сети связи специального назначения и другие сети связи для передачи информации при помощи электромагнитных систем.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C3573A8-6EE4-4DA7-976C-E74F218FF31C}" type="parTrans" cxnId="{AA54BC7F-7DAF-435D-8B0C-80338F3838B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0E75B44-60C9-49A9-A3DF-FB05C35F0D2A}" type="sibTrans" cxnId="{AA54BC7F-7DAF-435D-8B0C-80338F3838B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FC7FEE8-85EF-4081-BC76-B344230B6E06}" type="pres">
      <dgm:prSet presAssocID="{CCA6C4B7-37DB-4820-87C0-FEBF26205CE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956385-DD25-4F43-BB45-11441D3D4BC8}" type="pres">
      <dgm:prSet presAssocID="{D0F736E9-3175-4E3D-BC2D-BD38143F79B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B2C314-4B33-41B9-AB67-BF0282399CAE}" type="pres">
      <dgm:prSet presAssocID="{9835C5D9-B99E-4F50-9678-8C69D7212B5F}" presName="sibTrans" presStyleCnt="0"/>
      <dgm:spPr/>
    </dgm:pt>
    <dgm:pt modelId="{E6ECEAD8-DE27-45D7-B1E2-28B3533CE5B4}" type="pres">
      <dgm:prSet presAssocID="{C9F8B644-6665-44F6-9D6C-BF198F8CC091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6824BB1-2156-4249-9827-AEEDEA652DD4}" type="pres">
      <dgm:prSet presAssocID="{D6DBCC58-2DA5-4453-AEEC-061DF57F4A4E}" presName="sibTrans" presStyleCnt="0"/>
      <dgm:spPr/>
    </dgm:pt>
    <dgm:pt modelId="{2FDFAA50-6A15-4666-9277-56644EFBD538}" type="pres">
      <dgm:prSet presAssocID="{5B6835AC-D411-4479-BEE2-7B41D5A7C65D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E0B277-7484-4247-8F8B-B9CBCA90B560}" type="pres">
      <dgm:prSet presAssocID="{631D542D-AA5A-4B14-A31C-478516B75AE8}" presName="sibTrans" presStyleCnt="0"/>
      <dgm:spPr/>
    </dgm:pt>
    <dgm:pt modelId="{37BCD49B-F480-4614-A476-65B02360C616}" type="pres">
      <dgm:prSet presAssocID="{9040B158-AEDE-46A8-9D7E-E6E083C124A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57C6B90-7ACF-40D3-B3DB-5464FC1EB6B9}" srcId="{CCA6C4B7-37DB-4820-87C0-FEBF26205CE6}" destId="{D0F736E9-3175-4E3D-BC2D-BD38143F79BB}" srcOrd="0" destOrd="0" parTransId="{8D7A36B9-3F7C-44D3-B63F-BD6C7B06A7EF}" sibTransId="{9835C5D9-B99E-4F50-9678-8C69D7212B5F}"/>
    <dgm:cxn modelId="{AF45E5D5-7E37-4460-9F89-4763A6CA2E6C}" type="presOf" srcId="{C9F8B644-6665-44F6-9D6C-BF198F8CC091}" destId="{E6ECEAD8-DE27-45D7-B1E2-28B3533CE5B4}" srcOrd="0" destOrd="0" presId="urn:microsoft.com/office/officeart/2005/8/layout/default"/>
    <dgm:cxn modelId="{AA54BC7F-7DAF-435D-8B0C-80338F3838B3}" srcId="{CCA6C4B7-37DB-4820-87C0-FEBF26205CE6}" destId="{9040B158-AEDE-46A8-9D7E-E6E083C124A6}" srcOrd="3" destOrd="0" parTransId="{DC3573A8-6EE4-4DA7-976C-E74F218FF31C}" sibTransId="{50E75B44-60C9-49A9-A3DF-FB05C35F0D2A}"/>
    <dgm:cxn modelId="{5773305E-9AF4-46E4-AD30-D68F67039695}" srcId="{CCA6C4B7-37DB-4820-87C0-FEBF26205CE6}" destId="{C9F8B644-6665-44F6-9D6C-BF198F8CC091}" srcOrd="1" destOrd="0" parTransId="{5F910D6D-64E5-4B94-A43E-5F367F3052ED}" sibTransId="{D6DBCC58-2DA5-4453-AEEC-061DF57F4A4E}"/>
    <dgm:cxn modelId="{45995457-2D55-4BF9-B2F6-CCBE4F8F54B4}" srcId="{CCA6C4B7-37DB-4820-87C0-FEBF26205CE6}" destId="{5B6835AC-D411-4479-BEE2-7B41D5A7C65D}" srcOrd="2" destOrd="0" parTransId="{18B67269-696D-4E11-AB01-A109984D6007}" sibTransId="{631D542D-AA5A-4B14-A31C-478516B75AE8}"/>
    <dgm:cxn modelId="{46E9FCA0-46AC-4840-8539-9B228F7A3832}" type="presOf" srcId="{5B6835AC-D411-4479-BEE2-7B41D5A7C65D}" destId="{2FDFAA50-6A15-4666-9277-56644EFBD538}" srcOrd="0" destOrd="0" presId="urn:microsoft.com/office/officeart/2005/8/layout/default"/>
    <dgm:cxn modelId="{8ED51E9D-6B37-4719-827A-A9E51F7FC50B}" type="presOf" srcId="{CCA6C4B7-37DB-4820-87C0-FEBF26205CE6}" destId="{CFC7FEE8-85EF-4081-BC76-B344230B6E06}" srcOrd="0" destOrd="0" presId="urn:microsoft.com/office/officeart/2005/8/layout/default"/>
    <dgm:cxn modelId="{C292D282-151D-455D-8D07-C4FAAD7B4F63}" type="presOf" srcId="{9040B158-AEDE-46A8-9D7E-E6E083C124A6}" destId="{37BCD49B-F480-4614-A476-65B02360C616}" srcOrd="0" destOrd="0" presId="urn:microsoft.com/office/officeart/2005/8/layout/default"/>
    <dgm:cxn modelId="{260B0D41-2A8D-4D58-8FA7-380F0A3956E6}" type="presOf" srcId="{D0F736E9-3175-4E3D-BC2D-BD38143F79BB}" destId="{A9956385-DD25-4F43-BB45-11441D3D4BC8}" srcOrd="0" destOrd="0" presId="urn:microsoft.com/office/officeart/2005/8/layout/default"/>
    <dgm:cxn modelId="{BB1C85AE-8F52-41D8-B82B-39921E102760}" type="presParOf" srcId="{CFC7FEE8-85EF-4081-BC76-B344230B6E06}" destId="{A9956385-DD25-4F43-BB45-11441D3D4BC8}" srcOrd="0" destOrd="0" presId="urn:microsoft.com/office/officeart/2005/8/layout/default"/>
    <dgm:cxn modelId="{70CDDC60-F9D4-4991-9FF4-F9ED20DD013B}" type="presParOf" srcId="{CFC7FEE8-85EF-4081-BC76-B344230B6E06}" destId="{31B2C314-4B33-41B9-AB67-BF0282399CAE}" srcOrd="1" destOrd="0" presId="urn:microsoft.com/office/officeart/2005/8/layout/default"/>
    <dgm:cxn modelId="{153E2BCF-6EA6-4617-981F-46E72AD4042F}" type="presParOf" srcId="{CFC7FEE8-85EF-4081-BC76-B344230B6E06}" destId="{E6ECEAD8-DE27-45D7-B1E2-28B3533CE5B4}" srcOrd="2" destOrd="0" presId="urn:microsoft.com/office/officeart/2005/8/layout/default"/>
    <dgm:cxn modelId="{6B5C25D8-775B-4A39-991D-A5E203F220CE}" type="presParOf" srcId="{CFC7FEE8-85EF-4081-BC76-B344230B6E06}" destId="{36824BB1-2156-4249-9827-AEEDEA652DD4}" srcOrd="3" destOrd="0" presId="urn:microsoft.com/office/officeart/2005/8/layout/default"/>
    <dgm:cxn modelId="{57876DC4-3C39-4F54-827C-80E1BDDB8AD4}" type="presParOf" srcId="{CFC7FEE8-85EF-4081-BC76-B344230B6E06}" destId="{2FDFAA50-6A15-4666-9277-56644EFBD538}" srcOrd="4" destOrd="0" presId="urn:microsoft.com/office/officeart/2005/8/layout/default"/>
    <dgm:cxn modelId="{EB8D4AED-3F0B-41C4-A434-2738389774BC}" type="presParOf" srcId="{CFC7FEE8-85EF-4081-BC76-B344230B6E06}" destId="{20E0B277-7484-4247-8F8B-B9CBCA90B560}" srcOrd="5" destOrd="0" presId="urn:microsoft.com/office/officeart/2005/8/layout/default"/>
    <dgm:cxn modelId="{958BA33F-16F2-494F-A879-5C02E0715454}" type="presParOf" srcId="{CFC7FEE8-85EF-4081-BC76-B344230B6E06}" destId="{37BCD49B-F480-4614-A476-65B02360C61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67611C-4AAB-4180-8B8F-2739EE451F0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01AC32E-1C27-4265-9C74-8024E51048B4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единые каналы связи;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4F94B1C8-AFE6-4EBA-9751-0F9DE900A235}" type="parTrans" cxnId="{8CFD4962-D272-4F88-A9A0-4D6D47D7715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1EFE323-E9BA-4718-8FAD-7428A362B8EF}" type="sibTrans" cxnId="{8CFD4962-D272-4F88-A9A0-4D6D47D7715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8DAC75A-1A04-41EC-84F6-22A2AF5DAF86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сеть должна строиться на базе открытых стандартов и интерфейсов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C6A0166F-5562-456C-B625-3F258CA82CF9}" type="parTrans" cxnId="{9A76C7EF-600D-465A-9BD2-1403AF10998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09E2C84-6D12-480F-92E2-BFC781D293F0}" type="sibTrans" cxnId="{9A76C7EF-600D-465A-9BD2-1403AF10998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B4BD00D-BBEE-49FC-8700-3C96AA36D0E3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сеть должна быть сетью с коммутацией пакетов (цифровая)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92DAC70-80C4-48C1-A787-E20236B83A1F}" type="parTrans" cxnId="{6E8F463E-A5B7-4A62-9987-0AC55D4EE73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4860CB4-25B6-411F-8D0B-D37C78613B12}" type="sibTrans" cxnId="{6E8F463E-A5B7-4A62-9987-0AC55D4EE73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F188398-8FB9-48D8-9735-F39A9B2FCBE6}" type="pres">
      <dgm:prSet presAssocID="{8D67611C-4AAB-4180-8B8F-2739EE451F0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2CC8C1C-F06A-4AFA-A100-4A3F92E5247E}" type="pres">
      <dgm:prSet presAssocID="{301AC32E-1C27-4265-9C74-8024E51048B4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1AF25B-2234-42A5-852B-B4CD0C1E09DB}" type="pres">
      <dgm:prSet presAssocID="{D1EFE323-E9BA-4718-8FAD-7428A362B8EF}" presName="sibTrans" presStyleCnt="0"/>
      <dgm:spPr/>
    </dgm:pt>
    <dgm:pt modelId="{2B45E80D-A9E1-4D3D-877F-81932B3B88A7}" type="pres">
      <dgm:prSet presAssocID="{18DAC75A-1A04-41EC-84F6-22A2AF5DAF8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6DC822-9A2E-4FE5-B4A6-E18B52AF2BDD}" type="pres">
      <dgm:prSet presAssocID="{809E2C84-6D12-480F-92E2-BFC781D293F0}" presName="sibTrans" presStyleCnt="0"/>
      <dgm:spPr/>
    </dgm:pt>
    <dgm:pt modelId="{FBB30210-C8F7-47B4-8962-59D22F6A7219}" type="pres">
      <dgm:prSet presAssocID="{AB4BD00D-BBEE-49FC-8700-3C96AA36D0E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01F4747-59F2-4ED8-B2B8-06E02A8370CA}" type="presOf" srcId="{18DAC75A-1A04-41EC-84F6-22A2AF5DAF86}" destId="{2B45E80D-A9E1-4D3D-877F-81932B3B88A7}" srcOrd="0" destOrd="0" presId="urn:microsoft.com/office/officeart/2005/8/layout/default"/>
    <dgm:cxn modelId="{3B83F653-E66F-4429-9C9B-D30A1307514D}" type="presOf" srcId="{301AC32E-1C27-4265-9C74-8024E51048B4}" destId="{92CC8C1C-F06A-4AFA-A100-4A3F92E5247E}" srcOrd="0" destOrd="0" presId="urn:microsoft.com/office/officeart/2005/8/layout/default"/>
    <dgm:cxn modelId="{E4E47F41-F1C4-4059-8BCA-D9144E5BB339}" type="presOf" srcId="{AB4BD00D-BBEE-49FC-8700-3C96AA36D0E3}" destId="{FBB30210-C8F7-47B4-8962-59D22F6A7219}" srcOrd="0" destOrd="0" presId="urn:microsoft.com/office/officeart/2005/8/layout/default"/>
    <dgm:cxn modelId="{6E8F463E-A5B7-4A62-9987-0AC55D4EE734}" srcId="{8D67611C-4AAB-4180-8B8F-2739EE451F09}" destId="{AB4BD00D-BBEE-49FC-8700-3C96AA36D0E3}" srcOrd="2" destOrd="0" parTransId="{992DAC70-80C4-48C1-A787-E20236B83A1F}" sibTransId="{24860CB4-25B6-411F-8D0B-D37C78613B12}"/>
    <dgm:cxn modelId="{8CFD4962-D272-4F88-A9A0-4D6D47D77150}" srcId="{8D67611C-4AAB-4180-8B8F-2739EE451F09}" destId="{301AC32E-1C27-4265-9C74-8024E51048B4}" srcOrd="0" destOrd="0" parTransId="{4F94B1C8-AFE6-4EBA-9751-0F9DE900A235}" sibTransId="{D1EFE323-E9BA-4718-8FAD-7428A362B8EF}"/>
    <dgm:cxn modelId="{61B12E76-E32D-4A2D-9148-0CFB3235DEE5}" type="presOf" srcId="{8D67611C-4AAB-4180-8B8F-2739EE451F09}" destId="{0F188398-8FB9-48D8-9735-F39A9B2FCBE6}" srcOrd="0" destOrd="0" presId="urn:microsoft.com/office/officeart/2005/8/layout/default"/>
    <dgm:cxn modelId="{9A76C7EF-600D-465A-9BD2-1403AF10998B}" srcId="{8D67611C-4AAB-4180-8B8F-2739EE451F09}" destId="{18DAC75A-1A04-41EC-84F6-22A2AF5DAF86}" srcOrd="1" destOrd="0" parTransId="{C6A0166F-5562-456C-B625-3F258CA82CF9}" sibTransId="{809E2C84-6D12-480F-92E2-BFC781D293F0}"/>
    <dgm:cxn modelId="{FAE3E524-A835-46C1-AF9F-B7428C010EBD}" type="presParOf" srcId="{0F188398-8FB9-48D8-9735-F39A9B2FCBE6}" destId="{92CC8C1C-F06A-4AFA-A100-4A3F92E5247E}" srcOrd="0" destOrd="0" presId="urn:microsoft.com/office/officeart/2005/8/layout/default"/>
    <dgm:cxn modelId="{481067EE-26A6-45E3-AB50-B88C5DC890D9}" type="presParOf" srcId="{0F188398-8FB9-48D8-9735-F39A9B2FCBE6}" destId="{6B1AF25B-2234-42A5-852B-B4CD0C1E09DB}" srcOrd="1" destOrd="0" presId="urn:microsoft.com/office/officeart/2005/8/layout/default"/>
    <dgm:cxn modelId="{25DB0EB5-E706-47C9-BFB5-0FCF1319B1FB}" type="presParOf" srcId="{0F188398-8FB9-48D8-9735-F39A9B2FCBE6}" destId="{2B45E80D-A9E1-4D3D-877F-81932B3B88A7}" srcOrd="2" destOrd="0" presId="urn:microsoft.com/office/officeart/2005/8/layout/default"/>
    <dgm:cxn modelId="{03B9211D-334C-4465-BA19-426EBFC42A08}" type="presParOf" srcId="{0F188398-8FB9-48D8-9735-F39A9B2FCBE6}" destId="{C86DC822-9A2E-4FE5-B4A6-E18B52AF2BDD}" srcOrd="3" destOrd="0" presId="urn:microsoft.com/office/officeart/2005/8/layout/default"/>
    <dgm:cxn modelId="{190C9EAD-15FB-428E-AC57-57CD6FEA6D7E}" type="presParOf" srcId="{0F188398-8FB9-48D8-9735-F39A9B2FCBE6}" destId="{FBB30210-C8F7-47B4-8962-59D22F6A721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67611C-4AAB-4180-8B8F-2739EE451F0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01AC32E-1C27-4265-9C74-8024E51048B4}">
      <dgm:prSet phldrT="[Текст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Проводная связь (кабель: оптический или медный)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4F94B1C8-AFE6-4EBA-9751-0F9DE900A235}" type="parTrans" cxnId="{8CFD4962-D272-4F88-A9A0-4D6D47D7715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1EFE323-E9BA-4718-8FAD-7428A362B8EF}" type="sibTrans" cxnId="{8CFD4962-D272-4F88-A9A0-4D6D47D7715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F9FA6A7-D45E-487E-940A-3A7AE1F16CF9}">
      <dgm:prSet phldrT="[Текст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Беспроводная связь 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(по воздуху)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1782A1B5-8C25-4DF9-B974-536C283E7F16}" type="parTrans" cxnId="{055DC574-AFE1-45C7-9535-DD2C94F6477D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/>
        </a:p>
      </dgm:t>
    </dgm:pt>
    <dgm:pt modelId="{221F03AD-37C5-476A-B06C-32D5B2764EF8}" type="sibTrans" cxnId="{055DC574-AFE1-45C7-9535-DD2C94F6477D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/>
        </a:p>
      </dgm:t>
    </dgm:pt>
    <dgm:pt modelId="{0F188398-8FB9-48D8-9735-F39A9B2FCBE6}" type="pres">
      <dgm:prSet presAssocID="{8D67611C-4AAB-4180-8B8F-2739EE451F0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2CC8C1C-F06A-4AFA-A100-4A3F92E5247E}" type="pres">
      <dgm:prSet presAssocID="{301AC32E-1C27-4265-9C74-8024E51048B4}" presName="node" presStyleLbl="node1" presStyleIdx="0" presStyleCnt="2" custScaleX="308245" custLinFactNeighborX="-70546" custLinFactNeighborY="-3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1AF25B-2234-42A5-852B-B4CD0C1E09DB}" type="pres">
      <dgm:prSet presAssocID="{D1EFE323-E9BA-4718-8FAD-7428A362B8EF}" presName="sibTrans" presStyleCnt="0"/>
      <dgm:spPr/>
    </dgm:pt>
    <dgm:pt modelId="{5F9965A6-A5DC-480C-BB54-04DE3861E72B}" type="pres">
      <dgm:prSet presAssocID="{9F9FA6A7-D45E-487E-940A-3A7AE1F16CF9}" presName="node" presStyleLbl="node1" presStyleIdx="1" presStyleCnt="2" custScaleX="28847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CFD4962-D272-4F88-A9A0-4D6D47D77150}" srcId="{8D67611C-4AAB-4180-8B8F-2739EE451F09}" destId="{301AC32E-1C27-4265-9C74-8024E51048B4}" srcOrd="0" destOrd="0" parTransId="{4F94B1C8-AFE6-4EBA-9751-0F9DE900A235}" sibTransId="{D1EFE323-E9BA-4718-8FAD-7428A362B8EF}"/>
    <dgm:cxn modelId="{31945E17-2F1A-4DC1-AED0-3795236FB098}" type="presOf" srcId="{301AC32E-1C27-4265-9C74-8024E51048B4}" destId="{92CC8C1C-F06A-4AFA-A100-4A3F92E5247E}" srcOrd="0" destOrd="0" presId="urn:microsoft.com/office/officeart/2005/8/layout/default"/>
    <dgm:cxn modelId="{010E5FB6-971A-458A-9E7B-2288189C4F08}" type="presOf" srcId="{9F9FA6A7-D45E-487E-940A-3A7AE1F16CF9}" destId="{5F9965A6-A5DC-480C-BB54-04DE3861E72B}" srcOrd="0" destOrd="0" presId="urn:microsoft.com/office/officeart/2005/8/layout/default"/>
    <dgm:cxn modelId="{055DC574-AFE1-45C7-9535-DD2C94F6477D}" srcId="{8D67611C-4AAB-4180-8B8F-2739EE451F09}" destId="{9F9FA6A7-D45E-487E-940A-3A7AE1F16CF9}" srcOrd="1" destOrd="0" parTransId="{1782A1B5-8C25-4DF9-B974-536C283E7F16}" sibTransId="{221F03AD-37C5-476A-B06C-32D5B2764EF8}"/>
    <dgm:cxn modelId="{530D4A28-D285-4FE1-A5C0-3B29D803A978}" type="presOf" srcId="{8D67611C-4AAB-4180-8B8F-2739EE451F09}" destId="{0F188398-8FB9-48D8-9735-F39A9B2FCBE6}" srcOrd="0" destOrd="0" presId="urn:microsoft.com/office/officeart/2005/8/layout/default"/>
    <dgm:cxn modelId="{BBB51FE7-18E2-4C24-8E92-36ABD63D69DD}" type="presParOf" srcId="{0F188398-8FB9-48D8-9735-F39A9B2FCBE6}" destId="{92CC8C1C-F06A-4AFA-A100-4A3F92E5247E}" srcOrd="0" destOrd="0" presId="urn:microsoft.com/office/officeart/2005/8/layout/default"/>
    <dgm:cxn modelId="{19D0E8D4-DC72-4562-9E1B-9155E0898157}" type="presParOf" srcId="{0F188398-8FB9-48D8-9735-F39A9B2FCBE6}" destId="{6B1AF25B-2234-42A5-852B-B4CD0C1E09DB}" srcOrd="1" destOrd="0" presId="urn:microsoft.com/office/officeart/2005/8/layout/default"/>
    <dgm:cxn modelId="{8ACEDECF-7F7B-4730-85EE-3241F4C668BD}" type="presParOf" srcId="{0F188398-8FB9-48D8-9735-F39A9B2FCBE6}" destId="{5F9965A6-A5DC-480C-BB54-04DE3861E72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B061BA-DFBB-4E69-AA20-0CF7EBEC921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610F1D5-77ED-4716-B7B7-5740594D266B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Лицензируемая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5531DB6D-2F91-470C-A42A-CED6FE4D118B}" type="parTrans" cxnId="{BB7E3636-8C54-46CD-B7BD-BB661AD75D2D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58A7A3F5-8722-45B3-A3F5-D21CDE134DE3}" type="sibTrans" cxnId="{BB7E3636-8C54-46CD-B7BD-BB661AD75D2D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B5E12904-3E9D-4CBC-AB99-6205CCBDF774}">
      <dgm:prSet custT="1"/>
      <dgm:spPr/>
      <dgm:t>
        <a:bodyPr/>
        <a:lstStyle/>
        <a:p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Нелицензируемая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7140B10B-418B-49CA-9D6A-8BB9748DD4D1}" type="parTrans" cxnId="{E5E02CC6-B1CF-4F59-A86D-9A6B836E04DB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44516924-BA9D-48B4-B9C4-B46E5672A42E}" type="sibTrans" cxnId="{E5E02CC6-B1CF-4F59-A86D-9A6B836E04DB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10643B29-4032-4DC5-B539-AA7D63E3FB02}" type="pres">
      <dgm:prSet presAssocID="{9FB061BA-DFBB-4E69-AA20-0CF7EBEC921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A4A267D-56FF-4FDC-90B0-9A2C5660D4E7}" type="pres">
      <dgm:prSet presAssocID="{F610F1D5-77ED-4716-B7B7-5740594D266B}" presName="node" presStyleLbl="node1" presStyleIdx="0" presStyleCnt="2" custScaleX="291071" custLinFactNeighborX="-28009" custLinFactNeighborY="-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AA2A23-3D37-4DF1-91E5-908A8543B5BA}" type="pres">
      <dgm:prSet presAssocID="{58A7A3F5-8722-45B3-A3F5-D21CDE134DE3}" presName="sibTrans" presStyleCnt="0"/>
      <dgm:spPr/>
    </dgm:pt>
    <dgm:pt modelId="{E59E93FF-5262-48C8-A523-142FF6286966}" type="pres">
      <dgm:prSet presAssocID="{B5E12904-3E9D-4CBC-AB99-6205CCBDF774}" presName="node" presStyleLbl="node1" presStyleIdx="1" presStyleCnt="2" custScaleX="282187" custLinFactNeighborX="13133" custLinFactNeighborY="-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5E02CC6-B1CF-4F59-A86D-9A6B836E04DB}" srcId="{9FB061BA-DFBB-4E69-AA20-0CF7EBEC921B}" destId="{B5E12904-3E9D-4CBC-AB99-6205CCBDF774}" srcOrd="1" destOrd="0" parTransId="{7140B10B-418B-49CA-9D6A-8BB9748DD4D1}" sibTransId="{44516924-BA9D-48B4-B9C4-B46E5672A42E}"/>
    <dgm:cxn modelId="{9C730509-E97D-4AD6-B797-D3AC6B950033}" type="presOf" srcId="{9FB061BA-DFBB-4E69-AA20-0CF7EBEC921B}" destId="{10643B29-4032-4DC5-B539-AA7D63E3FB02}" srcOrd="0" destOrd="0" presId="urn:microsoft.com/office/officeart/2005/8/layout/default"/>
    <dgm:cxn modelId="{F854A7F8-EF1F-4E27-BCE5-F5F266BD8401}" type="presOf" srcId="{B5E12904-3E9D-4CBC-AB99-6205CCBDF774}" destId="{E59E93FF-5262-48C8-A523-142FF6286966}" srcOrd="0" destOrd="0" presId="urn:microsoft.com/office/officeart/2005/8/layout/default"/>
    <dgm:cxn modelId="{BB7E3636-8C54-46CD-B7BD-BB661AD75D2D}" srcId="{9FB061BA-DFBB-4E69-AA20-0CF7EBEC921B}" destId="{F610F1D5-77ED-4716-B7B7-5740594D266B}" srcOrd="0" destOrd="0" parTransId="{5531DB6D-2F91-470C-A42A-CED6FE4D118B}" sibTransId="{58A7A3F5-8722-45B3-A3F5-D21CDE134DE3}"/>
    <dgm:cxn modelId="{B5222394-3F5A-43D9-9658-DEB3C2B59D23}" type="presOf" srcId="{F610F1D5-77ED-4716-B7B7-5740594D266B}" destId="{1A4A267D-56FF-4FDC-90B0-9A2C5660D4E7}" srcOrd="0" destOrd="0" presId="urn:microsoft.com/office/officeart/2005/8/layout/default"/>
    <dgm:cxn modelId="{1FD65840-B288-46CE-AC7D-A256EA35BAC8}" type="presParOf" srcId="{10643B29-4032-4DC5-B539-AA7D63E3FB02}" destId="{1A4A267D-56FF-4FDC-90B0-9A2C5660D4E7}" srcOrd="0" destOrd="0" presId="urn:microsoft.com/office/officeart/2005/8/layout/default"/>
    <dgm:cxn modelId="{A3BF6F4E-6152-4372-8D57-F6FDA6F63123}" type="presParOf" srcId="{10643B29-4032-4DC5-B539-AA7D63E3FB02}" destId="{07AA2A23-3D37-4DF1-91E5-908A8543B5BA}" srcOrd="1" destOrd="0" presId="urn:microsoft.com/office/officeart/2005/8/layout/default"/>
    <dgm:cxn modelId="{51BCA70C-FBFE-4FF3-8143-48E18FE7684F}" type="presParOf" srcId="{10643B29-4032-4DC5-B539-AA7D63E3FB02}" destId="{E59E93FF-5262-48C8-A523-142FF628696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2B7FB3-E1E0-499F-80F2-5530DAF4ACC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FCFFD3B-E504-4A98-B66D-ECA6DB9F3637}">
      <dgm:prSet phldrT="[Текст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Bluetooth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Энергоэффективная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беспроводная связь устройств на расстоянии до 100 метров.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EA37A8B-3328-4A18-BD66-637C1737A43A}" type="parTrans" cxnId="{95B6FDD8-4F24-4793-8617-98E12E0339D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21DE953-5EB1-4EA4-8B2F-4494C1FC4C42}" type="sibTrans" cxnId="{95B6FDD8-4F24-4793-8617-98E12E0339D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F1BCEC9-575D-4657-A8DD-E0ECB9E2E08D}">
      <dgm:prSet phldrT="[Текст]"/>
      <dgm:spPr/>
      <dgm:t>
        <a:bodyPr/>
        <a:lstStyle/>
        <a:p>
          <a:r>
            <a:rPr lang="en-US" dirty="0" err="1" smtClean="0">
              <a:latin typeface="Times New Roman" pitchFamily="18" charset="0"/>
              <a:cs typeface="Times New Roman" pitchFamily="18" charset="0"/>
            </a:rPr>
            <a:t>LoRa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err="1" smtClean="0">
              <a:latin typeface="Times New Roman" pitchFamily="18" charset="0"/>
              <a:cs typeface="Times New Roman" pitchFamily="18" charset="0"/>
            </a:rPr>
            <a:t>LoRa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 (Long Range),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представляет собой метод модуляции, который обеспечивает значительно б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ó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льшую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дальность связи (зону покрытия).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1597634-F662-47CE-B4B8-B29F16FB0E34}" type="parTrans" cxnId="{32020244-D47B-4D5F-AC2E-78F7CBCA9B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30DD0BE-2538-4330-9852-4170F2350B64}" type="sibTrans" cxnId="{32020244-D47B-4D5F-AC2E-78F7CBCA9B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882ED71-F3F2-413D-A3EE-BCE75504C480}">
      <dgm:prSet phldrT="[Текст]"/>
      <dgm:spPr/>
      <dgm:t>
        <a:bodyPr/>
        <a:lstStyle/>
        <a:p>
          <a:r>
            <a:rPr lang="en-US" dirty="0" err="1" smtClean="0">
              <a:latin typeface="Times New Roman" pitchFamily="18" charset="0"/>
              <a:cs typeface="Times New Roman" pitchFamily="18" charset="0"/>
            </a:rPr>
            <a:t>LoWPAN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Low power Wireless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Personal Area Networks,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беспроводные локальные сети с низким уровнем энергопотребления.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EEBE874-580E-4D04-8082-6EB59B7F091B}" type="parTrans" cxnId="{B5705748-38C5-4294-9ECA-5EC206BA0BF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DF592B1-8CFF-4E1D-A3A5-3B8E7885165C}" type="sibTrans" cxnId="{B5705748-38C5-4294-9ECA-5EC206BA0BF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161A34C-DAD3-4373-AE1A-7EFCAFE3A6E6}">
      <dgm:prSet phldrT="[Текст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NFC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Near Field Communication,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технология беспроводной передачи данных малого радиуса действия, между устройствами, находящимися на расстоянии около 10 сантиметров.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FD0A6838-FFE9-4342-9273-86DA896C9C31}" type="parTrans" cxnId="{96944BA8-86C3-4B36-8F0B-B4A5922087F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9B94A6A-F5CB-49BD-AF42-E2610B97CE2F}" type="sibTrans" cxnId="{96944BA8-86C3-4B36-8F0B-B4A5922087F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AA81F0C-3EDD-4FCE-972E-D8D77E0E59E2}">
      <dgm:prSet phldrT="[Текст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RFID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Способ автоматической идентификации объектов, в котором посредством радиосигналов считываются или записываются данные, хранящиеся в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RFID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метках.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8800840-195B-4110-BD39-C69C374036B4}" type="parTrans" cxnId="{51705C7A-AEEE-431F-97BE-718516ABC8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76E7EBF-F6B3-4F76-95D1-0F7D85E61B9A}" type="sibTrans" cxnId="{51705C7A-AEEE-431F-97BE-718516ABC8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9A8969E-61AB-4C92-8081-7AFFA6D9D75A}">
      <dgm:prSet phldrT="[Текст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NB-</a:t>
          </a:r>
          <a:r>
            <a:rPr lang="en-US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Narrow Band Internet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of Things, 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стандарт сотовой связи для устройств телеметрии с низкими объемами обмена данными.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3D21EB9-D575-434C-83D9-C9D0E032FD63}" type="parTrans" cxnId="{211EB590-1F65-4696-9FE2-9CA9DB7E918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08AACEF-6C89-44FD-9809-B2A32813B62F}" type="sibTrans" cxnId="{211EB590-1F65-4696-9FE2-9CA9DB7E918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C9B0F4A-DD0F-4AD0-BE4A-8752536BABA0}">
      <dgm:prSet phldrT="[Текст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LTE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Long Term Evolution,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стандарт сотовой связи четвертого поколения (4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G).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1A6928C-6CF5-4C7B-BF3F-F7EBA7D54A06}" type="parTrans" cxnId="{456BA397-FD79-4D31-A20E-A3823F67322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33B59D-62FB-4407-8D7E-EB2CE5D93EC9}" type="sibTrans" cxnId="{456BA397-FD79-4D31-A20E-A3823F67322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0B5D62A-9D6E-44C2-9353-A99684F29037}">
      <dgm:prSet phldrT="[Текст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BLE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Bluetooth Low Energy,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версия с низким энергопотреблением.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CBCF2A3-21D2-4726-95B7-EB78E16194E6}" type="parTrans" cxnId="{0BAA49C5-3BD1-4D1F-A31C-3D4821A883D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019305E-35A7-4AE4-95D8-C0EA36CF883F}" type="sibTrans" cxnId="{0BAA49C5-3BD1-4D1F-A31C-3D4821A883D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6815634-6868-4784-A2F7-A7E65896EF0C}">
      <dgm:prSet phldrT="[Текст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LP-WAN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Low-power </a:t>
          </a:r>
          <a:r>
            <a:rPr lang="en-US" dirty="0" err="1" smtClean="0">
              <a:latin typeface="Times New Roman" pitchFamily="18" charset="0"/>
              <a:cs typeface="Times New Roman" pitchFamily="18" charset="0"/>
            </a:rPr>
            <a:t>Widearea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 Network,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энергоэффективная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сеть дальнего радиуса действия.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F54096F-6C48-4F7F-AD8A-A743B80023FC}" type="parTrans" cxnId="{3E4E8662-ADE3-4CBA-8AC7-CE7541C3B9C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4342428-7297-4531-B917-A176075B71E3}" type="sibTrans" cxnId="{3E4E8662-ADE3-4CBA-8AC7-CE7541C3B9C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CBCC7B1-4E66-4F87-B25C-0C7A50643ADC}" type="pres">
      <dgm:prSet presAssocID="{E22B7FB3-E1E0-499F-80F2-5530DAF4ACC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8999731-1F4E-433F-87CF-52EC5FB8C9E2}" type="pres">
      <dgm:prSet presAssocID="{8FCFFD3B-E504-4A98-B66D-ECA6DB9F3637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C764BE-BB85-4550-ACE3-D9B135FBA15D}" type="pres">
      <dgm:prSet presAssocID="{821DE953-5EB1-4EA4-8B2F-4494C1FC4C42}" presName="sibTrans" presStyleCnt="0"/>
      <dgm:spPr/>
    </dgm:pt>
    <dgm:pt modelId="{8FABE9FB-CFDB-4CCF-B338-DC9804B8F3E6}" type="pres">
      <dgm:prSet presAssocID="{8F1BCEC9-575D-4657-A8DD-E0ECB9E2E08D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43821D6-F04A-4FD7-B2F1-31B0E70AC191}" type="pres">
      <dgm:prSet presAssocID="{030DD0BE-2538-4330-9852-4170F2350B64}" presName="sibTrans" presStyleCnt="0"/>
      <dgm:spPr/>
    </dgm:pt>
    <dgm:pt modelId="{2F22A51D-C1C4-4B26-A5BE-ACA606076E11}" type="pres">
      <dgm:prSet presAssocID="{8882ED71-F3F2-413D-A3EE-BCE75504C480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B7039B-FC15-4FE3-A4FD-07281569B213}" type="pres">
      <dgm:prSet presAssocID="{0DF592B1-8CFF-4E1D-A3A5-3B8E7885165C}" presName="sibTrans" presStyleCnt="0"/>
      <dgm:spPr/>
    </dgm:pt>
    <dgm:pt modelId="{5FD8FDD5-DC52-4263-A57E-353FE7DA1209}" type="pres">
      <dgm:prSet presAssocID="{9161A34C-DAD3-4373-AE1A-7EFCAFE3A6E6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7B0D257-537B-4E81-AB9F-D296B8B34E16}" type="pres">
      <dgm:prSet presAssocID="{39B94A6A-F5CB-49BD-AF42-E2610B97CE2F}" presName="sibTrans" presStyleCnt="0"/>
      <dgm:spPr/>
    </dgm:pt>
    <dgm:pt modelId="{2AA61696-74D5-4D0D-83C1-62F82F324A58}" type="pres">
      <dgm:prSet presAssocID="{DAA81F0C-3EDD-4FCE-972E-D8D77E0E59E2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8FEC75-C018-4CCB-B380-7BBA3C683FED}" type="pres">
      <dgm:prSet presAssocID="{476E7EBF-F6B3-4F76-95D1-0F7D85E61B9A}" presName="sibTrans" presStyleCnt="0"/>
      <dgm:spPr/>
    </dgm:pt>
    <dgm:pt modelId="{926AAE78-5DDC-4CB0-9821-8AE3EDB480B7}" type="pres">
      <dgm:prSet presAssocID="{59A8969E-61AB-4C92-8081-7AFFA6D9D75A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85E6F6-5B44-4BF2-90E3-C2B9B5BAAAC0}" type="pres">
      <dgm:prSet presAssocID="{408AACEF-6C89-44FD-9809-B2A32813B62F}" presName="sibTrans" presStyleCnt="0"/>
      <dgm:spPr/>
    </dgm:pt>
    <dgm:pt modelId="{734BE3EE-6395-4E16-A1E3-C482AC38600E}" type="pres">
      <dgm:prSet presAssocID="{5C9B0F4A-DD0F-4AD0-BE4A-8752536BABA0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8BF5C8-0082-4C51-88CF-FD41262EF1B9}" type="pres">
      <dgm:prSet presAssocID="{0F33B59D-62FB-4407-8D7E-EB2CE5D93EC9}" presName="sibTrans" presStyleCnt="0"/>
      <dgm:spPr/>
    </dgm:pt>
    <dgm:pt modelId="{D8893747-37C5-4E10-B28A-800CFC2E46A3}" type="pres">
      <dgm:prSet presAssocID="{30B5D62A-9D6E-44C2-9353-A99684F29037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521286-E4CE-42B4-98DB-70294B971228}" type="pres">
      <dgm:prSet presAssocID="{F019305E-35A7-4AE4-95D8-C0EA36CF883F}" presName="sibTrans" presStyleCnt="0"/>
      <dgm:spPr/>
    </dgm:pt>
    <dgm:pt modelId="{B0D21F6B-937F-40E0-B095-8B47F11D50D2}" type="pres">
      <dgm:prSet presAssocID="{06815634-6868-4784-A2F7-A7E65896EF0C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6BA397-FD79-4D31-A20E-A3823F673225}" srcId="{E22B7FB3-E1E0-499F-80F2-5530DAF4ACC3}" destId="{5C9B0F4A-DD0F-4AD0-BE4A-8752536BABA0}" srcOrd="6" destOrd="0" parTransId="{21A6928C-6CF5-4C7B-BF3F-F7EBA7D54A06}" sibTransId="{0F33B59D-62FB-4407-8D7E-EB2CE5D93EC9}"/>
    <dgm:cxn modelId="{F4EFCCFB-4E20-4F1C-BF26-FF68EC2FE3E7}" type="presOf" srcId="{DAA81F0C-3EDD-4FCE-972E-D8D77E0E59E2}" destId="{2AA61696-74D5-4D0D-83C1-62F82F324A58}" srcOrd="0" destOrd="0" presId="urn:microsoft.com/office/officeart/2005/8/layout/default"/>
    <dgm:cxn modelId="{C1B0037D-9E08-448B-B3FF-B766BBAF2910}" type="presOf" srcId="{06815634-6868-4784-A2F7-A7E65896EF0C}" destId="{B0D21F6B-937F-40E0-B095-8B47F11D50D2}" srcOrd="0" destOrd="0" presId="urn:microsoft.com/office/officeart/2005/8/layout/default"/>
    <dgm:cxn modelId="{8520E8A4-AC99-4258-9181-89107AC278E4}" type="presOf" srcId="{8FCFFD3B-E504-4A98-B66D-ECA6DB9F3637}" destId="{48999731-1F4E-433F-87CF-52EC5FB8C9E2}" srcOrd="0" destOrd="0" presId="urn:microsoft.com/office/officeart/2005/8/layout/default"/>
    <dgm:cxn modelId="{45C73D94-A9DB-43BE-ACE4-95FB1D8ED696}" type="presOf" srcId="{8F1BCEC9-575D-4657-A8DD-E0ECB9E2E08D}" destId="{8FABE9FB-CFDB-4CCF-B338-DC9804B8F3E6}" srcOrd="0" destOrd="0" presId="urn:microsoft.com/office/officeart/2005/8/layout/default"/>
    <dgm:cxn modelId="{96944BA8-86C3-4B36-8F0B-B4A5922087FD}" srcId="{E22B7FB3-E1E0-499F-80F2-5530DAF4ACC3}" destId="{9161A34C-DAD3-4373-AE1A-7EFCAFE3A6E6}" srcOrd="3" destOrd="0" parTransId="{FD0A6838-FFE9-4342-9273-86DA896C9C31}" sibTransId="{39B94A6A-F5CB-49BD-AF42-E2610B97CE2F}"/>
    <dgm:cxn modelId="{32020244-D47B-4D5F-AC2E-78F7CBCA9BC1}" srcId="{E22B7FB3-E1E0-499F-80F2-5530DAF4ACC3}" destId="{8F1BCEC9-575D-4657-A8DD-E0ECB9E2E08D}" srcOrd="1" destOrd="0" parTransId="{81597634-F662-47CE-B4B8-B29F16FB0E34}" sibTransId="{030DD0BE-2538-4330-9852-4170F2350B64}"/>
    <dgm:cxn modelId="{B5705748-38C5-4294-9ECA-5EC206BA0BF9}" srcId="{E22B7FB3-E1E0-499F-80F2-5530DAF4ACC3}" destId="{8882ED71-F3F2-413D-A3EE-BCE75504C480}" srcOrd="2" destOrd="0" parTransId="{7EEBE874-580E-4D04-8082-6EB59B7F091B}" sibTransId="{0DF592B1-8CFF-4E1D-A3A5-3B8E7885165C}"/>
    <dgm:cxn modelId="{3650E0BF-820E-4F11-9662-D198A1A7C6A3}" type="presOf" srcId="{8882ED71-F3F2-413D-A3EE-BCE75504C480}" destId="{2F22A51D-C1C4-4B26-A5BE-ACA606076E11}" srcOrd="0" destOrd="0" presId="urn:microsoft.com/office/officeart/2005/8/layout/default"/>
    <dgm:cxn modelId="{95B6FDD8-4F24-4793-8617-98E12E0339DA}" srcId="{E22B7FB3-E1E0-499F-80F2-5530DAF4ACC3}" destId="{8FCFFD3B-E504-4A98-B66D-ECA6DB9F3637}" srcOrd="0" destOrd="0" parTransId="{6EA37A8B-3328-4A18-BD66-637C1737A43A}" sibTransId="{821DE953-5EB1-4EA4-8B2F-4494C1FC4C42}"/>
    <dgm:cxn modelId="{211EB590-1F65-4696-9FE2-9CA9DB7E9187}" srcId="{E22B7FB3-E1E0-499F-80F2-5530DAF4ACC3}" destId="{59A8969E-61AB-4C92-8081-7AFFA6D9D75A}" srcOrd="5" destOrd="0" parTransId="{03D21EB9-D575-434C-83D9-C9D0E032FD63}" sibTransId="{408AACEF-6C89-44FD-9809-B2A32813B62F}"/>
    <dgm:cxn modelId="{21CC7D47-5537-4E03-8807-6B6A47D94E34}" type="presOf" srcId="{E22B7FB3-E1E0-499F-80F2-5530DAF4ACC3}" destId="{1CBCC7B1-4E66-4F87-B25C-0C7A50643ADC}" srcOrd="0" destOrd="0" presId="urn:microsoft.com/office/officeart/2005/8/layout/default"/>
    <dgm:cxn modelId="{9B5C31B8-0161-4625-8980-499D68AFFB2E}" type="presOf" srcId="{59A8969E-61AB-4C92-8081-7AFFA6D9D75A}" destId="{926AAE78-5DDC-4CB0-9821-8AE3EDB480B7}" srcOrd="0" destOrd="0" presId="urn:microsoft.com/office/officeart/2005/8/layout/default"/>
    <dgm:cxn modelId="{3E4E8662-ADE3-4CBA-8AC7-CE7541C3B9CB}" srcId="{E22B7FB3-E1E0-499F-80F2-5530DAF4ACC3}" destId="{06815634-6868-4784-A2F7-A7E65896EF0C}" srcOrd="8" destOrd="0" parTransId="{7F54096F-6C48-4F7F-AD8A-A743B80023FC}" sibTransId="{34342428-7297-4531-B917-A176075B71E3}"/>
    <dgm:cxn modelId="{562EF9DA-EEE9-4056-98D5-0A695721A62B}" type="presOf" srcId="{5C9B0F4A-DD0F-4AD0-BE4A-8752536BABA0}" destId="{734BE3EE-6395-4E16-A1E3-C482AC38600E}" srcOrd="0" destOrd="0" presId="urn:microsoft.com/office/officeart/2005/8/layout/default"/>
    <dgm:cxn modelId="{51705C7A-AEEE-431F-97BE-718516ABC8FA}" srcId="{E22B7FB3-E1E0-499F-80F2-5530DAF4ACC3}" destId="{DAA81F0C-3EDD-4FCE-972E-D8D77E0E59E2}" srcOrd="4" destOrd="0" parTransId="{A8800840-195B-4110-BD39-C69C374036B4}" sibTransId="{476E7EBF-F6B3-4F76-95D1-0F7D85E61B9A}"/>
    <dgm:cxn modelId="{E39FC91F-8F6E-4F81-8F0D-9BDDF6FB17AD}" type="presOf" srcId="{30B5D62A-9D6E-44C2-9353-A99684F29037}" destId="{D8893747-37C5-4E10-B28A-800CFC2E46A3}" srcOrd="0" destOrd="0" presId="urn:microsoft.com/office/officeart/2005/8/layout/default"/>
    <dgm:cxn modelId="{0BAA49C5-3BD1-4D1F-A31C-3D4821A883D0}" srcId="{E22B7FB3-E1E0-499F-80F2-5530DAF4ACC3}" destId="{30B5D62A-9D6E-44C2-9353-A99684F29037}" srcOrd="7" destOrd="0" parTransId="{0CBCF2A3-21D2-4726-95B7-EB78E16194E6}" sibTransId="{F019305E-35A7-4AE4-95D8-C0EA36CF883F}"/>
    <dgm:cxn modelId="{38F83578-49F9-4C62-B4CA-43042039A4DF}" type="presOf" srcId="{9161A34C-DAD3-4373-AE1A-7EFCAFE3A6E6}" destId="{5FD8FDD5-DC52-4263-A57E-353FE7DA1209}" srcOrd="0" destOrd="0" presId="urn:microsoft.com/office/officeart/2005/8/layout/default"/>
    <dgm:cxn modelId="{099F8295-DC73-4F4C-A7E2-1B504A3EA4D7}" type="presParOf" srcId="{1CBCC7B1-4E66-4F87-B25C-0C7A50643ADC}" destId="{48999731-1F4E-433F-87CF-52EC5FB8C9E2}" srcOrd="0" destOrd="0" presId="urn:microsoft.com/office/officeart/2005/8/layout/default"/>
    <dgm:cxn modelId="{8068B454-743B-4822-BFF4-D6BA331B2EA0}" type="presParOf" srcId="{1CBCC7B1-4E66-4F87-B25C-0C7A50643ADC}" destId="{B5C764BE-BB85-4550-ACE3-D9B135FBA15D}" srcOrd="1" destOrd="0" presId="urn:microsoft.com/office/officeart/2005/8/layout/default"/>
    <dgm:cxn modelId="{37A9B184-2280-4FE1-87E7-5107F46D25B2}" type="presParOf" srcId="{1CBCC7B1-4E66-4F87-B25C-0C7A50643ADC}" destId="{8FABE9FB-CFDB-4CCF-B338-DC9804B8F3E6}" srcOrd="2" destOrd="0" presId="urn:microsoft.com/office/officeart/2005/8/layout/default"/>
    <dgm:cxn modelId="{C5EE4EB9-2C19-4ECE-BA26-BA3AC8B64AE3}" type="presParOf" srcId="{1CBCC7B1-4E66-4F87-B25C-0C7A50643ADC}" destId="{D43821D6-F04A-4FD7-B2F1-31B0E70AC191}" srcOrd="3" destOrd="0" presId="urn:microsoft.com/office/officeart/2005/8/layout/default"/>
    <dgm:cxn modelId="{10F1D8CE-5129-4830-BC29-8DF5BD342B86}" type="presParOf" srcId="{1CBCC7B1-4E66-4F87-B25C-0C7A50643ADC}" destId="{2F22A51D-C1C4-4B26-A5BE-ACA606076E11}" srcOrd="4" destOrd="0" presId="urn:microsoft.com/office/officeart/2005/8/layout/default"/>
    <dgm:cxn modelId="{87DAD7D1-CF08-4EC0-86A1-5FA77EB8EB3A}" type="presParOf" srcId="{1CBCC7B1-4E66-4F87-B25C-0C7A50643ADC}" destId="{CBB7039B-FC15-4FE3-A4FD-07281569B213}" srcOrd="5" destOrd="0" presId="urn:microsoft.com/office/officeart/2005/8/layout/default"/>
    <dgm:cxn modelId="{CBC5F7EE-064A-42DB-9374-D80C1634F740}" type="presParOf" srcId="{1CBCC7B1-4E66-4F87-B25C-0C7A50643ADC}" destId="{5FD8FDD5-DC52-4263-A57E-353FE7DA1209}" srcOrd="6" destOrd="0" presId="urn:microsoft.com/office/officeart/2005/8/layout/default"/>
    <dgm:cxn modelId="{0B82D871-04EA-4B9D-BBDC-3698F74F7664}" type="presParOf" srcId="{1CBCC7B1-4E66-4F87-B25C-0C7A50643ADC}" destId="{77B0D257-537B-4E81-AB9F-D296B8B34E16}" srcOrd="7" destOrd="0" presId="urn:microsoft.com/office/officeart/2005/8/layout/default"/>
    <dgm:cxn modelId="{3BF447F4-29F3-41A0-8745-DF5C79010091}" type="presParOf" srcId="{1CBCC7B1-4E66-4F87-B25C-0C7A50643ADC}" destId="{2AA61696-74D5-4D0D-83C1-62F82F324A58}" srcOrd="8" destOrd="0" presId="urn:microsoft.com/office/officeart/2005/8/layout/default"/>
    <dgm:cxn modelId="{5479943D-515C-4D64-A4F1-F296E5C992CB}" type="presParOf" srcId="{1CBCC7B1-4E66-4F87-B25C-0C7A50643ADC}" destId="{C38FEC75-C018-4CCB-B380-7BBA3C683FED}" srcOrd="9" destOrd="0" presId="urn:microsoft.com/office/officeart/2005/8/layout/default"/>
    <dgm:cxn modelId="{5B192758-96B2-4817-9865-0F6DA0E20060}" type="presParOf" srcId="{1CBCC7B1-4E66-4F87-B25C-0C7A50643ADC}" destId="{926AAE78-5DDC-4CB0-9821-8AE3EDB480B7}" srcOrd="10" destOrd="0" presId="urn:microsoft.com/office/officeart/2005/8/layout/default"/>
    <dgm:cxn modelId="{D42E3029-7895-4E4A-A485-B1EE43C70ABC}" type="presParOf" srcId="{1CBCC7B1-4E66-4F87-B25C-0C7A50643ADC}" destId="{0885E6F6-5B44-4BF2-90E3-C2B9B5BAAAC0}" srcOrd="11" destOrd="0" presId="urn:microsoft.com/office/officeart/2005/8/layout/default"/>
    <dgm:cxn modelId="{E804B7AC-F495-4DE1-9B2B-954A1B08D910}" type="presParOf" srcId="{1CBCC7B1-4E66-4F87-B25C-0C7A50643ADC}" destId="{734BE3EE-6395-4E16-A1E3-C482AC38600E}" srcOrd="12" destOrd="0" presId="urn:microsoft.com/office/officeart/2005/8/layout/default"/>
    <dgm:cxn modelId="{FF548439-A0D5-416C-B7EB-7A645BFEDA4E}" type="presParOf" srcId="{1CBCC7B1-4E66-4F87-B25C-0C7A50643ADC}" destId="{AC8BF5C8-0082-4C51-88CF-FD41262EF1B9}" srcOrd="13" destOrd="0" presId="urn:microsoft.com/office/officeart/2005/8/layout/default"/>
    <dgm:cxn modelId="{E3573769-76A1-461A-9A10-BD6E2815D963}" type="presParOf" srcId="{1CBCC7B1-4E66-4F87-B25C-0C7A50643ADC}" destId="{D8893747-37C5-4E10-B28A-800CFC2E46A3}" srcOrd="14" destOrd="0" presId="urn:microsoft.com/office/officeart/2005/8/layout/default"/>
    <dgm:cxn modelId="{B9519093-1BE6-4319-8CA1-EED6AC2FCB31}" type="presParOf" srcId="{1CBCC7B1-4E66-4F87-B25C-0C7A50643ADC}" destId="{F4521286-E4CE-42B4-98DB-70294B971228}" srcOrd="15" destOrd="0" presId="urn:microsoft.com/office/officeart/2005/8/layout/default"/>
    <dgm:cxn modelId="{165A8D0F-0247-486F-BA5C-19559F27FB54}" type="presParOf" srcId="{1CBCC7B1-4E66-4F87-B25C-0C7A50643ADC}" destId="{B0D21F6B-937F-40E0-B095-8B47F11D50D2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31A528-A191-4F6B-AE5F-A6BD26C32E9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72B5B54-89B3-48FE-B448-9D3AB34840DB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Система дистанционного контроля и управления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68AFC99-6242-4F80-BA00-79EDA0B4EB74}" type="parTrans" cxnId="{5117DAEE-ACFC-4A40-9E9B-E69646FA2CB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12BC31F-A4B9-49D3-B6C7-3E1C0764BD1F}" type="sibTrans" cxnId="{5117DAEE-ACFC-4A40-9E9B-E69646FA2CB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7033887-4774-41D6-832B-6A7A3264DFE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Система групповой радиосвязи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(MC-PTT)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4F60D2B-C6F5-4821-8C3E-539EFED467FE}" type="parTrans" cxnId="{BF568F4F-3120-4DBF-B84C-7ADCAB6F9D8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1851D05-1D5A-40C7-B6F6-F7D5E22E6EC4}" type="sibTrans" cxnId="{BF568F4F-3120-4DBF-B84C-7ADCAB6F9D8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BE6F4FF-1D65-46D1-B7AC-1CD640690D5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Система технологического видеонаблюдения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B4D6731-02B6-4763-9E6F-89EBC85469BC}" type="parTrans" cxnId="{5619F673-4151-4514-9DCF-CE6993BE280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95AE951-E8A0-483F-AF40-65F0771A08B1}" type="sibTrans" cxnId="{5619F673-4151-4514-9DCF-CE6993BE280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1B2F107-71E6-4A75-B301-5C73B1C851A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Охрана труда и безопасность сотрудников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AA59445-EEB7-4933-88AB-98F5B7B1F02E}" type="parTrans" cxnId="{8956B748-E77A-4CF5-A327-D99E892476D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7A62BF6-F004-461B-8114-DCE7498496FE}" type="sibTrans" cxnId="{8956B748-E77A-4CF5-A327-D99E892476D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DC0666A-15BE-46E3-B504-049EE64CED9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Система дополненной реальности (удаленный помощник)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CC320DB-F608-4400-846C-D2ACE7D8685D}" type="parTrans" cxnId="{BCD787D9-D002-4AB5-81DA-D75DEA1C16B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B51AA36-520B-4275-9802-F6F08EB87A9D}" type="sibTrans" cxnId="{BCD787D9-D002-4AB5-81DA-D75DEA1C16B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742AEFA-690C-434D-9B70-C157CDAEA3D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Автономное управление техникой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0EE90F7-75CB-4BA9-AF6E-D817AF8B4F33}" type="parTrans" cxnId="{71630232-C664-455B-BA2B-E46422661E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19F1152-9EDF-4F75-98C5-C55841D7BD9D}" type="sibTrans" cxnId="{71630232-C664-455B-BA2B-E46422661E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BF95219-80B4-4AD1-B26C-153C3AAF223F}" type="pres">
      <dgm:prSet presAssocID="{1531A528-A191-4F6B-AE5F-A6BD26C32E9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6D74C33-0C52-48CA-9C06-65B2A4D9F532}" type="pres">
      <dgm:prSet presAssocID="{072B5B54-89B3-48FE-B448-9D3AB34840DB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BC41ACF-0B49-498C-8F4D-FCE5D2190208}" type="pres">
      <dgm:prSet presAssocID="{112BC31F-A4B9-49D3-B6C7-3E1C0764BD1F}" presName="sibTrans" presStyleCnt="0"/>
      <dgm:spPr/>
    </dgm:pt>
    <dgm:pt modelId="{3533E9ED-F61B-41A7-9C72-C1E8526DDB1E}" type="pres">
      <dgm:prSet presAssocID="{57033887-4774-41D6-832B-6A7A3264DFE8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58C581A-A573-420B-9A1B-0F409282FF7C}" type="pres">
      <dgm:prSet presAssocID="{41851D05-1D5A-40C7-B6F6-F7D5E22E6EC4}" presName="sibTrans" presStyleCnt="0"/>
      <dgm:spPr/>
    </dgm:pt>
    <dgm:pt modelId="{6BCEF056-71E4-4F4A-AC1D-C6A5CC60A19A}" type="pres">
      <dgm:prSet presAssocID="{5BE6F4FF-1D65-46D1-B7AC-1CD640690D58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622CEE-4049-44AC-B9F1-6DE4BDF90BF8}" type="pres">
      <dgm:prSet presAssocID="{695AE951-E8A0-483F-AF40-65F0771A08B1}" presName="sibTrans" presStyleCnt="0"/>
      <dgm:spPr/>
    </dgm:pt>
    <dgm:pt modelId="{88AB1B83-39F7-49E0-AB28-16D73AB0F720}" type="pres">
      <dgm:prSet presAssocID="{81B2F107-71E6-4A75-B301-5C73B1C851A7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4112B3-1547-4FCF-8E57-3F3191DE70DD}" type="pres">
      <dgm:prSet presAssocID="{37A62BF6-F004-461B-8114-DCE7498496FE}" presName="sibTrans" presStyleCnt="0"/>
      <dgm:spPr/>
    </dgm:pt>
    <dgm:pt modelId="{253AF480-007B-45AE-AF9D-DC460E796902}" type="pres">
      <dgm:prSet presAssocID="{2DC0666A-15BE-46E3-B504-049EE64CED97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619E97-55A6-4034-A8C5-3FC917DEE05D}" type="pres">
      <dgm:prSet presAssocID="{CB51AA36-520B-4275-9802-F6F08EB87A9D}" presName="sibTrans" presStyleCnt="0"/>
      <dgm:spPr/>
    </dgm:pt>
    <dgm:pt modelId="{803DB8D5-83F3-4321-A470-D02AE97B17F1}" type="pres">
      <dgm:prSet presAssocID="{6742AEFA-690C-434D-9B70-C157CDAEA3DE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539B2B4-9D78-49B8-BCA3-670433FC9A11}" type="presOf" srcId="{072B5B54-89B3-48FE-B448-9D3AB34840DB}" destId="{D6D74C33-0C52-48CA-9C06-65B2A4D9F532}" srcOrd="0" destOrd="0" presId="urn:microsoft.com/office/officeart/2005/8/layout/default"/>
    <dgm:cxn modelId="{EAF28909-7538-4F23-BCBC-5A0EB2A1F91E}" type="presOf" srcId="{57033887-4774-41D6-832B-6A7A3264DFE8}" destId="{3533E9ED-F61B-41A7-9C72-C1E8526DDB1E}" srcOrd="0" destOrd="0" presId="urn:microsoft.com/office/officeart/2005/8/layout/default"/>
    <dgm:cxn modelId="{8BA72DF3-E01B-4BCE-A9AC-65CCEE679CA7}" type="presOf" srcId="{2DC0666A-15BE-46E3-B504-049EE64CED97}" destId="{253AF480-007B-45AE-AF9D-DC460E796902}" srcOrd="0" destOrd="0" presId="urn:microsoft.com/office/officeart/2005/8/layout/default"/>
    <dgm:cxn modelId="{8956B748-E77A-4CF5-A327-D99E892476DD}" srcId="{1531A528-A191-4F6B-AE5F-A6BD26C32E96}" destId="{81B2F107-71E6-4A75-B301-5C73B1C851A7}" srcOrd="3" destOrd="0" parTransId="{1AA59445-EEB7-4933-88AB-98F5B7B1F02E}" sibTransId="{37A62BF6-F004-461B-8114-DCE7498496FE}"/>
    <dgm:cxn modelId="{0AE0D384-EFD2-4272-84C7-25E9A8623096}" type="presOf" srcId="{6742AEFA-690C-434D-9B70-C157CDAEA3DE}" destId="{803DB8D5-83F3-4321-A470-D02AE97B17F1}" srcOrd="0" destOrd="0" presId="urn:microsoft.com/office/officeart/2005/8/layout/default"/>
    <dgm:cxn modelId="{C017A015-AAD6-4B35-BB91-99313BB6382E}" type="presOf" srcId="{5BE6F4FF-1D65-46D1-B7AC-1CD640690D58}" destId="{6BCEF056-71E4-4F4A-AC1D-C6A5CC60A19A}" srcOrd="0" destOrd="0" presId="urn:microsoft.com/office/officeart/2005/8/layout/default"/>
    <dgm:cxn modelId="{5117DAEE-ACFC-4A40-9E9B-E69646FA2CBE}" srcId="{1531A528-A191-4F6B-AE5F-A6BD26C32E96}" destId="{072B5B54-89B3-48FE-B448-9D3AB34840DB}" srcOrd="0" destOrd="0" parTransId="{668AFC99-6242-4F80-BA00-79EDA0B4EB74}" sibTransId="{112BC31F-A4B9-49D3-B6C7-3E1C0764BD1F}"/>
    <dgm:cxn modelId="{BF568F4F-3120-4DBF-B84C-7ADCAB6F9D8B}" srcId="{1531A528-A191-4F6B-AE5F-A6BD26C32E96}" destId="{57033887-4774-41D6-832B-6A7A3264DFE8}" srcOrd="1" destOrd="0" parTransId="{54F60D2B-C6F5-4821-8C3E-539EFED467FE}" sibTransId="{41851D05-1D5A-40C7-B6F6-F7D5E22E6EC4}"/>
    <dgm:cxn modelId="{71630232-C664-455B-BA2B-E46422661E95}" srcId="{1531A528-A191-4F6B-AE5F-A6BD26C32E96}" destId="{6742AEFA-690C-434D-9B70-C157CDAEA3DE}" srcOrd="5" destOrd="0" parTransId="{90EE90F7-75CB-4BA9-AF6E-D817AF8B4F33}" sibTransId="{119F1152-9EDF-4F75-98C5-C55841D7BD9D}"/>
    <dgm:cxn modelId="{5619F673-4151-4514-9DCF-CE6993BE2804}" srcId="{1531A528-A191-4F6B-AE5F-A6BD26C32E96}" destId="{5BE6F4FF-1D65-46D1-B7AC-1CD640690D58}" srcOrd="2" destOrd="0" parTransId="{9B4D6731-02B6-4763-9E6F-89EBC85469BC}" sibTransId="{695AE951-E8A0-483F-AF40-65F0771A08B1}"/>
    <dgm:cxn modelId="{1370B874-FC2A-443C-91EF-07E41318F3EF}" type="presOf" srcId="{1531A528-A191-4F6B-AE5F-A6BD26C32E96}" destId="{6BF95219-80B4-4AD1-B26C-153C3AAF223F}" srcOrd="0" destOrd="0" presId="urn:microsoft.com/office/officeart/2005/8/layout/default"/>
    <dgm:cxn modelId="{775B5FF7-97DF-43E2-8211-D4758DCAA001}" type="presOf" srcId="{81B2F107-71E6-4A75-B301-5C73B1C851A7}" destId="{88AB1B83-39F7-49E0-AB28-16D73AB0F720}" srcOrd="0" destOrd="0" presId="urn:microsoft.com/office/officeart/2005/8/layout/default"/>
    <dgm:cxn modelId="{BCD787D9-D002-4AB5-81DA-D75DEA1C16B1}" srcId="{1531A528-A191-4F6B-AE5F-A6BD26C32E96}" destId="{2DC0666A-15BE-46E3-B504-049EE64CED97}" srcOrd="4" destOrd="0" parTransId="{1CC320DB-F608-4400-846C-D2ACE7D8685D}" sibTransId="{CB51AA36-520B-4275-9802-F6F08EB87A9D}"/>
    <dgm:cxn modelId="{2B8E09A3-818C-45C1-A90D-CF26386CBA5F}" type="presParOf" srcId="{6BF95219-80B4-4AD1-B26C-153C3AAF223F}" destId="{D6D74C33-0C52-48CA-9C06-65B2A4D9F532}" srcOrd="0" destOrd="0" presId="urn:microsoft.com/office/officeart/2005/8/layout/default"/>
    <dgm:cxn modelId="{10D7446C-5CBA-4CAA-8388-7E9D264B8B39}" type="presParOf" srcId="{6BF95219-80B4-4AD1-B26C-153C3AAF223F}" destId="{DBC41ACF-0B49-498C-8F4D-FCE5D2190208}" srcOrd="1" destOrd="0" presId="urn:microsoft.com/office/officeart/2005/8/layout/default"/>
    <dgm:cxn modelId="{D49C0567-5E4D-4E69-97BC-7214E74BEB34}" type="presParOf" srcId="{6BF95219-80B4-4AD1-B26C-153C3AAF223F}" destId="{3533E9ED-F61B-41A7-9C72-C1E8526DDB1E}" srcOrd="2" destOrd="0" presId="urn:microsoft.com/office/officeart/2005/8/layout/default"/>
    <dgm:cxn modelId="{6C602448-EB45-4639-BF9B-225CC6373D63}" type="presParOf" srcId="{6BF95219-80B4-4AD1-B26C-153C3AAF223F}" destId="{258C581A-A573-420B-9A1B-0F409282FF7C}" srcOrd="3" destOrd="0" presId="urn:microsoft.com/office/officeart/2005/8/layout/default"/>
    <dgm:cxn modelId="{F9188369-AEF0-4D00-A2F5-18AFE84A4EAC}" type="presParOf" srcId="{6BF95219-80B4-4AD1-B26C-153C3AAF223F}" destId="{6BCEF056-71E4-4F4A-AC1D-C6A5CC60A19A}" srcOrd="4" destOrd="0" presId="urn:microsoft.com/office/officeart/2005/8/layout/default"/>
    <dgm:cxn modelId="{B067EEC8-D942-4C36-BB63-54571639710B}" type="presParOf" srcId="{6BF95219-80B4-4AD1-B26C-153C3AAF223F}" destId="{2F622CEE-4049-44AC-B9F1-6DE4BDF90BF8}" srcOrd="5" destOrd="0" presId="urn:microsoft.com/office/officeart/2005/8/layout/default"/>
    <dgm:cxn modelId="{7124F7D3-5376-4F96-846D-4A666DFF38DA}" type="presParOf" srcId="{6BF95219-80B4-4AD1-B26C-153C3AAF223F}" destId="{88AB1B83-39F7-49E0-AB28-16D73AB0F720}" srcOrd="6" destOrd="0" presId="urn:microsoft.com/office/officeart/2005/8/layout/default"/>
    <dgm:cxn modelId="{E4272F99-96CD-4837-BB7C-A3EE8E7AC1D4}" type="presParOf" srcId="{6BF95219-80B4-4AD1-B26C-153C3AAF223F}" destId="{584112B3-1547-4FCF-8E57-3F3191DE70DD}" srcOrd="7" destOrd="0" presId="urn:microsoft.com/office/officeart/2005/8/layout/default"/>
    <dgm:cxn modelId="{5F8EA1B2-2F04-45CB-9F33-ADA3BB072E15}" type="presParOf" srcId="{6BF95219-80B4-4AD1-B26C-153C3AAF223F}" destId="{253AF480-007B-45AE-AF9D-DC460E796902}" srcOrd="8" destOrd="0" presId="urn:microsoft.com/office/officeart/2005/8/layout/default"/>
    <dgm:cxn modelId="{E662BE3D-1B27-4DAD-A994-F5C89C669939}" type="presParOf" srcId="{6BF95219-80B4-4AD1-B26C-153C3AAF223F}" destId="{3C619E97-55A6-4034-A8C5-3FC917DEE05D}" srcOrd="9" destOrd="0" presId="urn:microsoft.com/office/officeart/2005/8/layout/default"/>
    <dgm:cxn modelId="{755F40D7-5386-4871-A1D0-9540C64DF35B}" type="presParOf" srcId="{6BF95219-80B4-4AD1-B26C-153C3AAF223F}" destId="{803DB8D5-83F3-4321-A470-D02AE97B17F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1096D0-70EC-4EB9-B0BA-DF541250C54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A277F67-9CB0-4D23-B3CA-C08AC65E1130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Сенсоры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трансформируют физические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данные в электронные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BAAA3D29-3529-402A-8FA7-CE96CC6C5B22}" type="parTrans" cxnId="{D4475444-F12A-4FBF-8492-28FB728E229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A972DA2-C4E1-478F-98D5-E446AD4D476C}" type="sibTrans" cxnId="{D4475444-F12A-4FBF-8492-28FB728E229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3E41F6F-1362-42AA-B7F3-CC040B5DE81D}">
      <dgm:prSet phldrT="[Текст]" custT="1"/>
      <dgm:spPr/>
      <dgm:t>
        <a:bodyPr/>
        <a:lstStyle/>
        <a:p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Актуаторы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производят необходимые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воздействия на объект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D8AC1969-3A6B-46A4-89AB-5C0451452F4B}" type="parTrans" cxnId="{98BE04A6-5536-413F-8F2A-F6F55656A8C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DF094B2-BDFD-4861-9A16-8E91CA137FDC}" type="sibTrans" cxnId="{98BE04A6-5536-413F-8F2A-F6F55656A8C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D8055F2-449B-41DF-92A5-4AB886DF72C2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Сеть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обеспечивает связь между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устройствами и платформой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B99874F7-C2BE-456D-BF09-3EEDA882AF82}" type="parTrans" cxnId="{8A46970A-D65A-459C-B3B0-2121A7D7F21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9380D56-7A5B-4236-8C78-2907B918A387}" type="sibTrans" cxnId="{8A46970A-D65A-459C-B3B0-2121A7D7F21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CEFCDE4-C55E-4E4C-81D3-BFCCBAE19737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Платформа </a:t>
          </a:r>
          <a:r>
            <a:rPr lang="en-US" sz="16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это набор интегрированных программных возможностей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для управления устройствами и обработки данных.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Обеспечивает оперативную видимость и контроль за</a:t>
          </a:r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заводами, объектами, инфраструктурой и оборудованием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0B612731-5DF5-42DC-85CD-EDC752CAF3BC}" type="parTrans" cxnId="{3A0977B5-9AC1-4575-9ECF-1402F40D4C97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08C85294-A26D-4C32-817C-94D8C5E941A2}" type="sibTrans" cxnId="{3A0977B5-9AC1-4575-9ECF-1402F40D4C97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7704EF9-08D8-4A9C-BC18-5009F51F5F0A}" type="pres">
      <dgm:prSet presAssocID="{5C1096D0-70EC-4EB9-B0BA-DF541250C54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5491BF0-4288-4326-B39A-31E2128A36F1}" type="pres">
      <dgm:prSet presAssocID="{BA277F67-9CB0-4D23-B3CA-C08AC65E1130}" presName="node" presStyleLbl="node1" presStyleIdx="0" presStyleCnt="4" custScaleX="1219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0891C9-7286-4A7B-B747-32862A5DC735}" type="pres">
      <dgm:prSet presAssocID="{5A972DA2-C4E1-478F-98D5-E446AD4D476C}" presName="sibTrans" presStyleCnt="0"/>
      <dgm:spPr/>
    </dgm:pt>
    <dgm:pt modelId="{C443D8A7-9DDE-4ABC-8431-CAAFD11F312A}" type="pres">
      <dgm:prSet presAssocID="{73E41F6F-1362-42AA-B7F3-CC040B5DE81D}" presName="node" presStyleLbl="node1" presStyleIdx="1" presStyleCnt="4" custScaleX="18529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84F7BA-C8D5-40AD-95A9-8EB5DBED5305}" type="pres">
      <dgm:prSet presAssocID="{5DF094B2-BDFD-4861-9A16-8E91CA137FDC}" presName="sibTrans" presStyleCnt="0"/>
      <dgm:spPr/>
    </dgm:pt>
    <dgm:pt modelId="{8145FDA4-BAAD-4BA0-B86D-52A2947C2E58}" type="pres">
      <dgm:prSet presAssocID="{1D8055F2-449B-41DF-92A5-4AB886DF72C2}" presName="node" presStyleLbl="node1" presStyleIdx="2" presStyleCnt="4" custScaleX="120787" custLinFactNeighborX="1161" custLinFactNeighborY="7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BEC0B6-1842-4A85-9672-1619F7B8810C}" type="pres">
      <dgm:prSet presAssocID="{79380D56-7A5B-4236-8C78-2907B918A387}" presName="sibTrans" presStyleCnt="0"/>
      <dgm:spPr/>
    </dgm:pt>
    <dgm:pt modelId="{EF5AE12C-4BC4-4534-9BB0-39C664A59819}" type="pres">
      <dgm:prSet presAssocID="{7CEFCDE4-C55E-4E4C-81D3-BFCCBAE19737}" presName="node" presStyleLbl="node1" presStyleIdx="3" presStyleCnt="4" custScaleX="1864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4475444-F12A-4FBF-8492-28FB728E229D}" srcId="{5C1096D0-70EC-4EB9-B0BA-DF541250C547}" destId="{BA277F67-9CB0-4D23-B3CA-C08AC65E1130}" srcOrd="0" destOrd="0" parTransId="{BAAA3D29-3529-402A-8FA7-CE96CC6C5B22}" sibTransId="{5A972DA2-C4E1-478F-98D5-E446AD4D476C}"/>
    <dgm:cxn modelId="{16892F94-9ABB-418B-A614-4194EC97B3B8}" type="presOf" srcId="{5C1096D0-70EC-4EB9-B0BA-DF541250C547}" destId="{D7704EF9-08D8-4A9C-BC18-5009F51F5F0A}" srcOrd="0" destOrd="0" presId="urn:microsoft.com/office/officeart/2005/8/layout/default"/>
    <dgm:cxn modelId="{35510C03-4937-434D-A772-A583C1DE858D}" type="presOf" srcId="{BA277F67-9CB0-4D23-B3CA-C08AC65E1130}" destId="{F5491BF0-4288-4326-B39A-31E2128A36F1}" srcOrd="0" destOrd="0" presId="urn:microsoft.com/office/officeart/2005/8/layout/default"/>
    <dgm:cxn modelId="{49D3A9F3-4A7F-488F-8AE1-8B3C61330176}" type="presOf" srcId="{73E41F6F-1362-42AA-B7F3-CC040B5DE81D}" destId="{C443D8A7-9DDE-4ABC-8431-CAAFD11F312A}" srcOrd="0" destOrd="0" presId="urn:microsoft.com/office/officeart/2005/8/layout/default"/>
    <dgm:cxn modelId="{3A0977B5-9AC1-4575-9ECF-1402F40D4C97}" srcId="{5C1096D0-70EC-4EB9-B0BA-DF541250C547}" destId="{7CEFCDE4-C55E-4E4C-81D3-BFCCBAE19737}" srcOrd="3" destOrd="0" parTransId="{0B612731-5DF5-42DC-85CD-EDC752CAF3BC}" sibTransId="{08C85294-A26D-4C32-817C-94D8C5E941A2}"/>
    <dgm:cxn modelId="{98BE04A6-5536-413F-8F2A-F6F55656A8CA}" srcId="{5C1096D0-70EC-4EB9-B0BA-DF541250C547}" destId="{73E41F6F-1362-42AA-B7F3-CC040B5DE81D}" srcOrd="1" destOrd="0" parTransId="{D8AC1969-3A6B-46A4-89AB-5C0451452F4B}" sibTransId="{5DF094B2-BDFD-4861-9A16-8E91CA137FDC}"/>
    <dgm:cxn modelId="{35B43522-3FFD-4A68-897E-88161BC7C42B}" type="presOf" srcId="{7CEFCDE4-C55E-4E4C-81D3-BFCCBAE19737}" destId="{EF5AE12C-4BC4-4534-9BB0-39C664A59819}" srcOrd="0" destOrd="0" presId="urn:microsoft.com/office/officeart/2005/8/layout/default"/>
    <dgm:cxn modelId="{8A46970A-D65A-459C-B3B0-2121A7D7F219}" srcId="{5C1096D0-70EC-4EB9-B0BA-DF541250C547}" destId="{1D8055F2-449B-41DF-92A5-4AB886DF72C2}" srcOrd="2" destOrd="0" parTransId="{B99874F7-C2BE-456D-BF09-3EEDA882AF82}" sibTransId="{79380D56-7A5B-4236-8C78-2907B918A387}"/>
    <dgm:cxn modelId="{2E575411-3EB8-4653-951D-9F89B4AB5249}" type="presOf" srcId="{1D8055F2-449B-41DF-92A5-4AB886DF72C2}" destId="{8145FDA4-BAAD-4BA0-B86D-52A2947C2E58}" srcOrd="0" destOrd="0" presId="urn:microsoft.com/office/officeart/2005/8/layout/default"/>
    <dgm:cxn modelId="{7DBC07C1-D134-47BF-9FCD-909CE703073C}" type="presParOf" srcId="{D7704EF9-08D8-4A9C-BC18-5009F51F5F0A}" destId="{F5491BF0-4288-4326-B39A-31E2128A36F1}" srcOrd="0" destOrd="0" presId="urn:microsoft.com/office/officeart/2005/8/layout/default"/>
    <dgm:cxn modelId="{8E317649-D44F-4385-B7CF-D0FF80F29492}" type="presParOf" srcId="{D7704EF9-08D8-4A9C-BC18-5009F51F5F0A}" destId="{EB0891C9-7286-4A7B-B747-32862A5DC735}" srcOrd="1" destOrd="0" presId="urn:microsoft.com/office/officeart/2005/8/layout/default"/>
    <dgm:cxn modelId="{B875D7AD-C756-4CBD-9FCB-0F8281E58784}" type="presParOf" srcId="{D7704EF9-08D8-4A9C-BC18-5009F51F5F0A}" destId="{C443D8A7-9DDE-4ABC-8431-CAAFD11F312A}" srcOrd="2" destOrd="0" presId="urn:microsoft.com/office/officeart/2005/8/layout/default"/>
    <dgm:cxn modelId="{9E2C22A9-9B5F-4DED-8626-BBD52CEC55B3}" type="presParOf" srcId="{D7704EF9-08D8-4A9C-BC18-5009F51F5F0A}" destId="{CA84F7BA-C8D5-40AD-95A9-8EB5DBED5305}" srcOrd="3" destOrd="0" presId="urn:microsoft.com/office/officeart/2005/8/layout/default"/>
    <dgm:cxn modelId="{16A1AFFE-F82A-402A-9195-E3AD338ABF56}" type="presParOf" srcId="{D7704EF9-08D8-4A9C-BC18-5009F51F5F0A}" destId="{8145FDA4-BAAD-4BA0-B86D-52A2947C2E58}" srcOrd="4" destOrd="0" presId="urn:microsoft.com/office/officeart/2005/8/layout/default"/>
    <dgm:cxn modelId="{A24394CF-9AA2-461A-B05B-83211C3F79BE}" type="presParOf" srcId="{D7704EF9-08D8-4A9C-BC18-5009F51F5F0A}" destId="{50BEC0B6-1842-4A85-9672-1619F7B8810C}" srcOrd="5" destOrd="0" presId="urn:microsoft.com/office/officeart/2005/8/layout/default"/>
    <dgm:cxn modelId="{572ADAC4-6EF8-4761-99C5-668666B819C8}" type="presParOf" srcId="{D7704EF9-08D8-4A9C-BC18-5009F51F5F0A}" destId="{EF5AE12C-4BC4-4534-9BB0-39C664A5981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C1096D0-70EC-4EB9-B0BA-DF541250C54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A277F67-9CB0-4D23-B3CA-C08AC65E1130}">
      <dgm:prSet phldrT="[Текст]" custT="1"/>
      <dgm:spPr/>
      <dgm:t>
        <a:bodyPr/>
        <a:lstStyle/>
        <a:p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1 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Сенсоры</a:t>
          </a:r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трансформируют Профилактическое обслуживание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BAAA3D29-3529-402A-8FA7-CE96CC6C5B22}" type="parTrans" cxnId="{D4475444-F12A-4FBF-8492-28FB728E229D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5A972DA2-C4E1-478F-98D5-E446AD4D476C}" type="sibTrans" cxnId="{D4475444-F12A-4FBF-8492-28FB728E229D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40E490DE-EC4A-4AAD-A130-B56089E0CA3D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2 Контроль качества</a:t>
          </a:r>
        </a:p>
      </dgm:t>
    </dgm:pt>
    <dgm:pt modelId="{652B5168-F8F8-4428-916E-5E088504CD60}" type="parTrans" cxnId="{042F8117-FBA5-480C-952B-2A2E2263600E}">
      <dgm:prSet/>
      <dgm:spPr/>
      <dgm:t>
        <a:bodyPr/>
        <a:lstStyle/>
        <a:p>
          <a:endParaRPr lang="ru-RU" sz="2800"/>
        </a:p>
      </dgm:t>
    </dgm:pt>
    <dgm:pt modelId="{AAF623BE-77AC-462A-A3B5-2A69C3FADC04}" type="sibTrans" cxnId="{042F8117-FBA5-480C-952B-2A2E2263600E}">
      <dgm:prSet/>
      <dgm:spPr/>
      <dgm:t>
        <a:bodyPr/>
        <a:lstStyle/>
        <a:p>
          <a:endParaRPr lang="ru-RU" sz="2800"/>
        </a:p>
      </dgm:t>
    </dgm:pt>
    <dgm:pt modelId="{D6A13AC3-A4C2-497C-9B80-FDE5481F84AC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3 Управление цепочками поставок</a:t>
          </a:r>
        </a:p>
      </dgm:t>
    </dgm:pt>
    <dgm:pt modelId="{0384DD3B-C317-45F7-9B89-9B73D4605E26}" type="parTrans" cxnId="{73754D68-28E5-4846-833D-44A451A2E60D}">
      <dgm:prSet/>
      <dgm:spPr/>
      <dgm:t>
        <a:bodyPr/>
        <a:lstStyle/>
        <a:p>
          <a:endParaRPr lang="ru-RU" sz="2800"/>
        </a:p>
      </dgm:t>
    </dgm:pt>
    <dgm:pt modelId="{71E15B3C-8D56-4F6E-AF3C-BF2455FAB247}" type="sibTrans" cxnId="{73754D68-28E5-4846-833D-44A451A2E60D}">
      <dgm:prSet/>
      <dgm:spPr/>
      <dgm:t>
        <a:bodyPr/>
        <a:lstStyle/>
        <a:p>
          <a:endParaRPr lang="ru-RU" sz="2800"/>
        </a:p>
      </dgm:t>
    </dgm:pt>
    <dgm:pt modelId="{354AE3ED-74A6-409D-8DCE-8865F1DEFF99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4 Прослеживание активов</a:t>
          </a:r>
        </a:p>
      </dgm:t>
    </dgm:pt>
    <dgm:pt modelId="{7A4A6525-E4FE-4DBB-965A-65BD9B2E9209}" type="parTrans" cxnId="{BA57A2F1-11CD-4F52-B384-148163BB3147}">
      <dgm:prSet/>
      <dgm:spPr/>
      <dgm:t>
        <a:bodyPr/>
        <a:lstStyle/>
        <a:p>
          <a:endParaRPr lang="ru-RU" sz="2800"/>
        </a:p>
      </dgm:t>
    </dgm:pt>
    <dgm:pt modelId="{E376FA08-2C89-4061-A349-CB80C3647783}" type="sibTrans" cxnId="{BA57A2F1-11CD-4F52-B384-148163BB3147}">
      <dgm:prSet/>
      <dgm:spPr/>
      <dgm:t>
        <a:bodyPr/>
        <a:lstStyle/>
        <a:p>
          <a:endParaRPr lang="ru-RU" sz="2800"/>
        </a:p>
      </dgm:t>
    </dgm:pt>
    <dgm:pt modelId="{0A8FF843-222B-4D0D-A364-267DC1ADA005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5 Дистанционное управление оборудованием и производством</a:t>
          </a:r>
        </a:p>
      </dgm:t>
    </dgm:pt>
    <dgm:pt modelId="{2D03432E-5CCF-404A-8DB4-0601CEFE7FDD}" type="parTrans" cxnId="{6EE5FE64-1B87-471B-AF6A-CD1D072D54D8}">
      <dgm:prSet/>
      <dgm:spPr/>
      <dgm:t>
        <a:bodyPr/>
        <a:lstStyle/>
        <a:p>
          <a:endParaRPr lang="ru-RU" sz="2800"/>
        </a:p>
      </dgm:t>
    </dgm:pt>
    <dgm:pt modelId="{8C80042F-D451-4D36-81F7-9A93ACD6A4B4}" type="sibTrans" cxnId="{6EE5FE64-1B87-471B-AF6A-CD1D072D54D8}">
      <dgm:prSet/>
      <dgm:spPr/>
      <dgm:t>
        <a:bodyPr/>
        <a:lstStyle/>
        <a:p>
          <a:endParaRPr lang="ru-RU" sz="2800"/>
        </a:p>
      </dgm:t>
    </dgm:pt>
    <dgm:pt modelId="{BCF1F1D0-8B6C-4638-9954-ACE01F50B770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6 Управление энергетикой</a:t>
          </a:r>
        </a:p>
      </dgm:t>
    </dgm:pt>
    <dgm:pt modelId="{5204CBBE-D691-4385-9906-395D402B81FA}" type="parTrans" cxnId="{2D42C0F1-3D10-4E2C-A255-A30B8C2AD731}">
      <dgm:prSet/>
      <dgm:spPr/>
      <dgm:t>
        <a:bodyPr/>
        <a:lstStyle/>
        <a:p>
          <a:endParaRPr lang="ru-RU" sz="2800"/>
        </a:p>
      </dgm:t>
    </dgm:pt>
    <dgm:pt modelId="{E142C7D7-867C-40F3-AF35-7302432EF925}" type="sibTrans" cxnId="{2D42C0F1-3D10-4E2C-A255-A30B8C2AD731}">
      <dgm:prSet/>
      <dgm:spPr/>
      <dgm:t>
        <a:bodyPr/>
        <a:lstStyle/>
        <a:p>
          <a:endParaRPr lang="ru-RU" sz="2800"/>
        </a:p>
      </dgm:t>
    </dgm:pt>
    <dgm:pt modelId="{F9FBAB7D-9FA2-46AA-892F-50BD49BC0ED7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7 Автоматизация</a:t>
          </a:r>
        </a:p>
      </dgm:t>
    </dgm:pt>
    <dgm:pt modelId="{A987CF61-78B6-4BC3-9A8A-C34E38CCAA53}" type="parTrans" cxnId="{7800C764-D666-41AB-B565-4B77E859D931}">
      <dgm:prSet/>
      <dgm:spPr/>
      <dgm:t>
        <a:bodyPr/>
        <a:lstStyle/>
        <a:p>
          <a:endParaRPr lang="ru-RU" sz="2800"/>
        </a:p>
      </dgm:t>
    </dgm:pt>
    <dgm:pt modelId="{872924D7-8055-4D94-848E-8644D4627538}" type="sibTrans" cxnId="{7800C764-D666-41AB-B565-4B77E859D931}">
      <dgm:prSet/>
      <dgm:spPr/>
      <dgm:t>
        <a:bodyPr/>
        <a:lstStyle/>
        <a:p>
          <a:endParaRPr lang="ru-RU" sz="2800"/>
        </a:p>
      </dgm:t>
    </dgm:pt>
    <dgm:pt modelId="{30BEBBA0-5B65-46DF-A142-BC559B2B7A01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8 Оптимизация процессов и расширенная аналитика</a:t>
          </a:r>
        </a:p>
      </dgm:t>
    </dgm:pt>
    <dgm:pt modelId="{1F405CB6-F8E3-4F4F-9446-86B4ABFEBA37}" type="parTrans" cxnId="{CAECE128-A0BA-4F4E-8BCA-E742B7E08793}">
      <dgm:prSet/>
      <dgm:spPr/>
      <dgm:t>
        <a:bodyPr/>
        <a:lstStyle/>
        <a:p>
          <a:endParaRPr lang="ru-RU" sz="2800"/>
        </a:p>
      </dgm:t>
    </dgm:pt>
    <dgm:pt modelId="{18C8E239-725A-42E0-97C5-088ACAE7C853}" type="sibTrans" cxnId="{CAECE128-A0BA-4F4E-8BCA-E742B7E08793}">
      <dgm:prSet/>
      <dgm:spPr/>
      <dgm:t>
        <a:bodyPr/>
        <a:lstStyle/>
        <a:p>
          <a:endParaRPr lang="ru-RU" sz="2800"/>
        </a:p>
      </dgm:t>
    </dgm:pt>
    <dgm:pt modelId="{598B2C8A-FB53-4DCC-A5FD-92780835976B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9 Контроль безопасности</a:t>
          </a:r>
        </a:p>
      </dgm:t>
    </dgm:pt>
    <dgm:pt modelId="{94D54BB0-6C93-473F-8C51-D61E2313B4AC}" type="parTrans" cxnId="{392AC605-386B-4974-8A05-A3133DD0726D}">
      <dgm:prSet/>
      <dgm:spPr/>
      <dgm:t>
        <a:bodyPr/>
        <a:lstStyle/>
        <a:p>
          <a:endParaRPr lang="ru-RU" sz="2800"/>
        </a:p>
      </dgm:t>
    </dgm:pt>
    <dgm:pt modelId="{45B2403C-1607-4212-B02A-C5D4172652A3}" type="sibTrans" cxnId="{392AC605-386B-4974-8A05-A3133DD0726D}">
      <dgm:prSet/>
      <dgm:spPr/>
      <dgm:t>
        <a:bodyPr/>
        <a:lstStyle/>
        <a:p>
          <a:endParaRPr lang="ru-RU" sz="2800"/>
        </a:p>
      </dgm:t>
    </dgm:pt>
    <dgm:pt modelId="{D7704EF9-08D8-4A9C-BC18-5009F51F5F0A}" type="pres">
      <dgm:prSet presAssocID="{5C1096D0-70EC-4EB9-B0BA-DF541250C54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5491BF0-4288-4326-B39A-31E2128A36F1}" type="pres">
      <dgm:prSet presAssocID="{BA277F67-9CB0-4D23-B3CA-C08AC65E1130}" presName="node" presStyleLbl="node1" presStyleIdx="0" presStyleCnt="9" custScaleX="1219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0891C9-7286-4A7B-B747-32862A5DC735}" type="pres">
      <dgm:prSet presAssocID="{5A972DA2-C4E1-478F-98D5-E446AD4D476C}" presName="sibTrans" presStyleCnt="0"/>
      <dgm:spPr/>
    </dgm:pt>
    <dgm:pt modelId="{3ED19058-2346-4DAF-965D-1ECC167FC59A}" type="pres">
      <dgm:prSet presAssocID="{40E490DE-EC4A-4AAD-A130-B56089E0CA3D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C760AA-AC2A-44F8-BB1D-58D32DA16767}" type="pres">
      <dgm:prSet presAssocID="{AAF623BE-77AC-462A-A3B5-2A69C3FADC04}" presName="sibTrans" presStyleCnt="0"/>
      <dgm:spPr/>
    </dgm:pt>
    <dgm:pt modelId="{FE1358D2-A646-4D83-AA36-56AB430B7C75}" type="pres">
      <dgm:prSet presAssocID="{D6A13AC3-A4C2-497C-9B80-FDE5481F84AC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8012BA-171D-461B-B16E-F31A336D40F9}" type="pres">
      <dgm:prSet presAssocID="{71E15B3C-8D56-4F6E-AF3C-BF2455FAB247}" presName="sibTrans" presStyleCnt="0"/>
      <dgm:spPr/>
    </dgm:pt>
    <dgm:pt modelId="{F1C0B6CA-90AC-48CE-B244-EB5096549937}" type="pres">
      <dgm:prSet presAssocID="{354AE3ED-74A6-409D-8DCE-8865F1DEFF99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21A014-652A-447E-B4A9-FCCA7F512FDA}" type="pres">
      <dgm:prSet presAssocID="{E376FA08-2C89-4061-A349-CB80C3647783}" presName="sibTrans" presStyleCnt="0"/>
      <dgm:spPr/>
    </dgm:pt>
    <dgm:pt modelId="{9D922AB0-DA2C-4DBB-B9E2-40B1AA184B57}" type="pres">
      <dgm:prSet presAssocID="{0A8FF843-222B-4D0D-A364-267DC1ADA005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D9E67D-5554-4F8A-861D-00C40BAE113C}" type="pres">
      <dgm:prSet presAssocID="{8C80042F-D451-4D36-81F7-9A93ACD6A4B4}" presName="sibTrans" presStyleCnt="0"/>
      <dgm:spPr/>
    </dgm:pt>
    <dgm:pt modelId="{CC942455-92CA-4FAB-B732-26E734EDB6DC}" type="pres">
      <dgm:prSet presAssocID="{BCF1F1D0-8B6C-4638-9954-ACE01F50B770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019C0B-06C0-4398-B508-CF4D4F47FAAA}" type="pres">
      <dgm:prSet presAssocID="{E142C7D7-867C-40F3-AF35-7302432EF925}" presName="sibTrans" presStyleCnt="0"/>
      <dgm:spPr/>
    </dgm:pt>
    <dgm:pt modelId="{921DBFD4-A8FD-4316-8E7F-22155DF25E7A}" type="pres">
      <dgm:prSet presAssocID="{F9FBAB7D-9FA2-46AA-892F-50BD49BC0ED7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187BE3-919D-488E-B89A-72047B180DDD}" type="pres">
      <dgm:prSet presAssocID="{872924D7-8055-4D94-848E-8644D4627538}" presName="sibTrans" presStyleCnt="0"/>
      <dgm:spPr/>
    </dgm:pt>
    <dgm:pt modelId="{AF8DAAA0-1FA5-45D2-AE85-22072233801D}" type="pres">
      <dgm:prSet presAssocID="{30BEBBA0-5B65-46DF-A142-BC559B2B7A01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26515B-905A-47A0-9AF4-F9B095761FC8}" type="pres">
      <dgm:prSet presAssocID="{18C8E239-725A-42E0-97C5-088ACAE7C853}" presName="sibTrans" presStyleCnt="0"/>
      <dgm:spPr/>
    </dgm:pt>
    <dgm:pt modelId="{B9C225E0-B224-4A4B-BB33-9B544CBAB280}" type="pres">
      <dgm:prSet presAssocID="{598B2C8A-FB53-4DCC-A5FD-92780835976B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B9A1C2F-0CF0-4BF8-ABB5-7BADE151A924}" type="presOf" srcId="{BCF1F1D0-8B6C-4638-9954-ACE01F50B770}" destId="{CC942455-92CA-4FAB-B732-26E734EDB6DC}" srcOrd="0" destOrd="0" presId="urn:microsoft.com/office/officeart/2005/8/layout/default"/>
    <dgm:cxn modelId="{051AB934-22AD-4744-A945-079D895871FE}" type="presOf" srcId="{F9FBAB7D-9FA2-46AA-892F-50BD49BC0ED7}" destId="{921DBFD4-A8FD-4316-8E7F-22155DF25E7A}" srcOrd="0" destOrd="0" presId="urn:microsoft.com/office/officeart/2005/8/layout/default"/>
    <dgm:cxn modelId="{042F8117-FBA5-480C-952B-2A2E2263600E}" srcId="{5C1096D0-70EC-4EB9-B0BA-DF541250C547}" destId="{40E490DE-EC4A-4AAD-A130-B56089E0CA3D}" srcOrd="1" destOrd="0" parTransId="{652B5168-F8F8-4428-916E-5E088504CD60}" sibTransId="{AAF623BE-77AC-462A-A3B5-2A69C3FADC04}"/>
    <dgm:cxn modelId="{392AC605-386B-4974-8A05-A3133DD0726D}" srcId="{5C1096D0-70EC-4EB9-B0BA-DF541250C547}" destId="{598B2C8A-FB53-4DCC-A5FD-92780835976B}" srcOrd="8" destOrd="0" parTransId="{94D54BB0-6C93-473F-8C51-D61E2313B4AC}" sibTransId="{45B2403C-1607-4212-B02A-C5D4172652A3}"/>
    <dgm:cxn modelId="{0F8EF6E3-831A-4F99-9EDB-991F32F04E3B}" type="presOf" srcId="{40E490DE-EC4A-4AAD-A130-B56089E0CA3D}" destId="{3ED19058-2346-4DAF-965D-1ECC167FC59A}" srcOrd="0" destOrd="0" presId="urn:microsoft.com/office/officeart/2005/8/layout/default"/>
    <dgm:cxn modelId="{1C281348-64F1-4438-B300-9C74DFC2E0F3}" type="presOf" srcId="{BA277F67-9CB0-4D23-B3CA-C08AC65E1130}" destId="{F5491BF0-4288-4326-B39A-31E2128A36F1}" srcOrd="0" destOrd="0" presId="urn:microsoft.com/office/officeart/2005/8/layout/default"/>
    <dgm:cxn modelId="{73754D68-28E5-4846-833D-44A451A2E60D}" srcId="{5C1096D0-70EC-4EB9-B0BA-DF541250C547}" destId="{D6A13AC3-A4C2-497C-9B80-FDE5481F84AC}" srcOrd="2" destOrd="0" parTransId="{0384DD3B-C317-45F7-9B89-9B73D4605E26}" sibTransId="{71E15B3C-8D56-4F6E-AF3C-BF2455FAB247}"/>
    <dgm:cxn modelId="{069FEEF7-2A4F-4381-A741-147E2D4D62C9}" type="presOf" srcId="{0A8FF843-222B-4D0D-A364-267DC1ADA005}" destId="{9D922AB0-DA2C-4DBB-B9E2-40B1AA184B57}" srcOrd="0" destOrd="0" presId="urn:microsoft.com/office/officeart/2005/8/layout/default"/>
    <dgm:cxn modelId="{6EE5FE64-1B87-471B-AF6A-CD1D072D54D8}" srcId="{5C1096D0-70EC-4EB9-B0BA-DF541250C547}" destId="{0A8FF843-222B-4D0D-A364-267DC1ADA005}" srcOrd="4" destOrd="0" parTransId="{2D03432E-5CCF-404A-8DB4-0601CEFE7FDD}" sibTransId="{8C80042F-D451-4D36-81F7-9A93ACD6A4B4}"/>
    <dgm:cxn modelId="{2D42C0F1-3D10-4E2C-A255-A30B8C2AD731}" srcId="{5C1096D0-70EC-4EB9-B0BA-DF541250C547}" destId="{BCF1F1D0-8B6C-4638-9954-ACE01F50B770}" srcOrd="5" destOrd="0" parTransId="{5204CBBE-D691-4385-9906-395D402B81FA}" sibTransId="{E142C7D7-867C-40F3-AF35-7302432EF925}"/>
    <dgm:cxn modelId="{BA57A2F1-11CD-4F52-B384-148163BB3147}" srcId="{5C1096D0-70EC-4EB9-B0BA-DF541250C547}" destId="{354AE3ED-74A6-409D-8DCE-8865F1DEFF99}" srcOrd="3" destOrd="0" parTransId="{7A4A6525-E4FE-4DBB-965A-65BD9B2E9209}" sibTransId="{E376FA08-2C89-4061-A349-CB80C3647783}"/>
    <dgm:cxn modelId="{906A395D-40AD-4B19-AD17-DD8CB52002CF}" type="presOf" srcId="{D6A13AC3-A4C2-497C-9B80-FDE5481F84AC}" destId="{FE1358D2-A646-4D83-AA36-56AB430B7C75}" srcOrd="0" destOrd="0" presId="urn:microsoft.com/office/officeart/2005/8/layout/default"/>
    <dgm:cxn modelId="{CA8015B9-1DBC-41F2-8DE6-FDFCADF40A4E}" type="presOf" srcId="{5C1096D0-70EC-4EB9-B0BA-DF541250C547}" destId="{D7704EF9-08D8-4A9C-BC18-5009F51F5F0A}" srcOrd="0" destOrd="0" presId="urn:microsoft.com/office/officeart/2005/8/layout/default"/>
    <dgm:cxn modelId="{F61B0891-2919-421D-BCE0-F0F46B7B64CD}" type="presOf" srcId="{598B2C8A-FB53-4DCC-A5FD-92780835976B}" destId="{B9C225E0-B224-4A4B-BB33-9B544CBAB280}" srcOrd="0" destOrd="0" presId="urn:microsoft.com/office/officeart/2005/8/layout/default"/>
    <dgm:cxn modelId="{7800C764-D666-41AB-B565-4B77E859D931}" srcId="{5C1096D0-70EC-4EB9-B0BA-DF541250C547}" destId="{F9FBAB7D-9FA2-46AA-892F-50BD49BC0ED7}" srcOrd="6" destOrd="0" parTransId="{A987CF61-78B6-4BC3-9A8A-C34E38CCAA53}" sibTransId="{872924D7-8055-4D94-848E-8644D4627538}"/>
    <dgm:cxn modelId="{64C37346-A4E2-4C5D-8F1F-0D6445739ABA}" type="presOf" srcId="{354AE3ED-74A6-409D-8DCE-8865F1DEFF99}" destId="{F1C0B6CA-90AC-48CE-B244-EB5096549937}" srcOrd="0" destOrd="0" presId="urn:microsoft.com/office/officeart/2005/8/layout/default"/>
    <dgm:cxn modelId="{D4475444-F12A-4FBF-8492-28FB728E229D}" srcId="{5C1096D0-70EC-4EB9-B0BA-DF541250C547}" destId="{BA277F67-9CB0-4D23-B3CA-C08AC65E1130}" srcOrd="0" destOrd="0" parTransId="{BAAA3D29-3529-402A-8FA7-CE96CC6C5B22}" sibTransId="{5A972DA2-C4E1-478F-98D5-E446AD4D476C}"/>
    <dgm:cxn modelId="{6451B48D-C391-4ADE-A634-C2D78B503D5F}" type="presOf" srcId="{30BEBBA0-5B65-46DF-A142-BC559B2B7A01}" destId="{AF8DAAA0-1FA5-45D2-AE85-22072233801D}" srcOrd="0" destOrd="0" presId="urn:microsoft.com/office/officeart/2005/8/layout/default"/>
    <dgm:cxn modelId="{CAECE128-A0BA-4F4E-8BCA-E742B7E08793}" srcId="{5C1096D0-70EC-4EB9-B0BA-DF541250C547}" destId="{30BEBBA0-5B65-46DF-A142-BC559B2B7A01}" srcOrd="7" destOrd="0" parTransId="{1F405CB6-F8E3-4F4F-9446-86B4ABFEBA37}" sibTransId="{18C8E239-725A-42E0-97C5-088ACAE7C853}"/>
    <dgm:cxn modelId="{AC71402D-3587-4DE9-83F3-94C2FD0D9952}" type="presParOf" srcId="{D7704EF9-08D8-4A9C-BC18-5009F51F5F0A}" destId="{F5491BF0-4288-4326-B39A-31E2128A36F1}" srcOrd="0" destOrd="0" presId="urn:microsoft.com/office/officeart/2005/8/layout/default"/>
    <dgm:cxn modelId="{0C639ECB-530B-49CE-B2AD-0B3F240845C4}" type="presParOf" srcId="{D7704EF9-08D8-4A9C-BC18-5009F51F5F0A}" destId="{EB0891C9-7286-4A7B-B747-32862A5DC735}" srcOrd="1" destOrd="0" presId="urn:microsoft.com/office/officeart/2005/8/layout/default"/>
    <dgm:cxn modelId="{A1EF7974-8D64-4C62-9595-E63189DA5198}" type="presParOf" srcId="{D7704EF9-08D8-4A9C-BC18-5009F51F5F0A}" destId="{3ED19058-2346-4DAF-965D-1ECC167FC59A}" srcOrd="2" destOrd="0" presId="urn:microsoft.com/office/officeart/2005/8/layout/default"/>
    <dgm:cxn modelId="{7B77CD0C-0A38-4E74-96BA-FCC6C0C6A079}" type="presParOf" srcId="{D7704EF9-08D8-4A9C-BC18-5009F51F5F0A}" destId="{58C760AA-AC2A-44F8-BB1D-58D32DA16767}" srcOrd="3" destOrd="0" presId="urn:microsoft.com/office/officeart/2005/8/layout/default"/>
    <dgm:cxn modelId="{040767BB-93C4-4F64-919F-36D92F6C448F}" type="presParOf" srcId="{D7704EF9-08D8-4A9C-BC18-5009F51F5F0A}" destId="{FE1358D2-A646-4D83-AA36-56AB430B7C75}" srcOrd="4" destOrd="0" presId="urn:microsoft.com/office/officeart/2005/8/layout/default"/>
    <dgm:cxn modelId="{5B2FE334-1321-4065-8B5B-D2708CEF89E0}" type="presParOf" srcId="{D7704EF9-08D8-4A9C-BC18-5009F51F5F0A}" destId="{2E8012BA-171D-461B-B16E-F31A336D40F9}" srcOrd="5" destOrd="0" presId="urn:microsoft.com/office/officeart/2005/8/layout/default"/>
    <dgm:cxn modelId="{E62D259C-E2EA-4994-B0EC-CDA06E4872EB}" type="presParOf" srcId="{D7704EF9-08D8-4A9C-BC18-5009F51F5F0A}" destId="{F1C0B6CA-90AC-48CE-B244-EB5096549937}" srcOrd="6" destOrd="0" presId="urn:microsoft.com/office/officeart/2005/8/layout/default"/>
    <dgm:cxn modelId="{4A84802B-4FEC-4BD8-B9EE-D47712984CBB}" type="presParOf" srcId="{D7704EF9-08D8-4A9C-BC18-5009F51F5F0A}" destId="{C521A014-652A-447E-B4A9-FCCA7F512FDA}" srcOrd="7" destOrd="0" presId="urn:microsoft.com/office/officeart/2005/8/layout/default"/>
    <dgm:cxn modelId="{0CB58125-9299-4E0C-BEFA-FD7B52055173}" type="presParOf" srcId="{D7704EF9-08D8-4A9C-BC18-5009F51F5F0A}" destId="{9D922AB0-DA2C-4DBB-B9E2-40B1AA184B57}" srcOrd="8" destOrd="0" presId="urn:microsoft.com/office/officeart/2005/8/layout/default"/>
    <dgm:cxn modelId="{C48FCD87-E30D-4420-B160-8D4CA7590048}" type="presParOf" srcId="{D7704EF9-08D8-4A9C-BC18-5009F51F5F0A}" destId="{2DD9E67D-5554-4F8A-861D-00C40BAE113C}" srcOrd="9" destOrd="0" presId="urn:microsoft.com/office/officeart/2005/8/layout/default"/>
    <dgm:cxn modelId="{AF06158C-B843-4B9F-AA9A-4756DCF32547}" type="presParOf" srcId="{D7704EF9-08D8-4A9C-BC18-5009F51F5F0A}" destId="{CC942455-92CA-4FAB-B732-26E734EDB6DC}" srcOrd="10" destOrd="0" presId="urn:microsoft.com/office/officeart/2005/8/layout/default"/>
    <dgm:cxn modelId="{3A94A382-7F0C-4359-AD6B-59D270B0E117}" type="presParOf" srcId="{D7704EF9-08D8-4A9C-BC18-5009F51F5F0A}" destId="{9F019C0B-06C0-4398-B508-CF4D4F47FAAA}" srcOrd="11" destOrd="0" presId="urn:microsoft.com/office/officeart/2005/8/layout/default"/>
    <dgm:cxn modelId="{6BC12351-FF49-47AD-9181-DD1ABBE644B8}" type="presParOf" srcId="{D7704EF9-08D8-4A9C-BC18-5009F51F5F0A}" destId="{921DBFD4-A8FD-4316-8E7F-22155DF25E7A}" srcOrd="12" destOrd="0" presId="urn:microsoft.com/office/officeart/2005/8/layout/default"/>
    <dgm:cxn modelId="{F18DBCA4-6086-4196-911E-586F9F1E9E2F}" type="presParOf" srcId="{D7704EF9-08D8-4A9C-BC18-5009F51F5F0A}" destId="{3C187BE3-919D-488E-B89A-72047B180DDD}" srcOrd="13" destOrd="0" presId="urn:microsoft.com/office/officeart/2005/8/layout/default"/>
    <dgm:cxn modelId="{61B86158-4F6D-4AE4-9FD6-8C8D8F7CA0AF}" type="presParOf" srcId="{D7704EF9-08D8-4A9C-BC18-5009F51F5F0A}" destId="{AF8DAAA0-1FA5-45D2-AE85-22072233801D}" srcOrd="14" destOrd="0" presId="urn:microsoft.com/office/officeart/2005/8/layout/default"/>
    <dgm:cxn modelId="{925324B0-0B64-42F9-A220-7E196CDF5415}" type="presParOf" srcId="{D7704EF9-08D8-4A9C-BC18-5009F51F5F0A}" destId="{9426515B-905A-47A0-9AF4-F9B095761FC8}" srcOrd="15" destOrd="0" presId="urn:microsoft.com/office/officeart/2005/8/layout/default"/>
    <dgm:cxn modelId="{EC0AD8DE-3530-4CDD-9C4A-72C9B080D7D0}" type="presParOf" srcId="{D7704EF9-08D8-4A9C-BC18-5009F51F5F0A}" destId="{B9C225E0-B224-4A4B-BB33-9B544CBAB280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C1096D0-70EC-4EB9-B0BA-DF541250C54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A277F67-9CB0-4D23-B3CA-C08AC65E1130}">
      <dgm:prSet phldrT="[Текст]" custT="1"/>
      <dgm:spPr/>
      <dgm:t>
        <a:bodyPr/>
        <a:lstStyle/>
        <a:p>
          <a:r>
            <a:rPr lang="ru-RU" sz="3200" dirty="0" smtClean="0">
              <a:latin typeface="Times New Roman" pitchFamily="18" charset="0"/>
              <a:cs typeface="Times New Roman" pitchFamily="18" charset="0"/>
            </a:rPr>
            <a:t>Устройства промышленного интернета</a:t>
          </a:r>
          <a:r>
            <a:rPr lang="en-US" sz="3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3200" dirty="0" smtClean="0">
              <a:latin typeface="Times New Roman" pitchFamily="18" charset="0"/>
              <a:cs typeface="Times New Roman" pitchFamily="18" charset="0"/>
            </a:rPr>
            <a:t>вещей имеют доступ в защищенную</a:t>
          </a:r>
          <a:r>
            <a:rPr lang="en-US" sz="3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3200" dirty="0" smtClean="0">
              <a:latin typeface="Times New Roman" pitchFamily="18" charset="0"/>
              <a:cs typeface="Times New Roman" pitchFamily="18" charset="0"/>
            </a:rPr>
            <a:t>технологическую сеть предприятия,</a:t>
          </a:r>
          <a:r>
            <a:rPr lang="en-US" sz="3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3200" dirty="0" smtClean="0">
              <a:latin typeface="Times New Roman" pitchFamily="18" charset="0"/>
              <a:cs typeface="Times New Roman" pitchFamily="18" charset="0"/>
            </a:rPr>
            <a:t>а их утечка минимально вероятна</a:t>
          </a:r>
          <a:endParaRPr lang="ru-RU" sz="3200" dirty="0">
            <a:latin typeface="Times New Roman" pitchFamily="18" charset="0"/>
            <a:cs typeface="Times New Roman" pitchFamily="18" charset="0"/>
          </a:endParaRPr>
        </a:p>
      </dgm:t>
    </dgm:pt>
    <dgm:pt modelId="{BAAA3D29-3529-402A-8FA7-CE96CC6C5B22}" type="parTrans" cxnId="{D4475444-F12A-4FBF-8492-28FB728E229D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5A972DA2-C4E1-478F-98D5-E446AD4D476C}" type="sibTrans" cxnId="{D4475444-F12A-4FBF-8492-28FB728E229D}">
      <dgm:prSet/>
      <dgm:spPr/>
      <dgm:t>
        <a:bodyPr/>
        <a:lstStyle/>
        <a:p>
          <a:endParaRPr lang="ru-RU" sz="3600">
            <a:latin typeface="Times New Roman" pitchFamily="18" charset="0"/>
            <a:cs typeface="Times New Roman" pitchFamily="18" charset="0"/>
          </a:endParaRPr>
        </a:p>
      </dgm:t>
    </dgm:pt>
    <dgm:pt modelId="{D7704EF9-08D8-4A9C-BC18-5009F51F5F0A}" type="pres">
      <dgm:prSet presAssocID="{5C1096D0-70EC-4EB9-B0BA-DF541250C54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5491BF0-4288-4326-B39A-31E2128A36F1}" type="pres">
      <dgm:prSet presAssocID="{BA277F67-9CB0-4D23-B3CA-C08AC65E1130}" presName="node" presStyleLbl="node1" presStyleIdx="0" presStyleCnt="1" custScaleX="1219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5F3C073-0594-4C36-90F3-B147B15FE402}" type="presOf" srcId="{BA277F67-9CB0-4D23-B3CA-C08AC65E1130}" destId="{F5491BF0-4288-4326-B39A-31E2128A36F1}" srcOrd="0" destOrd="0" presId="urn:microsoft.com/office/officeart/2005/8/layout/default"/>
    <dgm:cxn modelId="{D4475444-F12A-4FBF-8492-28FB728E229D}" srcId="{5C1096D0-70EC-4EB9-B0BA-DF541250C547}" destId="{BA277F67-9CB0-4D23-B3CA-C08AC65E1130}" srcOrd="0" destOrd="0" parTransId="{BAAA3D29-3529-402A-8FA7-CE96CC6C5B22}" sibTransId="{5A972DA2-C4E1-478F-98D5-E446AD4D476C}"/>
    <dgm:cxn modelId="{BCFC6D7A-34F0-4A04-B928-947EE32BAF79}" type="presOf" srcId="{5C1096D0-70EC-4EB9-B0BA-DF541250C547}" destId="{D7704EF9-08D8-4A9C-BC18-5009F51F5F0A}" srcOrd="0" destOrd="0" presId="urn:microsoft.com/office/officeart/2005/8/layout/default"/>
    <dgm:cxn modelId="{C351B8D2-B239-442A-9837-3DE40F1B53B9}" type="presParOf" srcId="{D7704EF9-08D8-4A9C-BC18-5009F51F5F0A}" destId="{F5491BF0-4288-4326-B39A-31E2128A36F1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56385-DD25-4F43-BB45-11441D3D4BC8}">
      <dsp:nvSpPr>
        <dsp:cNvPr id="0" name=""/>
        <dsp:cNvSpPr/>
      </dsp:nvSpPr>
      <dsp:spPr>
        <a:xfrm>
          <a:off x="840502" y="1721"/>
          <a:ext cx="3078793" cy="18472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>
              <a:latin typeface="Times New Roman" pitchFamily="18" charset="0"/>
              <a:cs typeface="Times New Roman" pitchFamily="18" charset="0"/>
            </a:rPr>
            <a:t>сеть связи общего пользования;</a:t>
          </a:r>
          <a:endParaRPr lang="ru-RU" sz="21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40502" y="1721"/>
        <a:ext cx="3078793" cy="1847276"/>
      </dsp:txXfrm>
    </dsp:sp>
    <dsp:sp modelId="{E6ECEAD8-DE27-45D7-B1E2-28B3533CE5B4}">
      <dsp:nvSpPr>
        <dsp:cNvPr id="0" name=""/>
        <dsp:cNvSpPr/>
      </dsp:nvSpPr>
      <dsp:spPr>
        <a:xfrm>
          <a:off x="4227176" y="1721"/>
          <a:ext cx="3078793" cy="18472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>
              <a:latin typeface="Times New Roman" pitchFamily="18" charset="0"/>
              <a:cs typeface="Times New Roman" pitchFamily="18" charset="0"/>
            </a:rPr>
            <a:t>выделенные сети связи;</a:t>
          </a:r>
          <a:endParaRPr lang="ru-RU" sz="21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27176" y="1721"/>
        <a:ext cx="3078793" cy="1847276"/>
      </dsp:txXfrm>
    </dsp:sp>
    <dsp:sp modelId="{2FDFAA50-6A15-4666-9277-56644EFBD538}">
      <dsp:nvSpPr>
        <dsp:cNvPr id="0" name=""/>
        <dsp:cNvSpPr/>
      </dsp:nvSpPr>
      <dsp:spPr>
        <a:xfrm>
          <a:off x="840502" y="2156877"/>
          <a:ext cx="3078793" cy="18472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>
              <a:latin typeface="Times New Roman" pitchFamily="18" charset="0"/>
              <a:cs typeface="Times New Roman" pitchFamily="18" charset="0"/>
            </a:rPr>
            <a:t>технологические сети связи, присоединенные к сети связи общего пользования;</a:t>
          </a:r>
          <a:endParaRPr lang="ru-RU" sz="21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40502" y="2156877"/>
        <a:ext cx="3078793" cy="1847276"/>
      </dsp:txXfrm>
    </dsp:sp>
    <dsp:sp modelId="{37BCD49B-F480-4614-A476-65B02360C616}">
      <dsp:nvSpPr>
        <dsp:cNvPr id="0" name=""/>
        <dsp:cNvSpPr/>
      </dsp:nvSpPr>
      <dsp:spPr>
        <a:xfrm>
          <a:off x="4227176" y="2156877"/>
          <a:ext cx="3078793" cy="18472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>
              <a:latin typeface="Times New Roman" pitchFamily="18" charset="0"/>
              <a:cs typeface="Times New Roman" pitchFamily="18" charset="0"/>
            </a:rPr>
            <a:t>сети связи специального назначения и другие сети связи для передачи информации при помощи электромагнитных систем.</a:t>
          </a:r>
          <a:endParaRPr lang="ru-RU" sz="21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27176" y="2156877"/>
        <a:ext cx="3078793" cy="1847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C8C1C-F06A-4AFA-A100-4A3F92E5247E}">
      <dsp:nvSpPr>
        <dsp:cNvPr id="0" name=""/>
        <dsp:cNvSpPr/>
      </dsp:nvSpPr>
      <dsp:spPr>
        <a:xfrm>
          <a:off x="0" y="883483"/>
          <a:ext cx="2723284" cy="1633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единые каналы связи;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883483"/>
        <a:ext cx="2723284" cy="1633970"/>
      </dsp:txXfrm>
    </dsp:sp>
    <dsp:sp modelId="{2B45E80D-A9E1-4D3D-877F-81932B3B88A7}">
      <dsp:nvSpPr>
        <dsp:cNvPr id="0" name=""/>
        <dsp:cNvSpPr/>
      </dsp:nvSpPr>
      <dsp:spPr>
        <a:xfrm>
          <a:off x="2995612" y="883483"/>
          <a:ext cx="2723284" cy="1633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сеть должна строиться на базе открытых стандартов и интерфейсов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95612" y="883483"/>
        <a:ext cx="2723284" cy="1633970"/>
      </dsp:txXfrm>
    </dsp:sp>
    <dsp:sp modelId="{FBB30210-C8F7-47B4-8962-59D22F6A7219}">
      <dsp:nvSpPr>
        <dsp:cNvPr id="0" name=""/>
        <dsp:cNvSpPr/>
      </dsp:nvSpPr>
      <dsp:spPr>
        <a:xfrm>
          <a:off x="5991224" y="883483"/>
          <a:ext cx="2723284" cy="1633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сеть должна быть сетью с коммутацией пакетов (цифровая)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91224" y="883483"/>
        <a:ext cx="2723284" cy="16339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C8C1C-F06A-4AFA-A100-4A3F92E5247E}">
      <dsp:nvSpPr>
        <dsp:cNvPr id="0" name=""/>
        <dsp:cNvSpPr/>
      </dsp:nvSpPr>
      <dsp:spPr>
        <a:xfrm>
          <a:off x="0" y="2"/>
          <a:ext cx="4033240" cy="7850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Проводная связь (кабель: оптический или медный)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2"/>
        <a:ext cx="4033240" cy="785071"/>
      </dsp:txXfrm>
    </dsp:sp>
    <dsp:sp modelId="{5F9965A6-A5DC-480C-BB54-04DE3861E72B}">
      <dsp:nvSpPr>
        <dsp:cNvPr id="0" name=""/>
        <dsp:cNvSpPr/>
      </dsp:nvSpPr>
      <dsp:spPr>
        <a:xfrm>
          <a:off x="4552011" y="293"/>
          <a:ext cx="3774572" cy="7850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Беспроводная связь </a:t>
          </a:r>
        </a:p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(по воздуху)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52011" y="293"/>
        <a:ext cx="3774572" cy="7850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A267D-56FF-4FDC-90B0-9A2C5660D4E7}">
      <dsp:nvSpPr>
        <dsp:cNvPr id="0" name=""/>
        <dsp:cNvSpPr/>
      </dsp:nvSpPr>
      <dsp:spPr>
        <a:xfrm>
          <a:off x="0" y="0"/>
          <a:ext cx="3976262" cy="819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Лицензируемая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0"/>
        <a:ext cx="3976262" cy="819647"/>
      </dsp:txXfrm>
    </dsp:sp>
    <dsp:sp modelId="{E59E93FF-5262-48C8-A523-142FF6286966}">
      <dsp:nvSpPr>
        <dsp:cNvPr id="0" name=""/>
        <dsp:cNvSpPr/>
      </dsp:nvSpPr>
      <dsp:spPr>
        <a:xfrm>
          <a:off x="4471682" y="0"/>
          <a:ext cx="3854899" cy="819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 smtClean="0">
              <a:latin typeface="Times New Roman" pitchFamily="18" charset="0"/>
              <a:cs typeface="Times New Roman" pitchFamily="18" charset="0"/>
            </a:rPr>
            <a:t>Нелицензируемая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71682" y="0"/>
        <a:ext cx="3854899" cy="8196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99731-1F4E-433F-87CF-52EC5FB8C9E2}">
      <dsp:nvSpPr>
        <dsp:cNvPr id="0" name=""/>
        <dsp:cNvSpPr/>
      </dsp:nvSpPr>
      <dsp:spPr>
        <a:xfrm>
          <a:off x="240181" y="2635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Bluetooth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Энергоэффективная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беспроводная связь устройств на расстоянии до 100 метров.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40181" y="2635"/>
        <a:ext cx="2594818" cy="1556890"/>
      </dsp:txXfrm>
    </dsp:sp>
    <dsp:sp modelId="{8FABE9FB-CFDB-4CCF-B338-DC9804B8F3E6}">
      <dsp:nvSpPr>
        <dsp:cNvPr id="0" name=""/>
        <dsp:cNvSpPr/>
      </dsp:nvSpPr>
      <dsp:spPr>
        <a:xfrm>
          <a:off x="3094481" y="2635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>
              <a:latin typeface="Times New Roman" pitchFamily="18" charset="0"/>
              <a:cs typeface="Times New Roman" pitchFamily="18" charset="0"/>
            </a:rPr>
            <a:t>LoRa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err="1" smtClean="0">
              <a:latin typeface="Times New Roman" pitchFamily="18" charset="0"/>
              <a:cs typeface="Times New Roman" pitchFamily="18" charset="0"/>
            </a:rPr>
            <a:t>LoRa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 (Long Range),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представляет собой метод модуляции, который обеспечивает значительно б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ó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льшую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дальность связи (зону покрытия).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94481" y="2635"/>
        <a:ext cx="2594818" cy="1556890"/>
      </dsp:txXfrm>
    </dsp:sp>
    <dsp:sp modelId="{2F22A51D-C1C4-4B26-A5BE-ACA606076E11}">
      <dsp:nvSpPr>
        <dsp:cNvPr id="0" name=""/>
        <dsp:cNvSpPr/>
      </dsp:nvSpPr>
      <dsp:spPr>
        <a:xfrm>
          <a:off x="5948781" y="2635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>
              <a:latin typeface="Times New Roman" pitchFamily="18" charset="0"/>
              <a:cs typeface="Times New Roman" pitchFamily="18" charset="0"/>
            </a:rPr>
            <a:t>LoWPAN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Low power Wireless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Personal Area Networks,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беспроводные локальные сети с низким уровнем энергопотребления.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48781" y="2635"/>
        <a:ext cx="2594818" cy="1556890"/>
      </dsp:txXfrm>
    </dsp:sp>
    <dsp:sp modelId="{5FD8FDD5-DC52-4263-A57E-353FE7DA1209}">
      <dsp:nvSpPr>
        <dsp:cNvPr id="0" name=""/>
        <dsp:cNvSpPr/>
      </dsp:nvSpPr>
      <dsp:spPr>
        <a:xfrm>
          <a:off x="240181" y="1819008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NFC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Near Field Communication,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технология беспроводной передачи данных малого радиуса действия, между устройствами, находящимися на расстоянии около 10 сантиметров.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40181" y="1819008"/>
        <a:ext cx="2594818" cy="1556890"/>
      </dsp:txXfrm>
    </dsp:sp>
    <dsp:sp modelId="{2AA61696-74D5-4D0D-83C1-62F82F324A58}">
      <dsp:nvSpPr>
        <dsp:cNvPr id="0" name=""/>
        <dsp:cNvSpPr/>
      </dsp:nvSpPr>
      <dsp:spPr>
        <a:xfrm>
          <a:off x="3094481" y="1819008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RFID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Способ автоматической идентификации объектов, в котором посредством радиосигналов считываются или записываются данные, хранящиеся в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RFID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метках.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94481" y="1819008"/>
        <a:ext cx="2594818" cy="1556890"/>
      </dsp:txXfrm>
    </dsp:sp>
    <dsp:sp modelId="{926AAE78-5DDC-4CB0-9821-8AE3EDB480B7}">
      <dsp:nvSpPr>
        <dsp:cNvPr id="0" name=""/>
        <dsp:cNvSpPr/>
      </dsp:nvSpPr>
      <dsp:spPr>
        <a:xfrm>
          <a:off x="5948781" y="1819008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NB-</a:t>
          </a:r>
          <a:r>
            <a:rPr lang="en-US" sz="1400" kern="12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Narrow Band Internet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of Things, 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стандарт сотовой связи для устройств телеметрии с низкими объемами обмена данными.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48781" y="1819008"/>
        <a:ext cx="2594818" cy="1556890"/>
      </dsp:txXfrm>
    </dsp:sp>
    <dsp:sp modelId="{734BE3EE-6395-4E16-A1E3-C482AC38600E}">
      <dsp:nvSpPr>
        <dsp:cNvPr id="0" name=""/>
        <dsp:cNvSpPr/>
      </dsp:nvSpPr>
      <dsp:spPr>
        <a:xfrm>
          <a:off x="240181" y="3635380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LTE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Long Term Evolution,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стандарт сотовой связи четвертого поколения (4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G).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40181" y="3635380"/>
        <a:ext cx="2594818" cy="1556890"/>
      </dsp:txXfrm>
    </dsp:sp>
    <dsp:sp modelId="{D8893747-37C5-4E10-B28A-800CFC2E46A3}">
      <dsp:nvSpPr>
        <dsp:cNvPr id="0" name=""/>
        <dsp:cNvSpPr/>
      </dsp:nvSpPr>
      <dsp:spPr>
        <a:xfrm>
          <a:off x="3094481" y="3635380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BLE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Bluetooth Low Energy,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версия с низким энергопотреблением.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94481" y="3635380"/>
        <a:ext cx="2594818" cy="1556890"/>
      </dsp:txXfrm>
    </dsp:sp>
    <dsp:sp modelId="{B0D21F6B-937F-40E0-B095-8B47F11D50D2}">
      <dsp:nvSpPr>
        <dsp:cNvPr id="0" name=""/>
        <dsp:cNvSpPr/>
      </dsp:nvSpPr>
      <dsp:spPr>
        <a:xfrm>
          <a:off x="5948781" y="3635380"/>
          <a:ext cx="2594818" cy="1556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LP-WAN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Low-power </a:t>
          </a:r>
          <a:r>
            <a:rPr lang="en-US" sz="1400" kern="1200" dirty="0" err="1" smtClean="0">
              <a:latin typeface="Times New Roman" pitchFamily="18" charset="0"/>
              <a:cs typeface="Times New Roman" pitchFamily="18" charset="0"/>
            </a:rPr>
            <a:t>Widearea</a:t>
          </a:r>
          <a:r>
            <a:rPr lang="en-US" sz="1400" kern="1200" dirty="0" smtClean="0">
              <a:latin typeface="Times New Roman" pitchFamily="18" charset="0"/>
              <a:cs typeface="Times New Roman" pitchFamily="18" charset="0"/>
            </a:rPr>
            <a:t> Network,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энергоэффективная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сеть дальнего радиуса действия.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48781" y="3635380"/>
        <a:ext cx="2594818" cy="15568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D74C33-0C52-48CA-9C06-65B2A4D9F532}">
      <dsp:nvSpPr>
        <dsp:cNvPr id="0" name=""/>
        <dsp:cNvSpPr/>
      </dsp:nvSpPr>
      <dsp:spPr>
        <a:xfrm>
          <a:off x="0" y="705977"/>
          <a:ext cx="2762250" cy="1657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Система дистанционного контроля и управления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705977"/>
        <a:ext cx="2762250" cy="1657349"/>
      </dsp:txXfrm>
    </dsp:sp>
    <dsp:sp modelId="{3533E9ED-F61B-41A7-9C72-C1E8526DDB1E}">
      <dsp:nvSpPr>
        <dsp:cNvPr id="0" name=""/>
        <dsp:cNvSpPr/>
      </dsp:nvSpPr>
      <dsp:spPr>
        <a:xfrm>
          <a:off x="3038474" y="705977"/>
          <a:ext cx="2762250" cy="1657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Система групповой радиосвязи </a:t>
          </a:r>
          <a:r>
            <a:rPr lang="en-US" sz="2200" kern="1200" dirty="0" smtClean="0">
              <a:latin typeface="Times New Roman" pitchFamily="18" charset="0"/>
              <a:cs typeface="Times New Roman" pitchFamily="18" charset="0"/>
            </a:rPr>
            <a:t>(MC-PTT)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38474" y="705977"/>
        <a:ext cx="2762250" cy="1657349"/>
      </dsp:txXfrm>
    </dsp:sp>
    <dsp:sp modelId="{6BCEF056-71E4-4F4A-AC1D-C6A5CC60A19A}">
      <dsp:nvSpPr>
        <dsp:cNvPr id="0" name=""/>
        <dsp:cNvSpPr/>
      </dsp:nvSpPr>
      <dsp:spPr>
        <a:xfrm>
          <a:off x="6076950" y="705977"/>
          <a:ext cx="2762250" cy="1657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Система технологического видеонаблюдения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076950" y="705977"/>
        <a:ext cx="2762250" cy="1657349"/>
      </dsp:txXfrm>
    </dsp:sp>
    <dsp:sp modelId="{88AB1B83-39F7-49E0-AB28-16D73AB0F720}">
      <dsp:nvSpPr>
        <dsp:cNvPr id="0" name=""/>
        <dsp:cNvSpPr/>
      </dsp:nvSpPr>
      <dsp:spPr>
        <a:xfrm>
          <a:off x="0" y="2639552"/>
          <a:ext cx="2762250" cy="1657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Охрана труда и безопасность сотрудников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2639552"/>
        <a:ext cx="2762250" cy="1657349"/>
      </dsp:txXfrm>
    </dsp:sp>
    <dsp:sp modelId="{253AF480-007B-45AE-AF9D-DC460E796902}">
      <dsp:nvSpPr>
        <dsp:cNvPr id="0" name=""/>
        <dsp:cNvSpPr/>
      </dsp:nvSpPr>
      <dsp:spPr>
        <a:xfrm>
          <a:off x="3038474" y="2639552"/>
          <a:ext cx="2762250" cy="1657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Система дополненной реальности (удаленный помощник)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38474" y="2639552"/>
        <a:ext cx="2762250" cy="1657349"/>
      </dsp:txXfrm>
    </dsp:sp>
    <dsp:sp modelId="{803DB8D5-83F3-4321-A470-D02AE97B17F1}">
      <dsp:nvSpPr>
        <dsp:cNvPr id="0" name=""/>
        <dsp:cNvSpPr/>
      </dsp:nvSpPr>
      <dsp:spPr>
        <a:xfrm>
          <a:off x="6076950" y="2639552"/>
          <a:ext cx="2762250" cy="1657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smtClean="0">
              <a:latin typeface="Times New Roman" pitchFamily="18" charset="0"/>
              <a:cs typeface="Times New Roman" pitchFamily="18" charset="0"/>
            </a:rPr>
            <a:t>Автономное управление техникой</a:t>
          </a:r>
          <a:endParaRPr lang="ru-RU" sz="2200" kern="1200">
            <a:latin typeface="Times New Roman" pitchFamily="18" charset="0"/>
            <a:cs typeface="Times New Roman" pitchFamily="18" charset="0"/>
          </a:endParaRPr>
        </a:p>
      </dsp:txBody>
      <dsp:txXfrm>
        <a:off x="6076950" y="2639552"/>
        <a:ext cx="2762250" cy="16573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91BF0-4288-4326-B39A-31E2128A36F1}">
      <dsp:nvSpPr>
        <dsp:cNvPr id="0" name=""/>
        <dsp:cNvSpPr/>
      </dsp:nvSpPr>
      <dsp:spPr>
        <a:xfrm>
          <a:off x="748138" y="2617"/>
          <a:ext cx="2811544" cy="1383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Сенсоры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трансформируют физические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данные в электронные 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48138" y="2617"/>
        <a:ext cx="2811544" cy="1383679"/>
      </dsp:txXfrm>
    </dsp:sp>
    <dsp:sp modelId="{C443D8A7-9DDE-4ABC-8431-CAAFD11F312A}">
      <dsp:nvSpPr>
        <dsp:cNvPr id="0" name=""/>
        <dsp:cNvSpPr/>
      </dsp:nvSpPr>
      <dsp:spPr>
        <a:xfrm>
          <a:off x="3790296" y="2617"/>
          <a:ext cx="4273055" cy="1383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Актуаторы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производят необходимые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воздействия на объект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790296" y="2617"/>
        <a:ext cx="4273055" cy="1383679"/>
      </dsp:txXfrm>
    </dsp:sp>
    <dsp:sp modelId="{8145FDA4-BAAD-4BA0-B86D-52A2947C2E58}">
      <dsp:nvSpPr>
        <dsp:cNvPr id="0" name=""/>
        <dsp:cNvSpPr/>
      </dsp:nvSpPr>
      <dsp:spPr>
        <a:xfrm>
          <a:off x="774912" y="1617892"/>
          <a:ext cx="2785508" cy="1383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Сеть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обеспечивает связь между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устройствами и платформой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74912" y="1617892"/>
        <a:ext cx="2785508" cy="1383679"/>
      </dsp:txXfrm>
    </dsp:sp>
    <dsp:sp modelId="{EF5AE12C-4BC4-4534-9BB0-39C664A59819}">
      <dsp:nvSpPr>
        <dsp:cNvPr id="0" name=""/>
        <dsp:cNvSpPr/>
      </dsp:nvSpPr>
      <dsp:spPr>
        <a:xfrm>
          <a:off x="3764260" y="1616910"/>
          <a:ext cx="4299092" cy="1383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Платформа </a:t>
          </a:r>
          <a:r>
            <a:rPr lang="en-US" sz="1600" kern="12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это набор интегрированных программных возможностей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для управления устройствами и обработки данных.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Обеспечивает оперативную видимость и контроль за</a:t>
          </a:r>
          <a:r>
            <a:rPr lang="en-US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заводами, объектами, инфраструктурой и оборудованием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764260" y="1616910"/>
        <a:ext cx="4299092" cy="13836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91BF0-4288-4326-B39A-31E2128A36F1}">
      <dsp:nvSpPr>
        <dsp:cNvPr id="0" name=""/>
        <dsp:cNvSpPr/>
      </dsp:nvSpPr>
      <dsp:spPr>
        <a:xfrm>
          <a:off x="7190" y="92498"/>
          <a:ext cx="3136760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itchFamily="18" charset="0"/>
              <a:cs typeface="Times New Roman" pitchFamily="18" charset="0"/>
            </a:rPr>
            <a:t>1 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Сенсоры</a:t>
          </a:r>
          <a:r>
            <a:rPr lang="en-US" sz="2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трансформируют Профилактическое обслуживание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190" y="92498"/>
        <a:ext cx="3136760" cy="1543731"/>
      </dsp:txXfrm>
    </dsp:sp>
    <dsp:sp modelId="{3ED19058-2346-4DAF-965D-1ECC167FC59A}">
      <dsp:nvSpPr>
        <dsp:cNvPr id="0" name=""/>
        <dsp:cNvSpPr/>
      </dsp:nvSpPr>
      <dsp:spPr>
        <a:xfrm>
          <a:off x="3401239" y="92498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2 Контроль качества</a:t>
          </a:r>
        </a:p>
      </dsp:txBody>
      <dsp:txXfrm>
        <a:off x="3401239" y="92498"/>
        <a:ext cx="2572886" cy="1543731"/>
      </dsp:txXfrm>
    </dsp:sp>
    <dsp:sp modelId="{FE1358D2-A646-4D83-AA36-56AB430B7C75}">
      <dsp:nvSpPr>
        <dsp:cNvPr id="0" name=""/>
        <dsp:cNvSpPr/>
      </dsp:nvSpPr>
      <dsp:spPr>
        <a:xfrm>
          <a:off x="6231414" y="92498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3 Управление цепочками поставок</a:t>
          </a:r>
        </a:p>
      </dsp:txBody>
      <dsp:txXfrm>
        <a:off x="6231414" y="92498"/>
        <a:ext cx="2572886" cy="1543731"/>
      </dsp:txXfrm>
    </dsp:sp>
    <dsp:sp modelId="{F1C0B6CA-90AC-48CE-B244-EB5096549937}">
      <dsp:nvSpPr>
        <dsp:cNvPr id="0" name=""/>
        <dsp:cNvSpPr/>
      </dsp:nvSpPr>
      <dsp:spPr>
        <a:xfrm>
          <a:off x="289127" y="1893519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4 Прослеживание активов</a:t>
          </a:r>
        </a:p>
      </dsp:txBody>
      <dsp:txXfrm>
        <a:off x="289127" y="1893519"/>
        <a:ext cx="2572886" cy="1543731"/>
      </dsp:txXfrm>
    </dsp:sp>
    <dsp:sp modelId="{9D922AB0-DA2C-4DBB-B9E2-40B1AA184B57}">
      <dsp:nvSpPr>
        <dsp:cNvPr id="0" name=""/>
        <dsp:cNvSpPr/>
      </dsp:nvSpPr>
      <dsp:spPr>
        <a:xfrm>
          <a:off x="3119302" y="1893519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5 Дистанционное управление оборудованием и производством</a:t>
          </a:r>
        </a:p>
      </dsp:txBody>
      <dsp:txXfrm>
        <a:off x="3119302" y="1893519"/>
        <a:ext cx="2572886" cy="1543731"/>
      </dsp:txXfrm>
    </dsp:sp>
    <dsp:sp modelId="{CC942455-92CA-4FAB-B732-26E734EDB6DC}">
      <dsp:nvSpPr>
        <dsp:cNvPr id="0" name=""/>
        <dsp:cNvSpPr/>
      </dsp:nvSpPr>
      <dsp:spPr>
        <a:xfrm>
          <a:off x="5949477" y="1893519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6 Управление энергетикой</a:t>
          </a:r>
        </a:p>
      </dsp:txBody>
      <dsp:txXfrm>
        <a:off x="5949477" y="1893519"/>
        <a:ext cx="2572886" cy="1543731"/>
      </dsp:txXfrm>
    </dsp:sp>
    <dsp:sp modelId="{921DBFD4-A8FD-4316-8E7F-22155DF25E7A}">
      <dsp:nvSpPr>
        <dsp:cNvPr id="0" name=""/>
        <dsp:cNvSpPr/>
      </dsp:nvSpPr>
      <dsp:spPr>
        <a:xfrm>
          <a:off x="289127" y="3694539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7 Автоматизация</a:t>
          </a:r>
        </a:p>
      </dsp:txBody>
      <dsp:txXfrm>
        <a:off x="289127" y="3694539"/>
        <a:ext cx="2572886" cy="1543731"/>
      </dsp:txXfrm>
    </dsp:sp>
    <dsp:sp modelId="{AF8DAAA0-1FA5-45D2-AE85-22072233801D}">
      <dsp:nvSpPr>
        <dsp:cNvPr id="0" name=""/>
        <dsp:cNvSpPr/>
      </dsp:nvSpPr>
      <dsp:spPr>
        <a:xfrm>
          <a:off x="3119302" y="3694539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8 Оптимизация процессов и расширенная аналитика</a:t>
          </a:r>
        </a:p>
      </dsp:txBody>
      <dsp:txXfrm>
        <a:off x="3119302" y="3694539"/>
        <a:ext cx="2572886" cy="1543731"/>
      </dsp:txXfrm>
    </dsp:sp>
    <dsp:sp modelId="{B9C225E0-B224-4A4B-BB33-9B544CBAB280}">
      <dsp:nvSpPr>
        <dsp:cNvPr id="0" name=""/>
        <dsp:cNvSpPr/>
      </dsp:nvSpPr>
      <dsp:spPr>
        <a:xfrm>
          <a:off x="5949477" y="3694539"/>
          <a:ext cx="2572886" cy="154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9 Контроль безопасности</a:t>
          </a:r>
        </a:p>
      </dsp:txBody>
      <dsp:txXfrm>
        <a:off x="5949477" y="3694539"/>
        <a:ext cx="2572886" cy="154373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91BF0-4288-4326-B39A-31E2128A36F1}">
      <dsp:nvSpPr>
        <dsp:cNvPr id="0" name=""/>
        <dsp:cNvSpPr/>
      </dsp:nvSpPr>
      <dsp:spPr>
        <a:xfrm>
          <a:off x="4839" y="499513"/>
          <a:ext cx="8801812" cy="4331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latin typeface="Times New Roman" pitchFamily="18" charset="0"/>
              <a:cs typeface="Times New Roman" pitchFamily="18" charset="0"/>
            </a:rPr>
            <a:t>Устройства промышленного интернета</a:t>
          </a:r>
          <a:r>
            <a:rPr lang="en-US" sz="32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3200" kern="1200" dirty="0" smtClean="0">
              <a:latin typeface="Times New Roman" pitchFamily="18" charset="0"/>
              <a:cs typeface="Times New Roman" pitchFamily="18" charset="0"/>
            </a:rPr>
            <a:t>вещей имеют доступ в защищенную</a:t>
          </a:r>
          <a:r>
            <a:rPr lang="en-US" sz="32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3200" kern="1200" dirty="0" smtClean="0">
              <a:latin typeface="Times New Roman" pitchFamily="18" charset="0"/>
              <a:cs typeface="Times New Roman" pitchFamily="18" charset="0"/>
            </a:rPr>
            <a:t>технологическую сеть предприятия,</a:t>
          </a:r>
          <a:r>
            <a:rPr lang="en-US" sz="32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3200" kern="1200" dirty="0" smtClean="0">
              <a:latin typeface="Times New Roman" pitchFamily="18" charset="0"/>
              <a:cs typeface="Times New Roman" pitchFamily="18" charset="0"/>
            </a:rPr>
            <a:t>а их утечка минимально вероятна</a:t>
          </a:r>
          <a:endParaRPr lang="ru-RU" sz="3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839" y="499513"/>
        <a:ext cx="8801812" cy="4331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2708565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037" y="2048705"/>
            <a:ext cx="7372350" cy="2192553"/>
          </a:xfrm>
        </p:spPr>
        <p:txBody>
          <a:bodyPr/>
          <a:lstStyle/>
          <a:p>
            <a:r>
              <a:rPr lang="ru-RU" sz="4400" b="0" dirty="0">
                <a:latin typeface="Times New Roman"/>
                <a:ea typeface="Times New Roman"/>
              </a:rPr>
              <a:t>Беспилотные технологии цифровой трансформации производственных процессов </a:t>
            </a:r>
            <a:endParaRPr lang="ru-RU" sz="4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Инфраструктура связи и навигации.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Основа интернета вещей и специфика промышленного применения.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Промышленный интернет вещей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Примеры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внедрения из разных отраслей.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Большие данные. Создание инфраструктуры для хранения данных.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Облачные вычисления и их применение в реальном секторе экономики.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Машинное обучение и искусственный интеллект.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Виртуальная и дополненная реальность.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Технология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блокчейн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Дроны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Автономное лазерное сканирование.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Структура связи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0588" y="919094"/>
            <a:ext cx="38304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Технологическая сеть связи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7818" y="1383268"/>
            <a:ext cx="87145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Сеть связи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технологическая система, включающая в себя средства и линии связи и предназначенная для электросвязи или почтовой связи (ФЗ «О Связи»)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139824" y="216809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Выделено 4 типа сети связи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2957591906"/>
              </p:ext>
            </p:extLst>
          </p:nvPr>
        </p:nvGraphicFramePr>
        <p:xfrm>
          <a:off x="616527" y="2558322"/>
          <a:ext cx="8146473" cy="400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087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Структура связи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0588" y="919094"/>
            <a:ext cx="38304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Технологическая сеть связи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7818" y="1383268"/>
            <a:ext cx="87145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Технологическая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сеть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связи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предназначены 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обеспечения производственной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деятельности организаций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управления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технологическими процессами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производстве.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279072" y="2583597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Основные требования к сетям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79035943"/>
              </p:ext>
            </p:extLst>
          </p:nvPr>
        </p:nvGraphicFramePr>
        <p:xfrm>
          <a:off x="207817" y="3079760"/>
          <a:ext cx="8714509" cy="340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225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Требования технологий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510588" y="164148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 типу доступа абонентов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345859966"/>
              </p:ext>
            </p:extLst>
          </p:nvPr>
        </p:nvGraphicFramePr>
        <p:xfrm>
          <a:off x="207817" y="2470160"/>
          <a:ext cx="8714509" cy="785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2510588" y="3872253"/>
            <a:ext cx="37190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 требованию регулятора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3571703619"/>
              </p:ext>
            </p:extLst>
          </p:nvPr>
        </p:nvGraphicFramePr>
        <p:xfrm>
          <a:off x="206844" y="4716195"/>
          <a:ext cx="8326582" cy="819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0100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Принципы построения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671819"/>
              </p:ext>
            </p:extLst>
          </p:nvPr>
        </p:nvGraphicFramePr>
        <p:xfrm>
          <a:off x="263236" y="1105507"/>
          <a:ext cx="875607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528"/>
                <a:gridCol w="5470545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БЕСШОВНОСТЬ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Возможность полной интеграции с ранее установленными элементами IT-инфраструктуры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Покрытие сети в труднодоступных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и необслуживаемых местах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ЗАЩИТА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Полностью защищает трафик в сети предприятия от внешнего влияния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ТЕХНОЛОГИЧЕСКИЕ ВОЗМОЖНОСТИ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Понимание эволюции системы для решения текущих и перспективных задач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ГАРАНТИИ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Целостность, производительность, безопасность 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Передача данных от всех элементов инфраструктуры предприятия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01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Виды технологий беспроводной связи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113377659"/>
              </p:ext>
            </p:extLst>
          </p:nvPr>
        </p:nvGraphicFramePr>
        <p:xfrm>
          <a:off x="193963" y="1396999"/>
          <a:ext cx="8783781" cy="5194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972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Сравнение скорость-расстояние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Источник: </a:t>
            </a:r>
            <a:r>
              <a:rPr lang="en-US" sz="1050" dirty="0"/>
              <a:t>Frost &amp; Sullivan, </a:t>
            </a:r>
            <a:r>
              <a:rPr lang="en-US" sz="1050" dirty="0" err="1"/>
              <a:t>J.P.Morgan</a:t>
            </a:r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    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25" t="28030" r="26634" b="20076"/>
          <a:stretch/>
        </p:blipFill>
        <p:spPr bwMode="auto">
          <a:xfrm>
            <a:off x="900546" y="1144789"/>
            <a:ext cx="7633854" cy="533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577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Технологии высокоскоростной беспроводной связи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0" t="25379" r="5552" b="17235"/>
          <a:stretch/>
        </p:blipFill>
        <p:spPr bwMode="auto">
          <a:xfrm>
            <a:off x="96982" y="1503218"/>
            <a:ext cx="9047018" cy="4329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448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Примеры бизнес-задач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для сетей связи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863708674"/>
              </p:ext>
            </p:extLst>
          </p:nvPr>
        </p:nvGraphicFramePr>
        <p:xfrm>
          <a:off x="180109" y="1477818"/>
          <a:ext cx="8839200" cy="5002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879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2. Основа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интернета вещей и специфика промышленного применения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05741" y="1819456"/>
            <a:ext cx="23292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Интернет вещей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49033" y="2505670"/>
            <a:ext cx="730827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Кевин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Эштон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1997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интернет вещей (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Киберфизические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системы и Индустрия 4.0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АСУТП </a:t>
            </a:r>
          </a:p>
        </p:txBody>
      </p:sp>
    </p:spTree>
    <p:extLst>
      <p:ext uri="{BB962C8B-B14F-4D97-AF65-F5344CB8AC3E}">
        <p14:creationId xmlns:p14="http://schemas.microsoft.com/office/powerpoint/2010/main" val="386038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Архитектура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интернета вещей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57199" y="951398"/>
            <a:ext cx="833524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набор технологий для улучшения принятия решений по управлению активами, в частности в промышленности, энергетике, транспорте, городском хозяйстве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тд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Обеспечивает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взаимную работу операционных и информационных технологий.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313202" y="2890390"/>
            <a:ext cx="2183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Устройства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1948349300"/>
              </p:ext>
            </p:extLst>
          </p:nvPr>
        </p:nvGraphicFramePr>
        <p:xfrm>
          <a:off x="180109" y="3477490"/>
          <a:ext cx="8811491" cy="3003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400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Топ примеры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IIoT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проектов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3477892527"/>
              </p:ext>
            </p:extLst>
          </p:nvPr>
        </p:nvGraphicFramePr>
        <p:xfrm>
          <a:off x="180109" y="1149928"/>
          <a:ext cx="8811491" cy="533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17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Безопасность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2482486356"/>
              </p:ext>
            </p:extLst>
          </p:nvPr>
        </p:nvGraphicFramePr>
        <p:xfrm>
          <a:off x="180109" y="1149928"/>
          <a:ext cx="8811491" cy="533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192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873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Примеры отечественных платформ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IIoT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9" t="39879" r="41701" b="36859"/>
          <a:stretch/>
        </p:blipFill>
        <p:spPr bwMode="auto">
          <a:xfrm>
            <a:off x="173180" y="1302325"/>
            <a:ext cx="4355843" cy="1766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3" t="64734" r="42563" b="11408"/>
          <a:stretch/>
        </p:blipFill>
        <p:spPr bwMode="auto">
          <a:xfrm>
            <a:off x="-11098" y="3810000"/>
            <a:ext cx="4378037" cy="1811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46" t="39696" r="9553" b="36769"/>
          <a:stretch/>
        </p:blipFill>
        <p:spPr bwMode="auto">
          <a:xfrm>
            <a:off x="4560967" y="1312717"/>
            <a:ext cx="4362771" cy="178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99" t="64874" r="9163" b="11408"/>
          <a:stretch/>
        </p:blipFill>
        <p:spPr bwMode="auto">
          <a:xfrm>
            <a:off x="4529023" y="3820626"/>
            <a:ext cx="4394715" cy="1801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06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481947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Промышленный интернет вещей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внедрения из разных отраслей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Диспетчеризация данных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Данные с носимых устройств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Страховые и лизинговые компании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Uber-изация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Управление экосистемой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951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481948"/>
            <a:ext cx="7886700" cy="72339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Диспетчеризация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6" t="31059" r="11301" b="17047"/>
          <a:stretch/>
        </p:blipFill>
        <p:spPr bwMode="auto">
          <a:xfrm>
            <a:off x="2195945" y="1579418"/>
            <a:ext cx="4890655" cy="4872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357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287984"/>
            <a:ext cx="7886700" cy="72339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Диспетчеризация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данных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Данные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 носимых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устройст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72" t="30114" r="11513" b="17992"/>
          <a:stretch/>
        </p:blipFill>
        <p:spPr bwMode="auto">
          <a:xfrm>
            <a:off x="1828799" y="1648691"/>
            <a:ext cx="4835237" cy="473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616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7527" y="287984"/>
            <a:ext cx="8141277" cy="72339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Страховые и лизинговые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компании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85" t="29356" r="11620" b="17425"/>
          <a:stretch/>
        </p:blipFill>
        <p:spPr bwMode="auto">
          <a:xfrm>
            <a:off x="1676401" y="1413163"/>
            <a:ext cx="5195454" cy="527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726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7527" y="287984"/>
            <a:ext cx="8141277" cy="723398"/>
          </a:xfrm>
        </p:spPr>
        <p:txBody>
          <a:bodyPr/>
          <a:lstStyle/>
          <a:p>
            <a:r>
              <a:rPr lang="en-US" sz="4000" dirty="0" err="1">
                <a:latin typeface="Times New Roman" pitchFamily="18" charset="0"/>
                <a:cs typeface="Times New Roman" pitchFamily="18" charset="0"/>
              </a:rPr>
              <a:t>Uber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изация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52" t="29166" r="11301" b="17992"/>
          <a:stretch/>
        </p:blipFill>
        <p:spPr bwMode="auto">
          <a:xfrm>
            <a:off x="1717963" y="900181"/>
            <a:ext cx="5680363" cy="556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272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7527" y="287984"/>
            <a:ext cx="8141277" cy="72339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Управление экосистемой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98" t="29546" r="11727" b="18561"/>
          <a:stretch/>
        </p:blipFill>
        <p:spPr bwMode="auto">
          <a:xfrm>
            <a:off x="1648690" y="1011382"/>
            <a:ext cx="5569528" cy="556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08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7527" y="287984"/>
            <a:ext cx="8141277" cy="72339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Управление экосистемой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98" t="29546" r="11727" b="18561"/>
          <a:stretch/>
        </p:blipFill>
        <p:spPr bwMode="auto">
          <a:xfrm>
            <a:off x="1648690" y="1011382"/>
            <a:ext cx="5569528" cy="556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353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6289</TotalTime>
  <Words>806</Words>
  <Application>Microsoft Office PowerPoint</Application>
  <PresentationFormat>Экран (4:3)</PresentationFormat>
  <Paragraphs>143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26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Беспилотные технологии цифровой трансформации производственных процессов </vt:lpstr>
      <vt:lpstr>План лекции</vt:lpstr>
      <vt:lpstr>Структура связи</vt:lpstr>
      <vt:lpstr>Структура связи</vt:lpstr>
      <vt:lpstr>Требования технологий</vt:lpstr>
      <vt:lpstr>Принципы построения</vt:lpstr>
      <vt:lpstr>Виды технологий беспроводной связи</vt:lpstr>
      <vt:lpstr>Сравнение скорость-расстояние</vt:lpstr>
      <vt:lpstr>Технологии высокоскоростной беспроводной связи</vt:lpstr>
      <vt:lpstr>Примеры бизнес-задач для сетей связи</vt:lpstr>
      <vt:lpstr>2. Основа интернета вещей и специфика промышленного применения</vt:lpstr>
      <vt:lpstr>Архитектура интернета вещей</vt:lpstr>
      <vt:lpstr>Топ примеры IIoT проектов</vt:lpstr>
      <vt:lpstr>Безопасность данных</vt:lpstr>
      <vt:lpstr>Примеры отечественных платформ IIoT</vt:lpstr>
      <vt:lpstr>Промышленный интернет вещей  Примеры внедрения из разных отраслей</vt:lpstr>
      <vt:lpstr>Диспетчеризация данных</vt:lpstr>
      <vt:lpstr>Диспетчеризация данных Данные с носимых устройств</vt:lpstr>
      <vt:lpstr>Страховые и лизинговые компании</vt:lpstr>
      <vt:lpstr>Uber-изация</vt:lpstr>
      <vt:lpstr>Управление экосистемой</vt:lpstr>
      <vt:lpstr>Управление экосистемой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356</cp:revision>
  <dcterms:created xsi:type="dcterms:W3CDTF">2015-07-29T11:14:37Z</dcterms:created>
  <dcterms:modified xsi:type="dcterms:W3CDTF">2026-06-26T20:52:43Z</dcterms:modified>
</cp:coreProperties>
</file>