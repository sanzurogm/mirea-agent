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7"/>
  </p:notesMasterIdLst>
  <p:sldIdLst>
    <p:sldId id="325" r:id="rId3"/>
    <p:sldId id="293" r:id="rId4"/>
    <p:sldId id="294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1716534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Цифровой наряд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Переход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цифровой нарядно-допускной системе.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работы по формированию, согласованию, утверждению и выдаче нарядов.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5957</TotalTime>
  <Words>44</Words>
  <Application>Microsoft Office PowerPoint</Application>
  <PresentationFormat>Экран (4:3)</PresentationFormat>
  <Paragraphs>11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Цифровой наряд</vt:lpstr>
      <vt:lpstr>План лекции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337</cp:revision>
  <dcterms:created xsi:type="dcterms:W3CDTF">2015-07-29T11:14:37Z</dcterms:created>
  <dcterms:modified xsi:type="dcterms:W3CDTF">2026-06-26T21:04:48Z</dcterms:modified>
</cp:coreProperties>
</file>