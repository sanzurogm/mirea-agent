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7"/>
  </p:notesMasterIdLst>
  <p:sldIdLst>
    <p:sldId id="325" r:id="rId3"/>
    <p:sldId id="293" r:id="rId4"/>
    <p:sldId id="294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147455"/>
            <a:ext cx="7372350" cy="1884218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Управление проектами цифровой трансформации производственных процессов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12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CDO/CDTO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Лидеры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цифровой трансформации.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Кадры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реализации цифровых инициатив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0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Управление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изменениями в проектах цифровой трансформации.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5967</TotalTime>
  <Words>49</Words>
  <Application>Microsoft Office PowerPoint</Application>
  <PresentationFormat>Экран (4:3)</PresentationFormat>
  <Paragraphs>13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Управление проектами цифровой трансформации производственных процессов</vt:lpstr>
      <vt:lpstr>План лекции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342</cp:revision>
  <dcterms:created xsi:type="dcterms:W3CDTF">2015-07-29T11:14:37Z</dcterms:created>
  <dcterms:modified xsi:type="dcterms:W3CDTF">2026-06-26T21:15:17Z</dcterms:modified>
</cp:coreProperties>
</file>