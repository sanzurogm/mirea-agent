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7"/>
  </p:notesMasterIdLst>
  <p:sldIdLst>
    <p:sldId id="325" r:id="rId3"/>
    <p:sldId id="293" r:id="rId4"/>
    <p:sldId id="294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2708565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Наземная инфраструктура как сложная техническая система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2026-2027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624208"/>
            <a:ext cx="7372350" cy="1452563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Моделирование наземной инфраструктуры как сложной технической системы</a:t>
            </a:r>
            <a:endParaRPr lang="ru-RU" sz="4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30250" y="1747889"/>
            <a:ext cx="7886700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</a:rPr>
              <a:t>Модель и реальность.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mtClean="0">
                <a:latin typeface="Times New Roman"/>
                <a:ea typeface="Times New Roman"/>
              </a:rPr>
              <a:t>Назначение </a:t>
            </a:r>
            <a:r>
              <a:rPr lang="ru-RU" dirty="0">
                <a:latin typeface="Times New Roman"/>
                <a:ea typeface="Times New Roman"/>
              </a:rPr>
              <a:t>и ограничения модели</a:t>
            </a:r>
            <a:r>
              <a:rPr lang="ru-RU">
                <a:latin typeface="Times New Roman"/>
                <a:ea typeface="Times New Roman"/>
              </a:rPr>
              <a:t>. </a:t>
            </a:r>
            <a:endParaRPr lang="ru-RU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mtClean="0">
                <a:latin typeface="Times New Roman"/>
                <a:ea typeface="Times New Roman"/>
              </a:rPr>
              <a:t>Инфраструктура </a:t>
            </a:r>
            <a:r>
              <a:rPr lang="ru-RU" dirty="0">
                <a:latin typeface="Times New Roman"/>
                <a:ea typeface="Times New Roman"/>
              </a:rPr>
              <a:t>и транспортные проблемы городов.</a:t>
            </a: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5975</TotalTime>
  <Words>45</Words>
  <Application>Microsoft Office PowerPoint</Application>
  <PresentationFormat>Экран 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Специальное оформление</vt:lpstr>
      <vt:lpstr>1_Специальное оформление</vt:lpstr>
      <vt:lpstr>ДИСЦИЛИНА Наземная инфраструктура как сложная техническая система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Моделирование наземной инфраструктуры как сложной технической системы</vt:lpstr>
      <vt:lpstr>План лекции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339</cp:revision>
  <dcterms:created xsi:type="dcterms:W3CDTF">2015-07-29T11:14:37Z</dcterms:created>
  <dcterms:modified xsi:type="dcterms:W3CDTF">2026-06-26T21:52:55Z</dcterms:modified>
</cp:coreProperties>
</file>