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1" r:id="rId1"/>
    <p:sldMasterId id="2147483673" r:id="rId2"/>
  </p:sldMasterIdLst>
  <p:notesMasterIdLst>
    <p:notesMasterId r:id="rId21"/>
  </p:notesMasterIdLst>
  <p:sldIdLst>
    <p:sldId id="325" r:id="rId3"/>
    <p:sldId id="293" r:id="rId4"/>
    <p:sldId id="294" r:id="rId5"/>
    <p:sldId id="326" r:id="rId6"/>
    <p:sldId id="327" r:id="rId7"/>
    <p:sldId id="328" r:id="rId8"/>
    <p:sldId id="329" r:id="rId9"/>
    <p:sldId id="330" r:id="rId10"/>
    <p:sldId id="331" r:id="rId11"/>
    <p:sldId id="332" r:id="rId12"/>
    <p:sldId id="333" r:id="rId13"/>
    <p:sldId id="334" r:id="rId14"/>
    <p:sldId id="335" r:id="rId15"/>
    <p:sldId id="336" r:id="rId16"/>
    <p:sldId id="337" r:id="rId17"/>
    <p:sldId id="338" r:id="rId18"/>
    <p:sldId id="339" r:id="rId19"/>
    <p:sldId id="264"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82C1"/>
    <a:srgbClr val="295CA8"/>
    <a:srgbClr val="C60A5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Средний стиль 1 — акцент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Светлый стиль 2 — акцент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p:restoredLeft sz="5808" autoAdjust="0"/>
    <p:restoredTop sz="94660"/>
  </p:normalViewPr>
  <p:slideViewPr>
    <p:cSldViewPr snapToGrid="0" snapToObjects="1">
      <p:cViewPr varScale="1">
        <p:scale>
          <a:sx n="65" d="100"/>
          <a:sy n="65" d="100"/>
        </p:scale>
        <p:origin x="-1950"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E28E490-EDE0-479D-B5D7-60F9B2E4C061}"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ru-RU"/>
        </a:p>
      </dgm:t>
    </dgm:pt>
    <dgm:pt modelId="{2E139FF0-8787-414A-8BE0-2577B38918D9}">
      <dgm:prSet phldrT="[Текст]" custT="1"/>
      <dgm:spPr/>
      <dgm:t>
        <a:bodyPr/>
        <a:lstStyle/>
        <a:p>
          <a:r>
            <a:rPr lang="ru-RU" sz="2400" b="1" dirty="0" smtClean="0">
              <a:solidFill>
                <a:srgbClr val="FF0000"/>
              </a:solidFill>
              <a:latin typeface="Times New Roman" pitchFamily="18" charset="0"/>
              <a:cs typeface="Times New Roman" pitchFamily="18" charset="0"/>
            </a:rPr>
            <a:t>стационарные;</a:t>
          </a:r>
          <a:endParaRPr lang="ru-RU" sz="2400" b="1" dirty="0">
            <a:solidFill>
              <a:srgbClr val="FF0000"/>
            </a:solidFill>
            <a:latin typeface="Times New Roman" pitchFamily="18" charset="0"/>
            <a:cs typeface="Times New Roman" pitchFamily="18" charset="0"/>
          </a:endParaRPr>
        </a:p>
      </dgm:t>
    </dgm:pt>
    <dgm:pt modelId="{EC910C3E-9E16-4B80-931C-D8748374FF64}" type="parTrans" cxnId="{351D6934-1208-4B10-8EFF-54FCF3ADA32E}">
      <dgm:prSet/>
      <dgm:spPr/>
      <dgm:t>
        <a:bodyPr/>
        <a:lstStyle/>
        <a:p>
          <a:endParaRPr lang="ru-RU" sz="2800">
            <a:latin typeface="Times New Roman" pitchFamily="18" charset="0"/>
            <a:cs typeface="Times New Roman" pitchFamily="18" charset="0"/>
          </a:endParaRPr>
        </a:p>
      </dgm:t>
    </dgm:pt>
    <dgm:pt modelId="{CACCAEEE-D310-4BA4-8214-F5F0EFE63EE7}" type="sibTrans" cxnId="{351D6934-1208-4B10-8EFF-54FCF3ADA32E}">
      <dgm:prSet/>
      <dgm:spPr/>
      <dgm:t>
        <a:bodyPr/>
        <a:lstStyle/>
        <a:p>
          <a:endParaRPr lang="ru-RU" sz="2800">
            <a:latin typeface="Times New Roman" pitchFamily="18" charset="0"/>
            <a:cs typeface="Times New Roman" pitchFamily="18" charset="0"/>
          </a:endParaRPr>
        </a:p>
      </dgm:t>
    </dgm:pt>
    <dgm:pt modelId="{25762070-9791-4DC0-A3B5-5C68B569A913}">
      <dgm:prSet custT="1"/>
      <dgm:spPr/>
      <dgm:t>
        <a:bodyPr/>
        <a:lstStyle/>
        <a:p>
          <a:r>
            <a:rPr lang="ru-RU" sz="2400" b="1" dirty="0" smtClean="0">
              <a:solidFill>
                <a:srgbClr val="FF0000"/>
              </a:solidFill>
              <a:latin typeface="Times New Roman" pitchFamily="18" charset="0"/>
              <a:cs typeface="Times New Roman" pitchFamily="18" charset="0"/>
            </a:rPr>
            <a:t>носимые</a:t>
          </a:r>
          <a:r>
            <a:rPr lang="ru-RU" sz="2400" dirty="0" smtClean="0">
              <a:latin typeface="Times New Roman" pitchFamily="18" charset="0"/>
              <a:cs typeface="Times New Roman" pitchFamily="18" charset="0"/>
            </a:rPr>
            <a:t> - не требующие специальных конструкций для размещения;</a:t>
          </a:r>
          <a:endParaRPr lang="ru-RU" sz="2400" dirty="0">
            <a:latin typeface="Times New Roman" pitchFamily="18" charset="0"/>
            <a:cs typeface="Times New Roman" pitchFamily="18" charset="0"/>
          </a:endParaRPr>
        </a:p>
      </dgm:t>
    </dgm:pt>
    <dgm:pt modelId="{BCAEA2EE-E2DF-4C2E-AEAF-83A4608B5731}" type="parTrans" cxnId="{ECFB207A-3C75-45AA-B9D5-E3B215F4750C}">
      <dgm:prSet/>
      <dgm:spPr/>
      <dgm:t>
        <a:bodyPr/>
        <a:lstStyle/>
        <a:p>
          <a:endParaRPr lang="ru-RU" sz="2800">
            <a:latin typeface="Times New Roman" pitchFamily="18" charset="0"/>
            <a:cs typeface="Times New Roman" pitchFamily="18" charset="0"/>
          </a:endParaRPr>
        </a:p>
      </dgm:t>
    </dgm:pt>
    <dgm:pt modelId="{4BE716BF-C4A3-44BF-9B77-677BEF8219A2}" type="sibTrans" cxnId="{ECFB207A-3C75-45AA-B9D5-E3B215F4750C}">
      <dgm:prSet/>
      <dgm:spPr/>
      <dgm:t>
        <a:bodyPr/>
        <a:lstStyle/>
        <a:p>
          <a:endParaRPr lang="ru-RU" sz="2800">
            <a:latin typeface="Times New Roman" pitchFamily="18" charset="0"/>
            <a:cs typeface="Times New Roman" pitchFamily="18" charset="0"/>
          </a:endParaRPr>
        </a:p>
      </dgm:t>
    </dgm:pt>
    <dgm:pt modelId="{43EECB0F-DEC0-4FC3-9966-F7D4A23D2A7A}">
      <dgm:prSet custT="1"/>
      <dgm:spPr/>
      <dgm:t>
        <a:bodyPr/>
        <a:lstStyle/>
        <a:p>
          <a:r>
            <a:rPr lang="ru-RU" sz="2400" b="1" dirty="0" smtClean="0">
              <a:solidFill>
                <a:srgbClr val="FF0000"/>
              </a:solidFill>
              <a:latin typeface="Times New Roman" pitchFamily="18" charset="0"/>
              <a:cs typeface="Times New Roman" pitchFamily="18" charset="0"/>
            </a:rPr>
            <a:t>мобильные/передвижные</a:t>
          </a:r>
          <a:r>
            <a:rPr lang="ru-RU" sz="2400" dirty="0" smtClean="0">
              <a:latin typeface="Times New Roman" pitchFamily="18" charset="0"/>
              <a:cs typeface="Times New Roman" pitchFamily="18" charset="0"/>
            </a:rPr>
            <a:t> – предназначены для работы в течение ограниченного промежутка времени и размещаемые на борту транспортных средств, летательных аппаратов или на специальных конструкциях (платформах, штативах, треногах и т.д.).</a:t>
          </a:r>
          <a:endParaRPr lang="ru-RU" sz="2400" dirty="0">
            <a:latin typeface="Times New Roman" pitchFamily="18" charset="0"/>
            <a:cs typeface="Times New Roman" pitchFamily="18" charset="0"/>
          </a:endParaRPr>
        </a:p>
      </dgm:t>
    </dgm:pt>
    <dgm:pt modelId="{3F606999-D8B5-44FA-A436-DC883BBFFC3E}" type="parTrans" cxnId="{51B3E4E2-DA8E-44DB-A2C3-9C14A5E61E2C}">
      <dgm:prSet/>
      <dgm:spPr/>
      <dgm:t>
        <a:bodyPr/>
        <a:lstStyle/>
        <a:p>
          <a:endParaRPr lang="ru-RU" sz="2800">
            <a:latin typeface="Times New Roman" pitchFamily="18" charset="0"/>
            <a:cs typeface="Times New Roman" pitchFamily="18" charset="0"/>
          </a:endParaRPr>
        </a:p>
      </dgm:t>
    </dgm:pt>
    <dgm:pt modelId="{E1FA2A79-1794-4025-AFD6-A50437FBD890}" type="sibTrans" cxnId="{51B3E4E2-DA8E-44DB-A2C3-9C14A5E61E2C}">
      <dgm:prSet/>
      <dgm:spPr/>
      <dgm:t>
        <a:bodyPr/>
        <a:lstStyle/>
        <a:p>
          <a:endParaRPr lang="ru-RU" sz="2800">
            <a:latin typeface="Times New Roman" pitchFamily="18" charset="0"/>
            <a:cs typeface="Times New Roman" pitchFamily="18" charset="0"/>
          </a:endParaRPr>
        </a:p>
      </dgm:t>
    </dgm:pt>
    <dgm:pt modelId="{207E7EFB-2DBD-49EB-84B3-A003F368B32C}" type="pres">
      <dgm:prSet presAssocID="{8E28E490-EDE0-479D-B5D7-60F9B2E4C061}" presName="diagram" presStyleCnt="0">
        <dgm:presLayoutVars>
          <dgm:dir/>
          <dgm:resizeHandles val="exact"/>
        </dgm:presLayoutVars>
      </dgm:prSet>
      <dgm:spPr/>
      <dgm:t>
        <a:bodyPr/>
        <a:lstStyle/>
        <a:p>
          <a:endParaRPr lang="ru-RU"/>
        </a:p>
      </dgm:t>
    </dgm:pt>
    <dgm:pt modelId="{53744D2B-3AA6-4DFD-AF56-35E7F6FA93A1}" type="pres">
      <dgm:prSet presAssocID="{2E139FF0-8787-414A-8BE0-2577B38918D9}" presName="node" presStyleLbl="node1" presStyleIdx="0" presStyleCnt="3">
        <dgm:presLayoutVars>
          <dgm:bulletEnabled val="1"/>
        </dgm:presLayoutVars>
      </dgm:prSet>
      <dgm:spPr/>
      <dgm:t>
        <a:bodyPr/>
        <a:lstStyle/>
        <a:p>
          <a:endParaRPr lang="ru-RU"/>
        </a:p>
      </dgm:t>
    </dgm:pt>
    <dgm:pt modelId="{949A9FEE-4101-4A37-A90C-102AA25A7B80}" type="pres">
      <dgm:prSet presAssocID="{CACCAEEE-D310-4BA4-8214-F5F0EFE63EE7}" presName="sibTrans" presStyleCnt="0"/>
      <dgm:spPr/>
    </dgm:pt>
    <dgm:pt modelId="{FFB32761-C327-4FE2-8800-44EC74AC952C}" type="pres">
      <dgm:prSet presAssocID="{25762070-9791-4DC0-A3B5-5C68B569A913}" presName="node" presStyleLbl="node1" presStyleIdx="1" presStyleCnt="3">
        <dgm:presLayoutVars>
          <dgm:bulletEnabled val="1"/>
        </dgm:presLayoutVars>
      </dgm:prSet>
      <dgm:spPr/>
      <dgm:t>
        <a:bodyPr/>
        <a:lstStyle/>
        <a:p>
          <a:endParaRPr lang="ru-RU"/>
        </a:p>
      </dgm:t>
    </dgm:pt>
    <dgm:pt modelId="{B6F34F18-1343-453E-9CDA-EF302E744464}" type="pres">
      <dgm:prSet presAssocID="{4BE716BF-C4A3-44BF-9B77-677BEF8219A2}" presName="sibTrans" presStyleCnt="0"/>
      <dgm:spPr/>
    </dgm:pt>
    <dgm:pt modelId="{7F753B8E-9640-4907-B8F5-100A105EF0C1}" type="pres">
      <dgm:prSet presAssocID="{43EECB0F-DEC0-4FC3-9966-F7D4A23D2A7A}" presName="node" presStyleLbl="node1" presStyleIdx="2" presStyleCnt="3" custScaleX="210109">
        <dgm:presLayoutVars>
          <dgm:bulletEnabled val="1"/>
        </dgm:presLayoutVars>
      </dgm:prSet>
      <dgm:spPr/>
      <dgm:t>
        <a:bodyPr/>
        <a:lstStyle/>
        <a:p>
          <a:endParaRPr lang="ru-RU"/>
        </a:p>
      </dgm:t>
    </dgm:pt>
  </dgm:ptLst>
  <dgm:cxnLst>
    <dgm:cxn modelId="{505E3DD7-DC52-4979-8653-A86B4F294086}" type="presOf" srcId="{25762070-9791-4DC0-A3B5-5C68B569A913}" destId="{FFB32761-C327-4FE2-8800-44EC74AC952C}" srcOrd="0" destOrd="0" presId="urn:microsoft.com/office/officeart/2005/8/layout/default"/>
    <dgm:cxn modelId="{351D6934-1208-4B10-8EFF-54FCF3ADA32E}" srcId="{8E28E490-EDE0-479D-B5D7-60F9B2E4C061}" destId="{2E139FF0-8787-414A-8BE0-2577B38918D9}" srcOrd="0" destOrd="0" parTransId="{EC910C3E-9E16-4B80-931C-D8748374FF64}" sibTransId="{CACCAEEE-D310-4BA4-8214-F5F0EFE63EE7}"/>
    <dgm:cxn modelId="{5E3E690A-0655-4B01-938B-E976C6529B86}" type="presOf" srcId="{2E139FF0-8787-414A-8BE0-2577B38918D9}" destId="{53744D2B-3AA6-4DFD-AF56-35E7F6FA93A1}" srcOrd="0" destOrd="0" presId="urn:microsoft.com/office/officeart/2005/8/layout/default"/>
    <dgm:cxn modelId="{CCEF5858-01FC-4F73-840A-13B3AAECB227}" type="presOf" srcId="{43EECB0F-DEC0-4FC3-9966-F7D4A23D2A7A}" destId="{7F753B8E-9640-4907-B8F5-100A105EF0C1}" srcOrd="0" destOrd="0" presId="urn:microsoft.com/office/officeart/2005/8/layout/default"/>
    <dgm:cxn modelId="{51B3E4E2-DA8E-44DB-A2C3-9C14A5E61E2C}" srcId="{8E28E490-EDE0-479D-B5D7-60F9B2E4C061}" destId="{43EECB0F-DEC0-4FC3-9966-F7D4A23D2A7A}" srcOrd="2" destOrd="0" parTransId="{3F606999-D8B5-44FA-A436-DC883BBFFC3E}" sibTransId="{E1FA2A79-1794-4025-AFD6-A50437FBD890}"/>
    <dgm:cxn modelId="{ECFB207A-3C75-45AA-B9D5-E3B215F4750C}" srcId="{8E28E490-EDE0-479D-B5D7-60F9B2E4C061}" destId="{25762070-9791-4DC0-A3B5-5C68B569A913}" srcOrd="1" destOrd="0" parTransId="{BCAEA2EE-E2DF-4C2E-AEAF-83A4608B5731}" sibTransId="{4BE716BF-C4A3-44BF-9B77-677BEF8219A2}"/>
    <dgm:cxn modelId="{1388D3AC-9E70-4B50-802E-4C4502AA9B24}" type="presOf" srcId="{8E28E490-EDE0-479D-B5D7-60F9B2E4C061}" destId="{207E7EFB-2DBD-49EB-84B3-A003F368B32C}" srcOrd="0" destOrd="0" presId="urn:microsoft.com/office/officeart/2005/8/layout/default"/>
    <dgm:cxn modelId="{EC4852DA-2825-48F8-B979-8E5AF586D078}" type="presParOf" srcId="{207E7EFB-2DBD-49EB-84B3-A003F368B32C}" destId="{53744D2B-3AA6-4DFD-AF56-35E7F6FA93A1}" srcOrd="0" destOrd="0" presId="urn:microsoft.com/office/officeart/2005/8/layout/default"/>
    <dgm:cxn modelId="{BF8016B8-8FCC-4110-9A0E-8C15EEC02DB1}" type="presParOf" srcId="{207E7EFB-2DBD-49EB-84B3-A003F368B32C}" destId="{949A9FEE-4101-4A37-A90C-102AA25A7B80}" srcOrd="1" destOrd="0" presId="urn:microsoft.com/office/officeart/2005/8/layout/default"/>
    <dgm:cxn modelId="{BEEDCD20-C06D-4498-8B82-EBD6BC2C1C49}" type="presParOf" srcId="{207E7EFB-2DBD-49EB-84B3-A003F368B32C}" destId="{FFB32761-C327-4FE2-8800-44EC74AC952C}" srcOrd="2" destOrd="0" presId="urn:microsoft.com/office/officeart/2005/8/layout/default"/>
    <dgm:cxn modelId="{71E57906-4F92-4BBA-852F-FFFA387B61A8}" type="presParOf" srcId="{207E7EFB-2DBD-49EB-84B3-A003F368B32C}" destId="{B6F34F18-1343-453E-9CDA-EF302E744464}" srcOrd="3" destOrd="0" presId="urn:microsoft.com/office/officeart/2005/8/layout/default"/>
    <dgm:cxn modelId="{7D7EFECE-15D9-4732-94F5-BFD037FA8AE7}" type="presParOf" srcId="{207E7EFB-2DBD-49EB-84B3-A003F368B32C}" destId="{7F753B8E-9640-4907-B8F5-100A105EF0C1}"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744D2B-3AA6-4DFD-AF56-35E7F6FA93A1}">
      <dsp:nvSpPr>
        <dsp:cNvPr id="0" name=""/>
        <dsp:cNvSpPr/>
      </dsp:nvSpPr>
      <dsp:spPr>
        <a:xfrm>
          <a:off x="1079375" y="363"/>
          <a:ext cx="3326308" cy="19957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ru-RU" sz="2400" b="1" kern="1200" dirty="0" smtClean="0">
              <a:solidFill>
                <a:srgbClr val="FF0000"/>
              </a:solidFill>
              <a:latin typeface="Times New Roman" pitchFamily="18" charset="0"/>
              <a:cs typeface="Times New Roman" pitchFamily="18" charset="0"/>
            </a:rPr>
            <a:t>стационарные;</a:t>
          </a:r>
          <a:endParaRPr lang="ru-RU" sz="2400" b="1" kern="1200" dirty="0">
            <a:solidFill>
              <a:srgbClr val="FF0000"/>
            </a:solidFill>
            <a:latin typeface="Times New Roman" pitchFamily="18" charset="0"/>
            <a:cs typeface="Times New Roman" pitchFamily="18" charset="0"/>
          </a:endParaRPr>
        </a:p>
      </dsp:txBody>
      <dsp:txXfrm>
        <a:off x="1079375" y="363"/>
        <a:ext cx="3326308" cy="1995785"/>
      </dsp:txXfrm>
    </dsp:sp>
    <dsp:sp modelId="{FFB32761-C327-4FE2-8800-44EC74AC952C}">
      <dsp:nvSpPr>
        <dsp:cNvPr id="0" name=""/>
        <dsp:cNvSpPr/>
      </dsp:nvSpPr>
      <dsp:spPr>
        <a:xfrm>
          <a:off x="4738315" y="363"/>
          <a:ext cx="3326308" cy="19957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ru-RU" sz="2400" b="1" kern="1200" dirty="0" smtClean="0">
              <a:solidFill>
                <a:srgbClr val="FF0000"/>
              </a:solidFill>
              <a:latin typeface="Times New Roman" pitchFamily="18" charset="0"/>
              <a:cs typeface="Times New Roman" pitchFamily="18" charset="0"/>
            </a:rPr>
            <a:t>носимые</a:t>
          </a:r>
          <a:r>
            <a:rPr lang="ru-RU" sz="2400" kern="1200" dirty="0" smtClean="0">
              <a:latin typeface="Times New Roman" pitchFamily="18" charset="0"/>
              <a:cs typeface="Times New Roman" pitchFamily="18" charset="0"/>
            </a:rPr>
            <a:t> - не требующие специальных конструкций для размещения;</a:t>
          </a:r>
          <a:endParaRPr lang="ru-RU" sz="2400" kern="1200" dirty="0">
            <a:latin typeface="Times New Roman" pitchFamily="18" charset="0"/>
            <a:cs typeface="Times New Roman" pitchFamily="18" charset="0"/>
          </a:endParaRPr>
        </a:p>
      </dsp:txBody>
      <dsp:txXfrm>
        <a:off x="4738315" y="363"/>
        <a:ext cx="3326308" cy="1995785"/>
      </dsp:txXfrm>
    </dsp:sp>
    <dsp:sp modelId="{7F753B8E-9640-4907-B8F5-100A105EF0C1}">
      <dsp:nvSpPr>
        <dsp:cNvPr id="0" name=""/>
        <dsp:cNvSpPr/>
      </dsp:nvSpPr>
      <dsp:spPr>
        <a:xfrm>
          <a:off x="1077563" y="2328779"/>
          <a:ext cx="6988873" cy="199578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ru-RU" sz="2400" b="1" kern="1200" dirty="0" smtClean="0">
              <a:solidFill>
                <a:srgbClr val="FF0000"/>
              </a:solidFill>
              <a:latin typeface="Times New Roman" pitchFamily="18" charset="0"/>
              <a:cs typeface="Times New Roman" pitchFamily="18" charset="0"/>
            </a:rPr>
            <a:t>мобильные/передвижные</a:t>
          </a:r>
          <a:r>
            <a:rPr lang="ru-RU" sz="2400" kern="1200" dirty="0" smtClean="0">
              <a:latin typeface="Times New Roman" pitchFamily="18" charset="0"/>
              <a:cs typeface="Times New Roman" pitchFamily="18" charset="0"/>
            </a:rPr>
            <a:t> – предназначены для работы в течение ограниченного промежутка времени и размещаемые на борту транспортных средств, летательных аппаратов или на специальных конструкциях (платформах, штативах, треногах и т.д.).</a:t>
          </a:r>
          <a:endParaRPr lang="ru-RU" sz="2400" kern="1200" dirty="0">
            <a:latin typeface="Times New Roman" pitchFamily="18" charset="0"/>
            <a:cs typeface="Times New Roman" pitchFamily="18" charset="0"/>
          </a:endParaRPr>
        </a:p>
      </dsp:txBody>
      <dsp:txXfrm>
        <a:off x="1077563" y="2328779"/>
        <a:ext cx="6988873" cy="199578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1C9240-0B00-47F5-8315-EA25A5DD21D4}" type="datetimeFigureOut">
              <a:rPr lang="ru-RU" smtClean="0"/>
              <a:t>27.06.2026</a:t>
            </a:fld>
            <a:endParaRPr lang="ru-RU"/>
          </a:p>
        </p:txBody>
      </p:sp>
      <p:sp>
        <p:nvSpPr>
          <p:cNvPr id="4" name="Образ слайда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FE969A-3B85-41F0-B329-9B9FD47284A0}" type="slidenum">
              <a:rPr lang="ru-RU" smtClean="0"/>
              <a:t>‹#›</a:t>
            </a:fld>
            <a:endParaRPr lang="ru-RU"/>
          </a:p>
        </p:txBody>
      </p:sp>
    </p:spTree>
    <p:extLst>
      <p:ext uri="{BB962C8B-B14F-4D97-AF65-F5344CB8AC3E}">
        <p14:creationId xmlns:p14="http://schemas.microsoft.com/office/powerpoint/2010/main" val="3225821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bg>
      <p:bgPr>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Заголовок 1"/>
          <p:cNvSpPr>
            <a:spLocks noGrp="1"/>
          </p:cNvSpPr>
          <p:nvPr>
            <p:ph type="title" hasCustomPrompt="1"/>
          </p:nvPr>
        </p:nvSpPr>
        <p:spPr>
          <a:xfrm>
            <a:off x="623888" y="1709738"/>
            <a:ext cx="7886700" cy="2852737"/>
          </a:xfrm>
          <a:prstGeom prst="rect">
            <a:avLst/>
          </a:prstGeom>
        </p:spPr>
        <p:txBody>
          <a:bodyPr anchor="b"/>
          <a:lstStyle>
            <a:lvl1pPr>
              <a:defRPr sz="6000"/>
            </a:lvl1pPr>
          </a:lstStyle>
          <a:p>
            <a:r>
              <a:rPr lang="ru-RU" dirty="0"/>
              <a:t>Название дисциплины</a:t>
            </a:r>
          </a:p>
        </p:txBody>
      </p:sp>
      <p:sp>
        <p:nvSpPr>
          <p:cNvPr id="3" name="Текст 2"/>
          <p:cNvSpPr>
            <a:spLocks noGrp="1"/>
          </p:cNvSpPr>
          <p:nvPr>
            <p:ph type="body" idx="1" hasCustomPrompt="1"/>
          </p:nvPr>
        </p:nvSpPr>
        <p:spPr>
          <a:xfrm>
            <a:off x="623888" y="4589463"/>
            <a:ext cx="78867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dirty="0"/>
              <a:t>ФИО преподавателя</a:t>
            </a:r>
          </a:p>
          <a:p>
            <a:pPr lvl="0"/>
            <a:r>
              <a:rPr lang="ru-RU" dirty="0"/>
              <a:t>Электронная почта (укажите корпоративную почту)</a:t>
            </a:r>
          </a:p>
        </p:txBody>
      </p:sp>
      <p:sp>
        <p:nvSpPr>
          <p:cNvPr id="4" name="Дата 3"/>
          <p:cNvSpPr>
            <a:spLocks noGrp="1"/>
          </p:cNvSpPr>
          <p:nvPr>
            <p:ph type="dt" sz="half" idx="10"/>
          </p:nvPr>
        </p:nvSpPr>
        <p:spPr>
          <a:xfrm>
            <a:off x="0" y="6492875"/>
            <a:ext cx="2057400" cy="365125"/>
          </a:xfrm>
          <a:prstGeom prst="rect">
            <a:avLst/>
          </a:prstGeom>
        </p:spPr>
        <p:txBody>
          <a:bodyPr/>
          <a:lstStyle/>
          <a:p>
            <a:fld id="{DCB871D2-25B0-448C-80C6-D62A08D94E97}" type="datetime1">
              <a:rPr lang="en-US" smtClean="0"/>
              <a:t>6/27/2026</a:t>
            </a:fld>
            <a:endParaRPr lang="ru-RU"/>
          </a:p>
        </p:txBody>
      </p:sp>
      <p:sp>
        <p:nvSpPr>
          <p:cNvPr id="5" name="Нижний колонтитул 4"/>
          <p:cNvSpPr>
            <a:spLocks noGrp="1"/>
          </p:cNvSpPr>
          <p:nvPr>
            <p:ph type="ftr" sz="quarter" idx="11"/>
          </p:nvPr>
        </p:nvSpPr>
        <p:spPr>
          <a:xfrm>
            <a:off x="3028950" y="6356350"/>
            <a:ext cx="3086100" cy="365125"/>
          </a:xfrm>
          <a:prstGeom prst="rect">
            <a:avLst/>
          </a:prstGeom>
        </p:spPr>
        <p:txBody>
          <a:bodyPr/>
          <a:lstStyle/>
          <a:p>
            <a:endParaRPr lang="ru-RU"/>
          </a:p>
        </p:txBody>
      </p:sp>
      <p:sp>
        <p:nvSpPr>
          <p:cNvPr id="6" name="Номер слайда 5"/>
          <p:cNvSpPr>
            <a:spLocks noGrp="1"/>
          </p:cNvSpPr>
          <p:nvPr>
            <p:ph type="sldNum" sz="quarter" idx="12"/>
          </p:nvPr>
        </p:nvSpPr>
        <p:spPr>
          <a:xfrm>
            <a:off x="7086600" y="6492875"/>
            <a:ext cx="2057400" cy="365125"/>
          </a:xfrm>
          <a:prstGeom prst="rect">
            <a:avLst/>
          </a:prstGeom>
        </p:spPr>
        <p:txBody>
          <a:bodyPr/>
          <a:lstStyle>
            <a:lvl1pPr algn="r">
              <a:defRPr/>
            </a:lvl1pPr>
          </a:lstStyle>
          <a:p>
            <a:fld id="{52259990-D040-4A93-9573-D8805257596F}" type="slidenum">
              <a:rPr lang="ru-RU" smtClean="0"/>
              <a:pPr/>
              <a:t>‹#›</a:t>
            </a:fld>
            <a:endParaRPr lang="ru-RU" dirty="0"/>
          </a:p>
        </p:txBody>
      </p:sp>
    </p:spTree>
    <p:extLst>
      <p:ext uri="{BB962C8B-B14F-4D97-AF65-F5344CB8AC3E}">
        <p14:creationId xmlns:p14="http://schemas.microsoft.com/office/powerpoint/2010/main" val="174501272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hasCustomPrompt="1"/>
          </p:nvPr>
        </p:nvSpPr>
        <p:spPr>
          <a:xfrm>
            <a:off x="1143000" y="2057399"/>
            <a:ext cx="6858000" cy="1452563"/>
          </a:xfrm>
          <a:prstGeom prst="rect">
            <a:avLst/>
          </a:prstGeom>
        </p:spPr>
        <p:txBody>
          <a:bodyPr anchor="b"/>
          <a:lstStyle>
            <a:lvl1pPr algn="ctr">
              <a:defRPr sz="6000" b="1"/>
            </a:lvl1pPr>
          </a:lstStyle>
          <a:p>
            <a:r>
              <a:rPr lang="ru-RU" dirty="0"/>
              <a:t>Название темы</a:t>
            </a:r>
          </a:p>
        </p:txBody>
      </p:sp>
      <p:sp>
        <p:nvSpPr>
          <p:cNvPr id="3" name="Подзаголовок 2"/>
          <p:cNvSpPr>
            <a:spLocks noGrp="1"/>
          </p:cNvSpPr>
          <p:nvPr>
            <p:ph type="subTitle" idx="1" hasCustomPrompt="1"/>
          </p:nvPr>
        </p:nvSpPr>
        <p:spPr>
          <a:xfrm>
            <a:off x="1143000" y="1178878"/>
            <a:ext cx="6858000" cy="467042"/>
          </a:xfrm>
          <a:prstGeom prst="rect">
            <a:avLst/>
          </a:prstGeom>
        </p:spPr>
        <p:txBody>
          <a:bodyPr/>
          <a:lstStyle>
            <a:lvl1pPr marL="0" indent="0" algn="l">
              <a:buNone/>
              <a:defRPr sz="24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Номер темы</a:t>
            </a:r>
          </a:p>
        </p:txBody>
      </p:sp>
      <p:sp>
        <p:nvSpPr>
          <p:cNvPr id="4" name="Дата 3"/>
          <p:cNvSpPr>
            <a:spLocks noGrp="1"/>
          </p:cNvSpPr>
          <p:nvPr>
            <p:ph type="dt" sz="half" idx="10"/>
          </p:nvPr>
        </p:nvSpPr>
        <p:spPr>
          <a:xfrm>
            <a:off x="0" y="6480698"/>
            <a:ext cx="2057400" cy="365125"/>
          </a:xfrm>
          <a:prstGeom prst="rect">
            <a:avLst/>
          </a:prstGeom>
        </p:spPr>
        <p:txBody>
          <a:bodyPr/>
          <a:lstStyle/>
          <a:p>
            <a:fld id="{DA0D15EA-F46C-4827-B7EA-97593F313E8E}" type="datetime1">
              <a:rPr lang="en-US" smtClean="0"/>
              <a:t>6/27/2026</a:t>
            </a:fld>
            <a:endParaRPr lang="ru-RU"/>
          </a:p>
        </p:txBody>
      </p:sp>
      <p:sp>
        <p:nvSpPr>
          <p:cNvPr id="5" name="Нижний колонтитул 4"/>
          <p:cNvSpPr>
            <a:spLocks noGrp="1"/>
          </p:cNvSpPr>
          <p:nvPr>
            <p:ph type="ftr" sz="quarter" idx="11"/>
          </p:nvPr>
        </p:nvSpPr>
        <p:spPr>
          <a:xfrm>
            <a:off x="3028950" y="6356350"/>
            <a:ext cx="3086100" cy="365125"/>
          </a:xfrm>
          <a:prstGeom prst="rect">
            <a:avLst/>
          </a:prstGeom>
        </p:spPr>
        <p:txBody>
          <a:bodyPr/>
          <a:lstStyle/>
          <a:p>
            <a:endParaRPr lang="ru-RU"/>
          </a:p>
        </p:txBody>
      </p:sp>
      <p:sp>
        <p:nvSpPr>
          <p:cNvPr id="7" name="Номер слайда 5">
            <a:extLst>
              <a:ext uri="{FF2B5EF4-FFF2-40B4-BE49-F238E27FC236}">
                <a16:creationId xmlns="" xmlns:a16="http://schemas.microsoft.com/office/drawing/2014/main" id="{93D961C8-81F0-CCE5-93CC-B19775D08E40}"/>
              </a:ext>
            </a:extLst>
          </p:cNvPr>
          <p:cNvSpPr>
            <a:spLocks noGrp="1"/>
          </p:cNvSpPr>
          <p:nvPr>
            <p:ph type="sldNum" sz="quarter" idx="12"/>
          </p:nvPr>
        </p:nvSpPr>
        <p:spPr>
          <a:xfrm>
            <a:off x="7086600" y="6480698"/>
            <a:ext cx="2057400" cy="365125"/>
          </a:xfrm>
          <a:prstGeom prst="rect">
            <a:avLst/>
          </a:prstGeom>
        </p:spPr>
        <p:txBody>
          <a:bodyPr/>
          <a:lstStyle>
            <a:lvl1pPr algn="r">
              <a:defRPr/>
            </a:lvl1pPr>
          </a:lstStyle>
          <a:p>
            <a:fld id="{52259990-D040-4A93-9573-D8805257596F}" type="slidenum">
              <a:rPr lang="ru-RU" smtClean="0"/>
              <a:pPr/>
              <a:t>‹#›</a:t>
            </a:fld>
            <a:endParaRPr lang="ru-RU" dirty="0"/>
          </a:p>
        </p:txBody>
      </p:sp>
    </p:spTree>
    <p:extLst>
      <p:ext uri="{BB962C8B-B14F-4D97-AF65-F5344CB8AC3E}">
        <p14:creationId xmlns:p14="http://schemas.microsoft.com/office/powerpoint/2010/main" val="3995662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8650" y="1036128"/>
            <a:ext cx="7886700" cy="1325563"/>
          </a:xfrm>
          <a:prstGeom prst="rect">
            <a:avLst/>
          </a:prstGeom>
        </p:spPr>
        <p:txBody>
          <a:bodyPr/>
          <a:lstStyle/>
          <a:p>
            <a:r>
              <a:rPr lang="ru-RU"/>
              <a:t>Образец заголовка</a:t>
            </a:r>
          </a:p>
        </p:txBody>
      </p:sp>
      <p:sp>
        <p:nvSpPr>
          <p:cNvPr id="3" name="Объект 2"/>
          <p:cNvSpPr>
            <a:spLocks noGrp="1"/>
          </p:cNvSpPr>
          <p:nvPr>
            <p:ph idx="1"/>
          </p:nvPr>
        </p:nvSpPr>
        <p:spPr>
          <a:xfrm>
            <a:off x="628650" y="2523743"/>
            <a:ext cx="7886700" cy="3653219"/>
          </a:xfrm>
          <a:prstGeom prst="rect">
            <a:avLst/>
          </a:prstGeo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p:cNvSpPr>
            <a:spLocks noGrp="1"/>
          </p:cNvSpPr>
          <p:nvPr>
            <p:ph type="dt" sz="half" idx="10"/>
          </p:nvPr>
        </p:nvSpPr>
        <p:spPr>
          <a:xfrm>
            <a:off x="0" y="6469940"/>
            <a:ext cx="2057400" cy="365125"/>
          </a:xfrm>
          <a:prstGeom prst="rect">
            <a:avLst/>
          </a:prstGeom>
        </p:spPr>
        <p:txBody>
          <a:bodyPr/>
          <a:lstStyle/>
          <a:p>
            <a:fld id="{B4E48A99-5F05-4D77-81C7-5AA7E39ED88A}" type="datetime1">
              <a:rPr lang="en-US" smtClean="0"/>
              <a:t>6/27/2026</a:t>
            </a:fld>
            <a:endParaRPr lang="ru-RU"/>
          </a:p>
        </p:txBody>
      </p:sp>
      <p:sp>
        <p:nvSpPr>
          <p:cNvPr id="5" name="Нижний колонтитул 4"/>
          <p:cNvSpPr>
            <a:spLocks noGrp="1"/>
          </p:cNvSpPr>
          <p:nvPr>
            <p:ph type="ftr" sz="quarter" idx="11"/>
          </p:nvPr>
        </p:nvSpPr>
        <p:spPr>
          <a:xfrm>
            <a:off x="3028950" y="6356350"/>
            <a:ext cx="3086100" cy="365125"/>
          </a:xfrm>
          <a:prstGeom prst="rect">
            <a:avLst/>
          </a:prstGeom>
        </p:spPr>
        <p:txBody>
          <a:bodyPr/>
          <a:lstStyle/>
          <a:p>
            <a:endParaRPr lang="ru-RU"/>
          </a:p>
        </p:txBody>
      </p:sp>
      <p:sp>
        <p:nvSpPr>
          <p:cNvPr id="7" name="Номер слайда 5">
            <a:extLst>
              <a:ext uri="{FF2B5EF4-FFF2-40B4-BE49-F238E27FC236}">
                <a16:creationId xmlns="" xmlns:a16="http://schemas.microsoft.com/office/drawing/2014/main" id="{E1400F3A-7B5E-E986-3C8D-D7E3ED32CAD8}"/>
              </a:ext>
            </a:extLst>
          </p:cNvPr>
          <p:cNvSpPr>
            <a:spLocks noGrp="1"/>
          </p:cNvSpPr>
          <p:nvPr>
            <p:ph type="sldNum" sz="quarter" idx="12"/>
          </p:nvPr>
        </p:nvSpPr>
        <p:spPr>
          <a:xfrm>
            <a:off x="7086600" y="6480698"/>
            <a:ext cx="2057400" cy="365125"/>
          </a:xfrm>
          <a:prstGeom prst="rect">
            <a:avLst/>
          </a:prstGeom>
        </p:spPr>
        <p:txBody>
          <a:bodyPr/>
          <a:lstStyle>
            <a:lvl1pPr algn="r">
              <a:defRPr/>
            </a:lvl1pPr>
          </a:lstStyle>
          <a:p>
            <a:fld id="{52259990-D040-4A93-9573-D8805257596F}" type="slidenum">
              <a:rPr lang="ru-RU" smtClean="0"/>
              <a:pPr/>
              <a:t>‹#›</a:t>
            </a:fld>
            <a:endParaRPr lang="ru-RU" dirty="0"/>
          </a:p>
        </p:txBody>
      </p:sp>
    </p:spTree>
    <p:extLst>
      <p:ext uri="{BB962C8B-B14F-4D97-AF65-F5344CB8AC3E}">
        <p14:creationId xmlns:p14="http://schemas.microsoft.com/office/powerpoint/2010/main" val="579360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8650" y="1033272"/>
            <a:ext cx="7886700" cy="1218691"/>
          </a:xfrm>
          <a:prstGeom prst="rect">
            <a:avLst/>
          </a:prstGeom>
        </p:spPr>
        <p:txBody>
          <a:bodyPr/>
          <a:lstStyle/>
          <a:p>
            <a:r>
              <a:rPr lang="ru-RU" dirty="0"/>
              <a:t>Образец заголовка</a:t>
            </a:r>
          </a:p>
        </p:txBody>
      </p:sp>
      <p:sp>
        <p:nvSpPr>
          <p:cNvPr id="3" name="Объект 2"/>
          <p:cNvSpPr>
            <a:spLocks noGrp="1"/>
          </p:cNvSpPr>
          <p:nvPr>
            <p:ph sz="half" idx="1"/>
          </p:nvPr>
        </p:nvSpPr>
        <p:spPr>
          <a:xfrm>
            <a:off x="628650" y="2414015"/>
            <a:ext cx="3867150" cy="3762947"/>
          </a:xfrm>
          <a:prstGeom prst="rect">
            <a:avLst/>
          </a:prstGeo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Объект 3"/>
          <p:cNvSpPr>
            <a:spLocks noGrp="1"/>
          </p:cNvSpPr>
          <p:nvPr>
            <p:ph sz="half" idx="2"/>
          </p:nvPr>
        </p:nvSpPr>
        <p:spPr>
          <a:xfrm>
            <a:off x="4648200" y="2414015"/>
            <a:ext cx="3867150" cy="3762948"/>
          </a:xfrm>
          <a:prstGeom prst="rect">
            <a:avLst/>
          </a:prstGeo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5" name="Дата 4"/>
          <p:cNvSpPr>
            <a:spLocks noGrp="1"/>
          </p:cNvSpPr>
          <p:nvPr>
            <p:ph type="dt" sz="half" idx="10"/>
          </p:nvPr>
        </p:nvSpPr>
        <p:spPr>
          <a:xfrm>
            <a:off x="0" y="6492875"/>
            <a:ext cx="2057400" cy="365125"/>
          </a:xfrm>
          <a:prstGeom prst="rect">
            <a:avLst/>
          </a:prstGeom>
        </p:spPr>
        <p:txBody>
          <a:bodyPr/>
          <a:lstStyle/>
          <a:p>
            <a:fld id="{40862930-79B4-4CB1-AFB3-68C345192A83}" type="datetime1">
              <a:rPr lang="en-US" smtClean="0"/>
              <a:t>6/27/2026</a:t>
            </a:fld>
            <a:endParaRPr lang="ru-RU"/>
          </a:p>
        </p:txBody>
      </p:sp>
      <p:sp>
        <p:nvSpPr>
          <p:cNvPr id="6" name="Нижний колонтитул 5"/>
          <p:cNvSpPr>
            <a:spLocks noGrp="1"/>
          </p:cNvSpPr>
          <p:nvPr>
            <p:ph type="ftr" sz="quarter" idx="11"/>
          </p:nvPr>
        </p:nvSpPr>
        <p:spPr>
          <a:xfrm>
            <a:off x="3028950" y="6356350"/>
            <a:ext cx="3086100" cy="365125"/>
          </a:xfrm>
          <a:prstGeom prst="rect">
            <a:avLst/>
          </a:prstGeom>
        </p:spPr>
        <p:txBody>
          <a:bodyPr/>
          <a:lstStyle/>
          <a:p>
            <a:endParaRPr lang="ru-RU"/>
          </a:p>
        </p:txBody>
      </p:sp>
      <p:sp>
        <p:nvSpPr>
          <p:cNvPr id="8" name="Номер слайда 5">
            <a:extLst>
              <a:ext uri="{FF2B5EF4-FFF2-40B4-BE49-F238E27FC236}">
                <a16:creationId xmlns="" xmlns:a16="http://schemas.microsoft.com/office/drawing/2014/main" id="{EF9E7562-4C64-9200-F7CF-81A74263CE04}"/>
              </a:ext>
            </a:extLst>
          </p:cNvPr>
          <p:cNvSpPr>
            <a:spLocks noGrp="1"/>
          </p:cNvSpPr>
          <p:nvPr>
            <p:ph type="sldNum" sz="quarter" idx="12"/>
          </p:nvPr>
        </p:nvSpPr>
        <p:spPr>
          <a:xfrm>
            <a:off x="7086600" y="6480698"/>
            <a:ext cx="2057400" cy="365125"/>
          </a:xfrm>
          <a:prstGeom prst="rect">
            <a:avLst/>
          </a:prstGeom>
        </p:spPr>
        <p:txBody>
          <a:bodyPr/>
          <a:lstStyle>
            <a:lvl1pPr algn="r">
              <a:defRPr/>
            </a:lvl1pPr>
          </a:lstStyle>
          <a:p>
            <a:fld id="{52259990-D040-4A93-9573-D8805257596F}" type="slidenum">
              <a:rPr lang="ru-RU" smtClean="0"/>
              <a:pPr/>
              <a:t>‹#›</a:t>
            </a:fld>
            <a:endParaRPr lang="ru-RU" dirty="0"/>
          </a:p>
        </p:txBody>
      </p:sp>
    </p:spTree>
    <p:extLst>
      <p:ext uri="{BB962C8B-B14F-4D97-AF65-F5344CB8AC3E}">
        <p14:creationId xmlns:p14="http://schemas.microsoft.com/office/powerpoint/2010/main" val="3308025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18808" y="1033272"/>
            <a:ext cx="7886700" cy="1024525"/>
          </a:xfrm>
          <a:prstGeom prst="rect">
            <a:avLst/>
          </a:prstGeom>
        </p:spPr>
        <p:txBody>
          <a:bodyPr/>
          <a:lstStyle/>
          <a:p>
            <a:r>
              <a:rPr lang="ru-RU"/>
              <a:t>Образец заголовка</a:t>
            </a:r>
          </a:p>
        </p:txBody>
      </p:sp>
      <p:sp>
        <p:nvSpPr>
          <p:cNvPr id="3" name="Текст 2"/>
          <p:cNvSpPr>
            <a:spLocks noGrp="1"/>
          </p:cNvSpPr>
          <p:nvPr>
            <p:ph type="body" idx="1"/>
          </p:nvPr>
        </p:nvSpPr>
        <p:spPr>
          <a:xfrm>
            <a:off x="618808" y="2099469"/>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630238" y="3006725"/>
            <a:ext cx="3868737" cy="3182938"/>
          </a:xfrm>
          <a:prstGeom prst="rect">
            <a:avLst/>
          </a:prstGeo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5" name="Текст 4"/>
          <p:cNvSpPr>
            <a:spLocks noGrp="1"/>
          </p:cNvSpPr>
          <p:nvPr>
            <p:ph type="body" sz="quarter" idx="3"/>
          </p:nvPr>
        </p:nvSpPr>
        <p:spPr>
          <a:xfrm>
            <a:off x="4629150" y="2099469"/>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4629150" y="3006725"/>
            <a:ext cx="3887788" cy="3182937"/>
          </a:xfrm>
          <a:prstGeom prst="rect">
            <a:avLst/>
          </a:prstGeo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7" name="Дата 6"/>
          <p:cNvSpPr>
            <a:spLocks noGrp="1"/>
          </p:cNvSpPr>
          <p:nvPr>
            <p:ph type="dt" sz="half" idx="10"/>
          </p:nvPr>
        </p:nvSpPr>
        <p:spPr>
          <a:xfrm>
            <a:off x="0" y="6480697"/>
            <a:ext cx="2057400" cy="365125"/>
          </a:xfrm>
          <a:prstGeom prst="rect">
            <a:avLst/>
          </a:prstGeom>
        </p:spPr>
        <p:txBody>
          <a:bodyPr/>
          <a:lstStyle/>
          <a:p>
            <a:fld id="{3087BD15-8EC4-4859-8441-4B361B08C53D}" type="datetime1">
              <a:rPr lang="en-US" smtClean="0"/>
              <a:t>6/27/2026</a:t>
            </a:fld>
            <a:endParaRPr lang="ru-RU"/>
          </a:p>
        </p:txBody>
      </p:sp>
      <p:sp>
        <p:nvSpPr>
          <p:cNvPr id="8" name="Нижний колонтитул 7"/>
          <p:cNvSpPr>
            <a:spLocks noGrp="1"/>
          </p:cNvSpPr>
          <p:nvPr>
            <p:ph type="ftr" sz="quarter" idx="11"/>
          </p:nvPr>
        </p:nvSpPr>
        <p:spPr>
          <a:xfrm>
            <a:off x="3028950" y="6356350"/>
            <a:ext cx="3086100" cy="365125"/>
          </a:xfrm>
          <a:prstGeom prst="rect">
            <a:avLst/>
          </a:prstGeom>
        </p:spPr>
        <p:txBody>
          <a:bodyPr/>
          <a:lstStyle/>
          <a:p>
            <a:endParaRPr lang="ru-RU"/>
          </a:p>
        </p:txBody>
      </p:sp>
      <p:sp>
        <p:nvSpPr>
          <p:cNvPr id="10" name="Номер слайда 5">
            <a:extLst>
              <a:ext uri="{FF2B5EF4-FFF2-40B4-BE49-F238E27FC236}">
                <a16:creationId xmlns="" xmlns:a16="http://schemas.microsoft.com/office/drawing/2014/main" id="{E5425750-DBEE-C9FA-18B0-C2B675CDDD5A}"/>
              </a:ext>
            </a:extLst>
          </p:cNvPr>
          <p:cNvSpPr>
            <a:spLocks noGrp="1"/>
          </p:cNvSpPr>
          <p:nvPr>
            <p:ph type="sldNum" sz="quarter" idx="12"/>
          </p:nvPr>
        </p:nvSpPr>
        <p:spPr>
          <a:xfrm>
            <a:off x="7086600" y="6480698"/>
            <a:ext cx="2057400" cy="365125"/>
          </a:xfrm>
          <a:prstGeom prst="rect">
            <a:avLst/>
          </a:prstGeom>
        </p:spPr>
        <p:txBody>
          <a:bodyPr/>
          <a:lstStyle>
            <a:lvl1pPr algn="r">
              <a:defRPr/>
            </a:lvl1pPr>
          </a:lstStyle>
          <a:p>
            <a:fld id="{52259990-D040-4A93-9573-D8805257596F}" type="slidenum">
              <a:rPr lang="ru-RU" smtClean="0"/>
              <a:pPr/>
              <a:t>‹#›</a:t>
            </a:fld>
            <a:endParaRPr lang="ru-RU" dirty="0"/>
          </a:p>
        </p:txBody>
      </p:sp>
    </p:spTree>
    <p:extLst>
      <p:ext uri="{BB962C8B-B14F-4D97-AF65-F5344CB8AC3E}">
        <p14:creationId xmlns:p14="http://schemas.microsoft.com/office/powerpoint/2010/main" val="20605518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8650" y="1160653"/>
            <a:ext cx="7886700" cy="1325563"/>
          </a:xfrm>
          <a:prstGeom prst="rect">
            <a:avLst/>
          </a:prstGeom>
        </p:spPr>
        <p:txBody>
          <a:bodyPr/>
          <a:lstStyle/>
          <a:p>
            <a:r>
              <a:rPr lang="ru-RU"/>
              <a:t>Образец заголовка</a:t>
            </a:r>
          </a:p>
        </p:txBody>
      </p:sp>
      <p:sp>
        <p:nvSpPr>
          <p:cNvPr id="3" name="Дата 2"/>
          <p:cNvSpPr>
            <a:spLocks noGrp="1"/>
          </p:cNvSpPr>
          <p:nvPr>
            <p:ph type="dt" sz="half" idx="10"/>
          </p:nvPr>
        </p:nvSpPr>
        <p:spPr>
          <a:xfrm>
            <a:off x="0" y="6479279"/>
            <a:ext cx="2057400" cy="365125"/>
          </a:xfrm>
          <a:prstGeom prst="rect">
            <a:avLst/>
          </a:prstGeom>
        </p:spPr>
        <p:txBody>
          <a:bodyPr/>
          <a:lstStyle/>
          <a:p>
            <a:fld id="{DB9CD66F-39BB-4206-A809-14CED26CA744}" type="datetime1">
              <a:rPr lang="en-US" smtClean="0"/>
              <a:t>6/27/2026</a:t>
            </a:fld>
            <a:endParaRPr lang="ru-RU"/>
          </a:p>
        </p:txBody>
      </p:sp>
      <p:sp>
        <p:nvSpPr>
          <p:cNvPr id="4" name="Нижний колонтитул 3"/>
          <p:cNvSpPr>
            <a:spLocks noGrp="1"/>
          </p:cNvSpPr>
          <p:nvPr>
            <p:ph type="ftr" sz="quarter" idx="11"/>
          </p:nvPr>
        </p:nvSpPr>
        <p:spPr>
          <a:xfrm>
            <a:off x="3028950" y="6356350"/>
            <a:ext cx="3086100" cy="365125"/>
          </a:xfrm>
          <a:prstGeom prst="rect">
            <a:avLst/>
          </a:prstGeom>
        </p:spPr>
        <p:txBody>
          <a:bodyPr/>
          <a:lstStyle/>
          <a:p>
            <a:endParaRPr lang="ru-RU"/>
          </a:p>
        </p:txBody>
      </p:sp>
      <p:sp>
        <p:nvSpPr>
          <p:cNvPr id="6" name="Номер слайда 5">
            <a:extLst>
              <a:ext uri="{FF2B5EF4-FFF2-40B4-BE49-F238E27FC236}">
                <a16:creationId xmlns="" xmlns:a16="http://schemas.microsoft.com/office/drawing/2014/main" id="{793138ED-5AEE-374B-DA65-577499AD0461}"/>
              </a:ext>
            </a:extLst>
          </p:cNvPr>
          <p:cNvSpPr>
            <a:spLocks noGrp="1"/>
          </p:cNvSpPr>
          <p:nvPr>
            <p:ph type="sldNum" sz="quarter" idx="12"/>
          </p:nvPr>
        </p:nvSpPr>
        <p:spPr>
          <a:xfrm>
            <a:off x="7086600" y="6480698"/>
            <a:ext cx="2057400" cy="365125"/>
          </a:xfrm>
          <a:prstGeom prst="rect">
            <a:avLst/>
          </a:prstGeom>
        </p:spPr>
        <p:txBody>
          <a:bodyPr/>
          <a:lstStyle>
            <a:lvl1pPr algn="r">
              <a:defRPr/>
            </a:lvl1pPr>
          </a:lstStyle>
          <a:p>
            <a:fld id="{52259990-D040-4A93-9573-D8805257596F}" type="slidenum">
              <a:rPr lang="ru-RU" smtClean="0"/>
              <a:pPr/>
              <a:t>‹#›</a:t>
            </a:fld>
            <a:endParaRPr lang="ru-RU" dirty="0"/>
          </a:p>
        </p:txBody>
      </p:sp>
    </p:spTree>
    <p:extLst>
      <p:ext uri="{BB962C8B-B14F-4D97-AF65-F5344CB8AC3E}">
        <p14:creationId xmlns:p14="http://schemas.microsoft.com/office/powerpoint/2010/main" val="3721443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a:xfrm>
            <a:off x="0" y="6480697"/>
            <a:ext cx="2057400" cy="365125"/>
          </a:xfrm>
          <a:prstGeom prst="rect">
            <a:avLst/>
          </a:prstGeom>
        </p:spPr>
        <p:txBody>
          <a:bodyPr/>
          <a:lstStyle/>
          <a:p>
            <a:fld id="{86D25D0D-EF31-4530-9D89-AE3F619918A9}" type="datetime1">
              <a:rPr lang="en-US" smtClean="0"/>
              <a:t>6/27/2026</a:t>
            </a:fld>
            <a:endParaRPr lang="ru-RU"/>
          </a:p>
        </p:txBody>
      </p:sp>
      <p:sp>
        <p:nvSpPr>
          <p:cNvPr id="3" name="Нижний колонтитул 2"/>
          <p:cNvSpPr>
            <a:spLocks noGrp="1"/>
          </p:cNvSpPr>
          <p:nvPr>
            <p:ph type="ftr" sz="quarter" idx="11"/>
          </p:nvPr>
        </p:nvSpPr>
        <p:spPr>
          <a:xfrm>
            <a:off x="3028950" y="6356350"/>
            <a:ext cx="3086100" cy="365125"/>
          </a:xfrm>
          <a:prstGeom prst="rect">
            <a:avLst/>
          </a:prstGeom>
        </p:spPr>
        <p:txBody>
          <a:bodyPr/>
          <a:lstStyle/>
          <a:p>
            <a:endParaRPr lang="ru-RU"/>
          </a:p>
        </p:txBody>
      </p:sp>
      <p:sp>
        <p:nvSpPr>
          <p:cNvPr id="5" name="Номер слайда 5">
            <a:extLst>
              <a:ext uri="{FF2B5EF4-FFF2-40B4-BE49-F238E27FC236}">
                <a16:creationId xmlns="" xmlns:a16="http://schemas.microsoft.com/office/drawing/2014/main" id="{C6E3F1F6-F4B3-5413-F4E6-750406273BD0}"/>
              </a:ext>
            </a:extLst>
          </p:cNvPr>
          <p:cNvSpPr>
            <a:spLocks noGrp="1"/>
          </p:cNvSpPr>
          <p:nvPr>
            <p:ph type="sldNum" sz="quarter" idx="12"/>
          </p:nvPr>
        </p:nvSpPr>
        <p:spPr>
          <a:xfrm>
            <a:off x="7086600" y="6480698"/>
            <a:ext cx="2057400" cy="365125"/>
          </a:xfrm>
          <a:prstGeom prst="rect">
            <a:avLst/>
          </a:prstGeom>
        </p:spPr>
        <p:txBody>
          <a:bodyPr/>
          <a:lstStyle>
            <a:lvl1pPr algn="r">
              <a:defRPr/>
            </a:lvl1pPr>
          </a:lstStyle>
          <a:p>
            <a:fld id="{52259990-D040-4A93-9573-D8805257596F}" type="slidenum">
              <a:rPr lang="ru-RU" smtClean="0"/>
              <a:pPr/>
              <a:t>‹#›</a:t>
            </a:fld>
            <a:endParaRPr lang="ru-RU" dirty="0"/>
          </a:p>
        </p:txBody>
      </p:sp>
    </p:spTree>
    <p:extLst>
      <p:ext uri="{BB962C8B-B14F-4D97-AF65-F5344CB8AC3E}">
        <p14:creationId xmlns:p14="http://schemas.microsoft.com/office/powerpoint/2010/main" val="3090020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30238" y="987424"/>
            <a:ext cx="2949575" cy="1528699"/>
          </a:xfrm>
          <a:prstGeom prst="rect">
            <a:avLst/>
          </a:prstGeo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630238" y="2552700"/>
            <a:ext cx="2949575" cy="33162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a:xfrm>
            <a:off x="0" y="6480697"/>
            <a:ext cx="2057400" cy="365125"/>
          </a:xfrm>
          <a:prstGeom prst="rect">
            <a:avLst/>
          </a:prstGeom>
        </p:spPr>
        <p:txBody>
          <a:bodyPr/>
          <a:lstStyle/>
          <a:p>
            <a:fld id="{EF359388-46AA-4B0F-925D-677914BD9B15}" type="datetime1">
              <a:rPr lang="en-US" smtClean="0"/>
              <a:t>6/27/2026</a:t>
            </a:fld>
            <a:endParaRPr lang="ru-RU"/>
          </a:p>
        </p:txBody>
      </p:sp>
      <p:sp>
        <p:nvSpPr>
          <p:cNvPr id="6" name="Нижний колонтитул 5"/>
          <p:cNvSpPr>
            <a:spLocks noGrp="1"/>
          </p:cNvSpPr>
          <p:nvPr>
            <p:ph type="ftr" sz="quarter" idx="11"/>
          </p:nvPr>
        </p:nvSpPr>
        <p:spPr>
          <a:xfrm>
            <a:off x="3028950" y="6356350"/>
            <a:ext cx="3086100" cy="365125"/>
          </a:xfrm>
          <a:prstGeom prst="rect">
            <a:avLst/>
          </a:prstGeom>
        </p:spPr>
        <p:txBody>
          <a:bodyPr/>
          <a:lstStyle/>
          <a:p>
            <a:endParaRPr lang="ru-RU"/>
          </a:p>
        </p:txBody>
      </p:sp>
      <p:sp>
        <p:nvSpPr>
          <p:cNvPr id="8" name="Номер слайда 5">
            <a:extLst>
              <a:ext uri="{FF2B5EF4-FFF2-40B4-BE49-F238E27FC236}">
                <a16:creationId xmlns="" xmlns:a16="http://schemas.microsoft.com/office/drawing/2014/main" id="{5FB1CCC7-B864-78A0-9F73-303C670C6077}"/>
              </a:ext>
            </a:extLst>
          </p:cNvPr>
          <p:cNvSpPr>
            <a:spLocks noGrp="1"/>
          </p:cNvSpPr>
          <p:nvPr>
            <p:ph type="sldNum" sz="quarter" idx="12"/>
          </p:nvPr>
        </p:nvSpPr>
        <p:spPr>
          <a:xfrm>
            <a:off x="7086600" y="6480698"/>
            <a:ext cx="2057400" cy="365125"/>
          </a:xfrm>
          <a:prstGeom prst="rect">
            <a:avLst/>
          </a:prstGeom>
        </p:spPr>
        <p:txBody>
          <a:bodyPr/>
          <a:lstStyle>
            <a:lvl1pPr algn="r">
              <a:defRPr/>
            </a:lvl1pPr>
          </a:lstStyle>
          <a:p>
            <a:fld id="{52259990-D040-4A93-9573-D8805257596F}" type="slidenum">
              <a:rPr lang="ru-RU" smtClean="0"/>
              <a:pPr/>
              <a:t>‹#›</a:t>
            </a:fld>
            <a:endParaRPr lang="ru-RU" dirty="0"/>
          </a:p>
        </p:txBody>
      </p:sp>
    </p:spTree>
    <p:extLst>
      <p:ext uri="{BB962C8B-B14F-4D97-AF65-F5344CB8AC3E}">
        <p14:creationId xmlns:p14="http://schemas.microsoft.com/office/powerpoint/2010/main" val="3385043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30238" y="987424"/>
            <a:ext cx="2949575" cy="1546987"/>
          </a:xfrm>
          <a:prstGeom prst="rect">
            <a:avLst/>
          </a:prstGeo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630238" y="2552700"/>
            <a:ext cx="2949575" cy="33162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a:xfrm>
            <a:off x="0" y="6469940"/>
            <a:ext cx="2057400" cy="365125"/>
          </a:xfrm>
          <a:prstGeom prst="rect">
            <a:avLst/>
          </a:prstGeom>
        </p:spPr>
        <p:txBody>
          <a:bodyPr/>
          <a:lstStyle/>
          <a:p>
            <a:fld id="{4DD8B233-E4CE-43C8-99C2-AFE9ED71A887}" type="datetime1">
              <a:rPr lang="en-US" smtClean="0"/>
              <a:t>6/27/2026</a:t>
            </a:fld>
            <a:endParaRPr lang="ru-RU"/>
          </a:p>
        </p:txBody>
      </p:sp>
      <p:sp>
        <p:nvSpPr>
          <p:cNvPr id="6" name="Нижний колонтитул 5"/>
          <p:cNvSpPr>
            <a:spLocks noGrp="1"/>
          </p:cNvSpPr>
          <p:nvPr>
            <p:ph type="ftr" sz="quarter" idx="11"/>
          </p:nvPr>
        </p:nvSpPr>
        <p:spPr>
          <a:xfrm>
            <a:off x="3028950" y="6356350"/>
            <a:ext cx="3086100" cy="365125"/>
          </a:xfrm>
          <a:prstGeom prst="rect">
            <a:avLst/>
          </a:prstGeom>
        </p:spPr>
        <p:txBody>
          <a:bodyPr/>
          <a:lstStyle/>
          <a:p>
            <a:endParaRPr lang="ru-RU"/>
          </a:p>
        </p:txBody>
      </p:sp>
      <p:sp>
        <p:nvSpPr>
          <p:cNvPr id="8" name="Номер слайда 5">
            <a:extLst>
              <a:ext uri="{FF2B5EF4-FFF2-40B4-BE49-F238E27FC236}">
                <a16:creationId xmlns="" xmlns:a16="http://schemas.microsoft.com/office/drawing/2014/main" id="{230D5446-F2F2-0154-0DE9-748F5C6A5664}"/>
              </a:ext>
            </a:extLst>
          </p:cNvPr>
          <p:cNvSpPr>
            <a:spLocks noGrp="1"/>
          </p:cNvSpPr>
          <p:nvPr>
            <p:ph type="sldNum" sz="quarter" idx="12"/>
          </p:nvPr>
        </p:nvSpPr>
        <p:spPr>
          <a:xfrm>
            <a:off x="7086600" y="6480698"/>
            <a:ext cx="2057400" cy="365125"/>
          </a:xfrm>
          <a:prstGeom prst="rect">
            <a:avLst/>
          </a:prstGeom>
        </p:spPr>
        <p:txBody>
          <a:bodyPr/>
          <a:lstStyle>
            <a:lvl1pPr algn="r">
              <a:defRPr/>
            </a:lvl1pPr>
          </a:lstStyle>
          <a:p>
            <a:fld id="{52259990-D040-4A93-9573-D8805257596F}" type="slidenum">
              <a:rPr lang="ru-RU" smtClean="0"/>
              <a:pPr/>
              <a:t>‹#›</a:t>
            </a:fld>
            <a:endParaRPr lang="ru-RU" dirty="0"/>
          </a:p>
        </p:txBody>
      </p:sp>
    </p:spTree>
    <p:extLst>
      <p:ext uri="{BB962C8B-B14F-4D97-AF65-F5344CB8AC3E}">
        <p14:creationId xmlns:p14="http://schemas.microsoft.com/office/powerpoint/2010/main" val="1401901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8650" y="1027906"/>
            <a:ext cx="7886700" cy="1325563"/>
          </a:xfrm>
          <a:prstGeom prst="rect">
            <a:avLst/>
          </a:prstGeom>
        </p:spPr>
        <p:txBody>
          <a:bodyPr/>
          <a:lstStyle/>
          <a:p>
            <a:r>
              <a:rPr lang="ru-RU"/>
              <a:t>Образец заголовка</a:t>
            </a:r>
          </a:p>
        </p:txBody>
      </p:sp>
      <p:sp>
        <p:nvSpPr>
          <p:cNvPr id="3" name="Вертикальный текст 2"/>
          <p:cNvSpPr>
            <a:spLocks noGrp="1"/>
          </p:cNvSpPr>
          <p:nvPr>
            <p:ph type="body" orient="vert" idx="1"/>
          </p:nvPr>
        </p:nvSpPr>
        <p:spPr>
          <a:xfrm>
            <a:off x="628650" y="2606039"/>
            <a:ext cx="7886700" cy="3570923"/>
          </a:xfrm>
          <a:prstGeom prst="rect">
            <a:avLst/>
          </a:prstGeo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a:xfrm>
            <a:off x="0" y="6468521"/>
            <a:ext cx="2057400" cy="365125"/>
          </a:xfrm>
          <a:prstGeom prst="rect">
            <a:avLst/>
          </a:prstGeom>
        </p:spPr>
        <p:txBody>
          <a:bodyPr/>
          <a:lstStyle/>
          <a:p>
            <a:fld id="{7F9AF166-A5E1-4829-A893-2E20E1862B05}" type="datetime1">
              <a:rPr lang="en-US" smtClean="0"/>
              <a:t>6/27/2026</a:t>
            </a:fld>
            <a:endParaRPr lang="ru-RU"/>
          </a:p>
        </p:txBody>
      </p:sp>
      <p:sp>
        <p:nvSpPr>
          <p:cNvPr id="5" name="Нижний колонтитул 4"/>
          <p:cNvSpPr>
            <a:spLocks noGrp="1"/>
          </p:cNvSpPr>
          <p:nvPr>
            <p:ph type="ftr" sz="quarter" idx="11"/>
          </p:nvPr>
        </p:nvSpPr>
        <p:spPr>
          <a:xfrm>
            <a:off x="3028950" y="6356350"/>
            <a:ext cx="3086100" cy="365125"/>
          </a:xfrm>
          <a:prstGeom prst="rect">
            <a:avLst/>
          </a:prstGeom>
        </p:spPr>
        <p:txBody>
          <a:bodyPr/>
          <a:lstStyle/>
          <a:p>
            <a:endParaRPr lang="ru-RU"/>
          </a:p>
        </p:txBody>
      </p:sp>
      <p:sp>
        <p:nvSpPr>
          <p:cNvPr id="7" name="Номер слайда 5">
            <a:extLst>
              <a:ext uri="{FF2B5EF4-FFF2-40B4-BE49-F238E27FC236}">
                <a16:creationId xmlns="" xmlns:a16="http://schemas.microsoft.com/office/drawing/2014/main" id="{CBE747CD-7B95-E158-1FF1-A9DC911849E0}"/>
              </a:ext>
            </a:extLst>
          </p:cNvPr>
          <p:cNvSpPr>
            <a:spLocks noGrp="1"/>
          </p:cNvSpPr>
          <p:nvPr>
            <p:ph type="sldNum" sz="quarter" idx="12"/>
          </p:nvPr>
        </p:nvSpPr>
        <p:spPr>
          <a:xfrm>
            <a:off x="7086600" y="6480698"/>
            <a:ext cx="2057400" cy="365125"/>
          </a:xfrm>
          <a:prstGeom prst="rect">
            <a:avLst/>
          </a:prstGeom>
        </p:spPr>
        <p:txBody>
          <a:bodyPr/>
          <a:lstStyle>
            <a:lvl1pPr algn="r">
              <a:defRPr/>
            </a:lvl1pPr>
          </a:lstStyle>
          <a:p>
            <a:fld id="{52259990-D040-4A93-9573-D8805257596F}" type="slidenum">
              <a:rPr lang="ru-RU" smtClean="0"/>
              <a:pPr/>
              <a:t>‹#›</a:t>
            </a:fld>
            <a:endParaRPr lang="ru-RU" dirty="0"/>
          </a:p>
        </p:txBody>
      </p:sp>
    </p:spTree>
    <p:extLst>
      <p:ext uri="{BB962C8B-B14F-4D97-AF65-F5344CB8AC3E}">
        <p14:creationId xmlns:p14="http://schemas.microsoft.com/office/powerpoint/2010/main" val="2821671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543675" y="1152143"/>
            <a:ext cx="1971675" cy="5024820"/>
          </a:xfrm>
          <a:prstGeom prst="rect">
            <a:avLst/>
          </a:prstGeo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628650" y="1152143"/>
            <a:ext cx="5762625" cy="5024819"/>
          </a:xfrm>
          <a:prstGeom prst="rect">
            <a:avLst/>
          </a:prstGeo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a:xfrm>
            <a:off x="0" y="6480698"/>
            <a:ext cx="2057400" cy="365125"/>
          </a:xfrm>
          <a:prstGeom prst="rect">
            <a:avLst/>
          </a:prstGeom>
        </p:spPr>
        <p:txBody>
          <a:bodyPr/>
          <a:lstStyle/>
          <a:p>
            <a:fld id="{6946CF6E-A483-4D0A-997D-D6DFBCCE0472}" type="datetime1">
              <a:rPr lang="en-US" smtClean="0"/>
              <a:t>6/27/2026</a:t>
            </a:fld>
            <a:endParaRPr lang="ru-RU"/>
          </a:p>
        </p:txBody>
      </p:sp>
      <p:sp>
        <p:nvSpPr>
          <p:cNvPr id="5" name="Нижний колонтитул 4"/>
          <p:cNvSpPr>
            <a:spLocks noGrp="1"/>
          </p:cNvSpPr>
          <p:nvPr>
            <p:ph type="ftr" sz="quarter" idx="11"/>
          </p:nvPr>
        </p:nvSpPr>
        <p:spPr>
          <a:xfrm>
            <a:off x="3028950" y="6356350"/>
            <a:ext cx="3086100" cy="365125"/>
          </a:xfrm>
          <a:prstGeom prst="rect">
            <a:avLst/>
          </a:prstGeom>
        </p:spPr>
        <p:txBody>
          <a:bodyPr/>
          <a:lstStyle/>
          <a:p>
            <a:endParaRPr lang="ru-RU"/>
          </a:p>
        </p:txBody>
      </p:sp>
      <p:sp>
        <p:nvSpPr>
          <p:cNvPr id="7" name="Номер слайда 5">
            <a:extLst>
              <a:ext uri="{FF2B5EF4-FFF2-40B4-BE49-F238E27FC236}">
                <a16:creationId xmlns="" xmlns:a16="http://schemas.microsoft.com/office/drawing/2014/main" id="{02BFF0C1-3C6E-5090-459F-707F40315332}"/>
              </a:ext>
            </a:extLst>
          </p:cNvPr>
          <p:cNvSpPr>
            <a:spLocks noGrp="1"/>
          </p:cNvSpPr>
          <p:nvPr>
            <p:ph type="sldNum" sz="quarter" idx="12"/>
          </p:nvPr>
        </p:nvSpPr>
        <p:spPr>
          <a:xfrm>
            <a:off x="7086600" y="6480698"/>
            <a:ext cx="2057400" cy="365125"/>
          </a:xfrm>
          <a:prstGeom prst="rect">
            <a:avLst/>
          </a:prstGeom>
        </p:spPr>
        <p:txBody>
          <a:bodyPr/>
          <a:lstStyle>
            <a:lvl1pPr algn="r">
              <a:defRPr/>
            </a:lvl1pPr>
          </a:lstStyle>
          <a:p>
            <a:fld id="{52259990-D040-4A93-9573-D8805257596F}" type="slidenum">
              <a:rPr lang="ru-RU" smtClean="0"/>
              <a:pPr/>
              <a:t>‹#›</a:t>
            </a:fld>
            <a:endParaRPr lang="ru-RU" dirty="0"/>
          </a:p>
        </p:txBody>
      </p:sp>
    </p:spTree>
    <p:extLst>
      <p:ext uri="{BB962C8B-B14F-4D97-AF65-F5344CB8AC3E}">
        <p14:creationId xmlns:p14="http://schemas.microsoft.com/office/powerpoint/2010/main" val="12753326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bg>
      <p:bgPr>
        <a:gradFill flip="none" rotWithShape="1">
          <a:gsLst>
            <a:gs pos="0">
              <a:schemeClr val="accent3">
                <a:lumMod val="5000"/>
                <a:lumOff val="95000"/>
              </a:schemeClr>
            </a:gs>
            <a:gs pos="74000">
              <a:schemeClr val="accent3">
                <a:lumMod val="45000"/>
                <a:lumOff val="55000"/>
              </a:schemeClr>
            </a:gs>
            <a:gs pos="83000">
              <a:schemeClr val="accent3">
                <a:lumMod val="45000"/>
                <a:lumOff val="55000"/>
              </a:schemeClr>
            </a:gs>
            <a:gs pos="100000">
              <a:schemeClr val="accent3">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Заголовок 1"/>
          <p:cNvSpPr>
            <a:spLocks noGrp="1"/>
          </p:cNvSpPr>
          <p:nvPr>
            <p:ph type="title" hasCustomPrompt="1"/>
          </p:nvPr>
        </p:nvSpPr>
        <p:spPr>
          <a:xfrm>
            <a:off x="623888" y="1709738"/>
            <a:ext cx="7886700" cy="2852737"/>
          </a:xfrm>
          <a:prstGeom prst="rect">
            <a:avLst/>
          </a:prstGeom>
        </p:spPr>
        <p:txBody>
          <a:bodyPr anchor="b"/>
          <a:lstStyle>
            <a:lvl1pPr>
              <a:defRPr sz="6000"/>
            </a:lvl1pPr>
          </a:lstStyle>
          <a:p>
            <a:r>
              <a:rPr lang="ru-RU" dirty="0"/>
              <a:t>Название дисциплины</a:t>
            </a:r>
          </a:p>
        </p:txBody>
      </p:sp>
      <p:sp>
        <p:nvSpPr>
          <p:cNvPr id="3" name="Текст 2"/>
          <p:cNvSpPr>
            <a:spLocks noGrp="1"/>
          </p:cNvSpPr>
          <p:nvPr>
            <p:ph type="body" idx="1" hasCustomPrompt="1"/>
          </p:nvPr>
        </p:nvSpPr>
        <p:spPr>
          <a:xfrm>
            <a:off x="623888" y="4589463"/>
            <a:ext cx="78867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dirty="0"/>
              <a:t>ФИО преподавателя</a:t>
            </a:r>
          </a:p>
          <a:p>
            <a:pPr lvl="0"/>
            <a:r>
              <a:rPr lang="ru-RU" dirty="0"/>
              <a:t>Электронная почта (укажите корпоративную почту)</a:t>
            </a:r>
          </a:p>
        </p:txBody>
      </p:sp>
      <p:sp>
        <p:nvSpPr>
          <p:cNvPr id="4" name="Дата 3"/>
          <p:cNvSpPr>
            <a:spLocks noGrp="1"/>
          </p:cNvSpPr>
          <p:nvPr>
            <p:ph type="dt" sz="half" idx="10"/>
          </p:nvPr>
        </p:nvSpPr>
        <p:spPr>
          <a:xfrm>
            <a:off x="0" y="6492875"/>
            <a:ext cx="2057400" cy="365125"/>
          </a:xfrm>
          <a:prstGeom prst="rect">
            <a:avLst/>
          </a:prstGeom>
        </p:spPr>
        <p:txBody>
          <a:bodyPr/>
          <a:lstStyle/>
          <a:p>
            <a:fld id="{DCB871D2-25B0-448C-80C6-D62A08D94E97}" type="datetime1">
              <a:rPr lang="en-US" smtClean="0">
                <a:solidFill>
                  <a:prstClr val="black"/>
                </a:solidFill>
              </a:rPr>
              <a:pPr/>
              <a:t>6/27/2026</a:t>
            </a:fld>
            <a:endParaRPr lang="ru-RU">
              <a:solidFill>
                <a:prstClr val="black"/>
              </a:solidFill>
            </a:endParaRPr>
          </a:p>
        </p:txBody>
      </p:sp>
      <p:sp>
        <p:nvSpPr>
          <p:cNvPr id="5" name="Нижний колонтитул 4"/>
          <p:cNvSpPr>
            <a:spLocks noGrp="1"/>
          </p:cNvSpPr>
          <p:nvPr>
            <p:ph type="ftr" sz="quarter" idx="11"/>
          </p:nvPr>
        </p:nvSpPr>
        <p:spPr>
          <a:xfrm>
            <a:off x="3028950" y="6356350"/>
            <a:ext cx="3086100" cy="365125"/>
          </a:xfrm>
          <a:prstGeom prst="rect">
            <a:avLst/>
          </a:prstGeom>
        </p:spPr>
        <p:txBody>
          <a:bodyPr/>
          <a:lstStyle/>
          <a:p>
            <a:endParaRPr lang="ru-RU">
              <a:solidFill>
                <a:prstClr val="black"/>
              </a:solidFill>
            </a:endParaRPr>
          </a:p>
        </p:txBody>
      </p:sp>
      <p:sp>
        <p:nvSpPr>
          <p:cNvPr id="6" name="Номер слайда 5"/>
          <p:cNvSpPr>
            <a:spLocks noGrp="1"/>
          </p:cNvSpPr>
          <p:nvPr>
            <p:ph type="sldNum" sz="quarter" idx="12"/>
          </p:nvPr>
        </p:nvSpPr>
        <p:spPr>
          <a:xfrm>
            <a:off x="7086600" y="6492875"/>
            <a:ext cx="2057400" cy="365125"/>
          </a:xfrm>
          <a:prstGeom prst="rect">
            <a:avLst/>
          </a:prstGeom>
        </p:spPr>
        <p:txBody>
          <a:bodyPr/>
          <a:lstStyle>
            <a:lvl1pPr algn="r">
              <a:defRPr/>
            </a:lvl1pPr>
          </a:lstStyle>
          <a:p>
            <a:fld id="{52259990-D040-4A93-9573-D8805257596F}" type="slidenum">
              <a:rPr lang="ru-RU" smtClean="0">
                <a:solidFill>
                  <a:prstClr val="black"/>
                </a:solidFill>
              </a:rPr>
              <a:pPr/>
              <a:t>‹#›</a:t>
            </a:fld>
            <a:endParaRPr lang="ru-RU" dirty="0">
              <a:solidFill>
                <a:prstClr val="black"/>
              </a:solidFill>
            </a:endParaRPr>
          </a:p>
        </p:txBody>
      </p:sp>
    </p:spTree>
    <p:extLst>
      <p:ext uri="{BB962C8B-B14F-4D97-AF65-F5344CB8AC3E}">
        <p14:creationId xmlns:p14="http://schemas.microsoft.com/office/powerpoint/2010/main" val="3586145028"/>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hasCustomPrompt="1"/>
          </p:nvPr>
        </p:nvSpPr>
        <p:spPr>
          <a:xfrm>
            <a:off x="1143000" y="2057399"/>
            <a:ext cx="6858000" cy="1452563"/>
          </a:xfrm>
          <a:prstGeom prst="rect">
            <a:avLst/>
          </a:prstGeom>
        </p:spPr>
        <p:txBody>
          <a:bodyPr anchor="b"/>
          <a:lstStyle>
            <a:lvl1pPr algn="ctr">
              <a:defRPr sz="6000" b="1"/>
            </a:lvl1pPr>
          </a:lstStyle>
          <a:p>
            <a:r>
              <a:rPr lang="ru-RU" dirty="0"/>
              <a:t>Название темы</a:t>
            </a:r>
          </a:p>
        </p:txBody>
      </p:sp>
      <p:sp>
        <p:nvSpPr>
          <p:cNvPr id="3" name="Подзаголовок 2"/>
          <p:cNvSpPr>
            <a:spLocks noGrp="1"/>
          </p:cNvSpPr>
          <p:nvPr>
            <p:ph type="subTitle" idx="1" hasCustomPrompt="1"/>
          </p:nvPr>
        </p:nvSpPr>
        <p:spPr>
          <a:xfrm>
            <a:off x="1143000" y="1178878"/>
            <a:ext cx="6858000" cy="467042"/>
          </a:xfrm>
          <a:prstGeom prst="rect">
            <a:avLst/>
          </a:prstGeom>
        </p:spPr>
        <p:txBody>
          <a:bodyPr/>
          <a:lstStyle>
            <a:lvl1pPr marL="0" indent="0" algn="l">
              <a:buNone/>
              <a:defRPr sz="24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Номер темы</a:t>
            </a:r>
          </a:p>
        </p:txBody>
      </p:sp>
      <p:sp>
        <p:nvSpPr>
          <p:cNvPr id="4" name="Дата 3"/>
          <p:cNvSpPr>
            <a:spLocks noGrp="1"/>
          </p:cNvSpPr>
          <p:nvPr>
            <p:ph type="dt" sz="half" idx="10"/>
          </p:nvPr>
        </p:nvSpPr>
        <p:spPr>
          <a:xfrm>
            <a:off x="0" y="6480698"/>
            <a:ext cx="2057400" cy="365125"/>
          </a:xfrm>
          <a:prstGeom prst="rect">
            <a:avLst/>
          </a:prstGeom>
        </p:spPr>
        <p:txBody>
          <a:bodyPr/>
          <a:lstStyle/>
          <a:p>
            <a:fld id="{DA0D15EA-F46C-4827-B7EA-97593F313E8E}" type="datetime1">
              <a:rPr lang="en-US" smtClean="0">
                <a:solidFill>
                  <a:prstClr val="black"/>
                </a:solidFill>
              </a:rPr>
              <a:pPr/>
              <a:t>6/27/2026</a:t>
            </a:fld>
            <a:endParaRPr lang="ru-RU">
              <a:solidFill>
                <a:prstClr val="black"/>
              </a:solidFill>
            </a:endParaRPr>
          </a:p>
        </p:txBody>
      </p:sp>
      <p:sp>
        <p:nvSpPr>
          <p:cNvPr id="5" name="Нижний колонтитул 4"/>
          <p:cNvSpPr>
            <a:spLocks noGrp="1"/>
          </p:cNvSpPr>
          <p:nvPr>
            <p:ph type="ftr" sz="quarter" idx="11"/>
          </p:nvPr>
        </p:nvSpPr>
        <p:spPr>
          <a:xfrm>
            <a:off x="3028950" y="6356350"/>
            <a:ext cx="3086100" cy="365125"/>
          </a:xfrm>
          <a:prstGeom prst="rect">
            <a:avLst/>
          </a:prstGeom>
        </p:spPr>
        <p:txBody>
          <a:bodyPr/>
          <a:lstStyle/>
          <a:p>
            <a:endParaRPr lang="ru-RU">
              <a:solidFill>
                <a:prstClr val="black"/>
              </a:solidFill>
            </a:endParaRPr>
          </a:p>
        </p:txBody>
      </p:sp>
      <p:sp>
        <p:nvSpPr>
          <p:cNvPr id="7" name="Номер слайда 5">
            <a:extLst>
              <a:ext uri="{FF2B5EF4-FFF2-40B4-BE49-F238E27FC236}">
                <a16:creationId xmlns="" xmlns:a16="http://schemas.microsoft.com/office/drawing/2014/main" id="{93D961C8-81F0-CCE5-93CC-B19775D08E40}"/>
              </a:ext>
            </a:extLst>
          </p:cNvPr>
          <p:cNvSpPr>
            <a:spLocks noGrp="1"/>
          </p:cNvSpPr>
          <p:nvPr>
            <p:ph type="sldNum" sz="quarter" idx="12"/>
          </p:nvPr>
        </p:nvSpPr>
        <p:spPr>
          <a:xfrm>
            <a:off x="7086600" y="6480698"/>
            <a:ext cx="2057400" cy="365125"/>
          </a:xfrm>
          <a:prstGeom prst="rect">
            <a:avLst/>
          </a:prstGeom>
        </p:spPr>
        <p:txBody>
          <a:bodyPr/>
          <a:lstStyle>
            <a:lvl1pPr algn="r">
              <a:defRPr/>
            </a:lvl1pPr>
          </a:lstStyle>
          <a:p>
            <a:fld id="{52259990-D040-4A93-9573-D8805257596F}" type="slidenum">
              <a:rPr lang="ru-RU" smtClean="0">
                <a:solidFill>
                  <a:prstClr val="black"/>
                </a:solidFill>
              </a:rPr>
              <a:pPr/>
              <a:t>‹#›</a:t>
            </a:fld>
            <a:endParaRPr lang="ru-RU" dirty="0">
              <a:solidFill>
                <a:prstClr val="black"/>
              </a:solidFill>
            </a:endParaRPr>
          </a:p>
        </p:txBody>
      </p:sp>
    </p:spTree>
    <p:extLst>
      <p:ext uri="{BB962C8B-B14F-4D97-AF65-F5344CB8AC3E}">
        <p14:creationId xmlns:p14="http://schemas.microsoft.com/office/powerpoint/2010/main" val="6500565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8650" y="1036128"/>
            <a:ext cx="7886700" cy="1325563"/>
          </a:xfrm>
          <a:prstGeom prst="rect">
            <a:avLst/>
          </a:prstGeom>
        </p:spPr>
        <p:txBody>
          <a:bodyPr/>
          <a:lstStyle/>
          <a:p>
            <a:r>
              <a:rPr lang="ru-RU"/>
              <a:t>Образец заголовка</a:t>
            </a:r>
          </a:p>
        </p:txBody>
      </p:sp>
      <p:sp>
        <p:nvSpPr>
          <p:cNvPr id="3" name="Объект 2"/>
          <p:cNvSpPr>
            <a:spLocks noGrp="1"/>
          </p:cNvSpPr>
          <p:nvPr>
            <p:ph idx="1"/>
          </p:nvPr>
        </p:nvSpPr>
        <p:spPr>
          <a:xfrm>
            <a:off x="628650" y="2523743"/>
            <a:ext cx="7886700" cy="3653219"/>
          </a:xfrm>
          <a:prstGeom prst="rect">
            <a:avLst/>
          </a:prstGeo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Дата 3"/>
          <p:cNvSpPr>
            <a:spLocks noGrp="1"/>
          </p:cNvSpPr>
          <p:nvPr>
            <p:ph type="dt" sz="half" idx="10"/>
          </p:nvPr>
        </p:nvSpPr>
        <p:spPr>
          <a:xfrm>
            <a:off x="0" y="6469940"/>
            <a:ext cx="2057400" cy="365125"/>
          </a:xfrm>
          <a:prstGeom prst="rect">
            <a:avLst/>
          </a:prstGeom>
        </p:spPr>
        <p:txBody>
          <a:bodyPr/>
          <a:lstStyle/>
          <a:p>
            <a:fld id="{B4E48A99-5F05-4D77-81C7-5AA7E39ED88A}" type="datetime1">
              <a:rPr lang="en-US" smtClean="0">
                <a:solidFill>
                  <a:prstClr val="black"/>
                </a:solidFill>
              </a:rPr>
              <a:pPr/>
              <a:t>6/27/2026</a:t>
            </a:fld>
            <a:endParaRPr lang="ru-RU">
              <a:solidFill>
                <a:prstClr val="black"/>
              </a:solidFill>
            </a:endParaRPr>
          </a:p>
        </p:txBody>
      </p:sp>
      <p:sp>
        <p:nvSpPr>
          <p:cNvPr id="5" name="Нижний колонтитул 4"/>
          <p:cNvSpPr>
            <a:spLocks noGrp="1"/>
          </p:cNvSpPr>
          <p:nvPr>
            <p:ph type="ftr" sz="quarter" idx="11"/>
          </p:nvPr>
        </p:nvSpPr>
        <p:spPr>
          <a:xfrm>
            <a:off x="3028950" y="6356350"/>
            <a:ext cx="3086100" cy="365125"/>
          </a:xfrm>
          <a:prstGeom prst="rect">
            <a:avLst/>
          </a:prstGeom>
        </p:spPr>
        <p:txBody>
          <a:bodyPr/>
          <a:lstStyle/>
          <a:p>
            <a:endParaRPr lang="ru-RU">
              <a:solidFill>
                <a:prstClr val="black"/>
              </a:solidFill>
            </a:endParaRPr>
          </a:p>
        </p:txBody>
      </p:sp>
      <p:sp>
        <p:nvSpPr>
          <p:cNvPr id="7" name="Номер слайда 5">
            <a:extLst>
              <a:ext uri="{FF2B5EF4-FFF2-40B4-BE49-F238E27FC236}">
                <a16:creationId xmlns="" xmlns:a16="http://schemas.microsoft.com/office/drawing/2014/main" id="{E1400F3A-7B5E-E986-3C8D-D7E3ED32CAD8}"/>
              </a:ext>
            </a:extLst>
          </p:cNvPr>
          <p:cNvSpPr>
            <a:spLocks noGrp="1"/>
          </p:cNvSpPr>
          <p:nvPr>
            <p:ph type="sldNum" sz="quarter" idx="12"/>
          </p:nvPr>
        </p:nvSpPr>
        <p:spPr>
          <a:xfrm>
            <a:off x="7086600" y="6480698"/>
            <a:ext cx="2057400" cy="365125"/>
          </a:xfrm>
          <a:prstGeom prst="rect">
            <a:avLst/>
          </a:prstGeom>
        </p:spPr>
        <p:txBody>
          <a:bodyPr/>
          <a:lstStyle>
            <a:lvl1pPr algn="r">
              <a:defRPr/>
            </a:lvl1pPr>
          </a:lstStyle>
          <a:p>
            <a:fld id="{52259990-D040-4A93-9573-D8805257596F}" type="slidenum">
              <a:rPr lang="ru-RU" smtClean="0">
                <a:solidFill>
                  <a:prstClr val="black"/>
                </a:solidFill>
              </a:rPr>
              <a:pPr/>
              <a:t>‹#›</a:t>
            </a:fld>
            <a:endParaRPr lang="ru-RU" dirty="0">
              <a:solidFill>
                <a:prstClr val="black"/>
              </a:solidFill>
            </a:endParaRPr>
          </a:p>
        </p:txBody>
      </p:sp>
    </p:spTree>
    <p:extLst>
      <p:ext uri="{BB962C8B-B14F-4D97-AF65-F5344CB8AC3E}">
        <p14:creationId xmlns:p14="http://schemas.microsoft.com/office/powerpoint/2010/main" val="31889861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8650" y="1033272"/>
            <a:ext cx="7886700" cy="1218691"/>
          </a:xfrm>
          <a:prstGeom prst="rect">
            <a:avLst/>
          </a:prstGeom>
        </p:spPr>
        <p:txBody>
          <a:bodyPr/>
          <a:lstStyle/>
          <a:p>
            <a:r>
              <a:rPr lang="ru-RU" dirty="0"/>
              <a:t>Образец заголовка</a:t>
            </a:r>
          </a:p>
        </p:txBody>
      </p:sp>
      <p:sp>
        <p:nvSpPr>
          <p:cNvPr id="3" name="Объект 2"/>
          <p:cNvSpPr>
            <a:spLocks noGrp="1"/>
          </p:cNvSpPr>
          <p:nvPr>
            <p:ph sz="half" idx="1"/>
          </p:nvPr>
        </p:nvSpPr>
        <p:spPr>
          <a:xfrm>
            <a:off x="628650" y="2414015"/>
            <a:ext cx="3867150" cy="3762947"/>
          </a:xfrm>
          <a:prstGeom prst="rect">
            <a:avLst/>
          </a:prstGeo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4" name="Объект 3"/>
          <p:cNvSpPr>
            <a:spLocks noGrp="1"/>
          </p:cNvSpPr>
          <p:nvPr>
            <p:ph sz="half" idx="2"/>
          </p:nvPr>
        </p:nvSpPr>
        <p:spPr>
          <a:xfrm>
            <a:off x="4648200" y="2414015"/>
            <a:ext cx="3867150" cy="3762948"/>
          </a:xfrm>
          <a:prstGeom prst="rect">
            <a:avLst/>
          </a:prstGeo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5" name="Дата 4"/>
          <p:cNvSpPr>
            <a:spLocks noGrp="1"/>
          </p:cNvSpPr>
          <p:nvPr>
            <p:ph type="dt" sz="half" idx="10"/>
          </p:nvPr>
        </p:nvSpPr>
        <p:spPr>
          <a:xfrm>
            <a:off x="0" y="6492875"/>
            <a:ext cx="2057400" cy="365125"/>
          </a:xfrm>
          <a:prstGeom prst="rect">
            <a:avLst/>
          </a:prstGeom>
        </p:spPr>
        <p:txBody>
          <a:bodyPr/>
          <a:lstStyle/>
          <a:p>
            <a:fld id="{40862930-79B4-4CB1-AFB3-68C345192A83}" type="datetime1">
              <a:rPr lang="en-US" smtClean="0">
                <a:solidFill>
                  <a:prstClr val="black"/>
                </a:solidFill>
              </a:rPr>
              <a:pPr/>
              <a:t>6/27/2026</a:t>
            </a:fld>
            <a:endParaRPr lang="ru-RU">
              <a:solidFill>
                <a:prstClr val="black"/>
              </a:solidFill>
            </a:endParaRPr>
          </a:p>
        </p:txBody>
      </p:sp>
      <p:sp>
        <p:nvSpPr>
          <p:cNvPr id="6" name="Нижний колонтитул 5"/>
          <p:cNvSpPr>
            <a:spLocks noGrp="1"/>
          </p:cNvSpPr>
          <p:nvPr>
            <p:ph type="ftr" sz="quarter" idx="11"/>
          </p:nvPr>
        </p:nvSpPr>
        <p:spPr>
          <a:xfrm>
            <a:off x="3028950" y="6356350"/>
            <a:ext cx="3086100" cy="365125"/>
          </a:xfrm>
          <a:prstGeom prst="rect">
            <a:avLst/>
          </a:prstGeom>
        </p:spPr>
        <p:txBody>
          <a:bodyPr/>
          <a:lstStyle/>
          <a:p>
            <a:endParaRPr lang="ru-RU">
              <a:solidFill>
                <a:prstClr val="black"/>
              </a:solidFill>
            </a:endParaRPr>
          </a:p>
        </p:txBody>
      </p:sp>
      <p:sp>
        <p:nvSpPr>
          <p:cNvPr id="8" name="Номер слайда 5">
            <a:extLst>
              <a:ext uri="{FF2B5EF4-FFF2-40B4-BE49-F238E27FC236}">
                <a16:creationId xmlns="" xmlns:a16="http://schemas.microsoft.com/office/drawing/2014/main" id="{EF9E7562-4C64-9200-F7CF-81A74263CE04}"/>
              </a:ext>
            </a:extLst>
          </p:cNvPr>
          <p:cNvSpPr>
            <a:spLocks noGrp="1"/>
          </p:cNvSpPr>
          <p:nvPr>
            <p:ph type="sldNum" sz="quarter" idx="12"/>
          </p:nvPr>
        </p:nvSpPr>
        <p:spPr>
          <a:xfrm>
            <a:off x="7086600" y="6480698"/>
            <a:ext cx="2057400" cy="365125"/>
          </a:xfrm>
          <a:prstGeom prst="rect">
            <a:avLst/>
          </a:prstGeom>
        </p:spPr>
        <p:txBody>
          <a:bodyPr/>
          <a:lstStyle>
            <a:lvl1pPr algn="r">
              <a:defRPr/>
            </a:lvl1pPr>
          </a:lstStyle>
          <a:p>
            <a:fld id="{52259990-D040-4A93-9573-D8805257596F}" type="slidenum">
              <a:rPr lang="ru-RU" smtClean="0">
                <a:solidFill>
                  <a:prstClr val="black"/>
                </a:solidFill>
              </a:rPr>
              <a:pPr/>
              <a:t>‹#›</a:t>
            </a:fld>
            <a:endParaRPr lang="ru-RU" dirty="0">
              <a:solidFill>
                <a:prstClr val="black"/>
              </a:solidFill>
            </a:endParaRPr>
          </a:p>
        </p:txBody>
      </p:sp>
    </p:spTree>
    <p:extLst>
      <p:ext uri="{BB962C8B-B14F-4D97-AF65-F5344CB8AC3E}">
        <p14:creationId xmlns:p14="http://schemas.microsoft.com/office/powerpoint/2010/main" val="10127468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18808" y="1033272"/>
            <a:ext cx="7886700" cy="1024525"/>
          </a:xfrm>
          <a:prstGeom prst="rect">
            <a:avLst/>
          </a:prstGeom>
        </p:spPr>
        <p:txBody>
          <a:bodyPr/>
          <a:lstStyle/>
          <a:p>
            <a:r>
              <a:rPr lang="ru-RU"/>
              <a:t>Образец заголовка</a:t>
            </a:r>
          </a:p>
        </p:txBody>
      </p:sp>
      <p:sp>
        <p:nvSpPr>
          <p:cNvPr id="3" name="Текст 2"/>
          <p:cNvSpPr>
            <a:spLocks noGrp="1"/>
          </p:cNvSpPr>
          <p:nvPr>
            <p:ph type="body" idx="1"/>
          </p:nvPr>
        </p:nvSpPr>
        <p:spPr>
          <a:xfrm>
            <a:off x="618808" y="2099469"/>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630238" y="3006725"/>
            <a:ext cx="3868737" cy="3182938"/>
          </a:xfrm>
          <a:prstGeom prst="rect">
            <a:avLst/>
          </a:prstGeo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5" name="Текст 4"/>
          <p:cNvSpPr>
            <a:spLocks noGrp="1"/>
          </p:cNvSpPr>
          <p:nvPr>
            <p:ph type="body" sz="quarter" idx="3"/>
          </p:nvPr>
        </p:nvSpPr>
        <p:spPr>
          <a:xfrm>
            <a:off x="4629150" y="2099469"/>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4629150" y="3006725"/>
            <a:ext cx="3887788" cy="3182937"/>
          </a:xfrm>
          <a:prstGeom prst="rect">
            <a:avLst/>
          </a:prstGeom>
        </p:spPr>
        <p:txBody>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p>
        </p:txBody>
      </p:sp>
      <p:sp>
        <p:nvSpPr>
          <p:cNvPr id="7" name="Дата 6"/>
          <p:cNvSpPr>
            <a:spLocks noGrp="1"/>
          </p:cNvSpPr>
          <p:nvPr>
            <p:ph type="dt" sz="half" idx="10"/>
          </p:nvPr>
        </p:nvSpPr>
        <p:spPr>
          <a:xfrm>
            <a:off x="0" y="6480697"/>
            <a:ext cx="2057400" cy="365125"/>
          </a:xfrm>
          <a:prstGeom prst="rect">
            <a:avLst/>
          </a:prstGeom>
        </p:spPr>
        <p:txBody>
          <a:bodyPr/>
          <a:lstStyle/>
          <a:p>
            <a:fld id="{3087BD15-8EC4-4859-8441-4B361B08C53D}" type="datetime1">
              <a:rPr lang="en-US" smtClean="0">
                <a:solidFill>
                  <a:prstClr val="black"/>
                </a:solidFill>
              </a:rPr>
              <a:pPr/>
              <a:t>6/27/2026</a:t>
            </a:fld>
            <a:endParaRPr lang="ru-RU">
              <a:solidFill>
                <a:prstClr val="black"/>
              </a:solidFill>
            </a:endParaRPr>
          </a:p>
        </p:txBody>
      </p:sp>
      <p:sp>
        <p:nvSpPr>
          <p:cNvPr id="8" name="Нижний колонтитул 7"/>
          <p:cNvSpPr>
            <a:spLocks noGrp="1"/>
          </p:cNvSpPr>
          <p:nvPr>
            <p:ph type="ftr" sz="quarter" idx="11"/>
          </p:nvPr>
        </p:nvSpPr>
        <p:spPr>
          <a:xfrm>
            <a:off x="3028950" y="6356350"/>
            <a:ext cx="3086100" cy="365125"/>
          </a:xfrm>
          <a:prstGeom prst="rect">
            <a:avLst/>
          </a:prstGeom>
        </p:spPr>
        <p:txBody>
          <a:bodyPr/>
          <a:lstStyle/>
          <a:p>
            <a:endParaRPr lang="ru-RU">
              <a:solidFill>
                <a:prstClr val="black"/>
              </a:solidFill>
            </a:endParaRPr>
          </a:p>
        </p:txBody>
      </p:sp>
      <p:sp>
        <p:nvSpPr>
          <p:cNvPr id="10" name="Номер слайда 5">
            <a:extLst>
              <a:ext uri="{FF2B5EF4-FFF2-40B4-BE49-F238E27FC236}">
                <a16:creationId xmlns="" xmlns:a16="http://schemas.microsoft.com/office/drawing/2014/main" id="{E5425750-DBEE-C9FA-18B0-C2B675CDDD5A}"/>
              </a:ext>
            </a:extLst>
          </p:cNvPr>
          <p:cNvSpPr>
            <a:spLocks noGrp="1"/>
          </p:cNvSpPr>
          <p:nvPr>
            <p:ph type="sldNum" sz="quarter" idx="12"/>
          </p:nvPr>
        </p:nvSpPr>
        <p:spPr>
          <a:xfrm>
            <a:off x="7086600" y="6480698"/>
            <a:ext cx="2057400" cy="365125"/>
          </a:xfrm>
          <a:prstGeom prst="rect">
            <a:avLst/>
          </a:prstGeom>
        </p:spPr>
        <p:txBody>
          <a:bodyPr/>
          <a:lstStyle>
            <a:lvl1pPr algn="r">
              <a:defRPr/>
            </a:lvl1pPr>
          </a:lstStyle>
          <a:p>
            <a:fld id="{52259990-D040-4A93-9573-D8805257596F}" type="slidenum">
              <a:rPr lang="ru-RU" smtClean="0">
                <a:solidFill>
                  <a:prstClr val="black"/>
                </a:solidFill>
              </a:rPr>
              <a:pPr/>
              <a:t>‹#›</a:t>
            </a:fld>
            <a:endParaRPr lang="ru-RU" dirty="0">
              <a:solidFill>
                <a:prstClr val="black"/>
              </a:solidFill>
            </a:endParaRPr>
          </a:p>
        </p:txBody>
      </p:sp>
    </p:spTree>
    <p:extLst>
      <p:ext uri="{BB962C8B-B14F-4D97-AF65-F5344CB8AC3E}">
        <p14:creationId xmlns:p14="http://schemas.microsoft.com/office/powerpoint/2010/main" val="34224176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8650" y="1160653"/>
            <a:ext cx="7886700" cy="1325563"/>
          </a:xfrm>
          <a:prstGeom prst="rect">
            <a:avLst/>
          </a:prstGeom>
        </p:spPr>
        <p:txBody>
          <a:bodyPr/>
          <a:lstStyle/>
          <a:p>
            <a:r>
              <a:rPr lang="ru-RU"/>
              <a:t>Образец заголовка</a:t>
            </a:r>
          </a:p>
        </p:txBody>
      </p:sp>
      <p:sp>
        <p:nvSpPr>
          <p:cNvPr id="3" name="Дата 2"/>
          <p:cNvSpPr>
            <a:spLocks noGrp="1"/>
          </p:cNvSpPr>
          <p:nvPr>
            <p:ph type="dt" sz="half" idx="10"/>
          </p:nvPr>
        </p:nvSpPr>
        <p:spPr>
          <a:xfrm>
            <a:off x="0" y="6479279"/>
            <a:ext cx="2057400" cy="365125"/>
          </a:xfrm>
          <a:prstGeom prst="rect">
            <a:avLst/>
          </a:prstGeom>
        </p:spPr>
        <p:txBody>
          <a:bodyPr/>
          <a:lstStyle/>
          <a:p>
            <a:fld id="{DB9CD66F-39BB-4206-A809-14CED26CA744}" type="datetime1">
              <a:rPr lang="en-US" smtClean="0">
                <a:solidFill>
                  <a:prstClr val="black"/>
                </a:solidFill>
              </a:rPr>
              <a:pPr/>
              <a:t>6/27/2026</a:t>
            </a:fld>
            <a:endParaRPr lang="ru-RU">
              <a:solidFill>
                <a:prstClr val="black"/>
              </a:solidFill>
            </a:endParaRPr>
          </a:p>
        </p:txBody>
      </p:sp>
      <p:sp>
        <p:nvSpPr>
          <p:cNvPr id="4" name="Нижний колонтитул 3"/>
          <p:cNvSpPr>
            <a:spLocks noGrp="1"/>
          </p:cNvSpPr>
          <p:nvPr>
            <p:ph type="ftr" sz="quarter" idx="11"/>
          </p:nvPr>
        </p:nvSpPr>
        <p:spPr>
          <a:xfrm>
            <a:off x="3028950" y="6356350"/>
            <a:ext cx="3086100" cy="365125"/>
          </a:xfrm>
          <a:prstGeom prst="rect">
            <a:avLst/>
          </a:prstGeom>
        </p:spPr>
        <p:txBody>
          <a:bodyPr/>
          <a:lstStyle/>
          <a:p>
            <a:endParaRPr lang="ru-RU">
              <a:solidFill>
                <a:prstClr val="black"/>
              </a:solidFill>
            </a:endParaRPr>
          </a:p>
        </p:txBody>
      </p:sp>
      <p:sp>
        <p:nvSpPr>
          <p:cNvPr id="6" name="Номер слайда 5">
            <a:extLst>
              <a:ext uri="{FF2B5EF4-FFF2-40B4-BE49-F238E27FC236}">
                <a16:creationId xmlns="" xmlns:a16="http://schemas.microsoft.com/office/drawing/2014/main" id="{793138ED-5AEE-374B-DA65-577499AD0461}"/>
              </a:ext>
            </a:extLst>
          </p:cNvPr>
          <p:cNvSpPr>
            <a:spLocks noGrp="1"/>
          </p:cNvSpPr>
          <p:nvPr>
            <p:ph type="sldNum" sz="quarter" idx="12"/>
          </p:nvPr>
        </p:nvSpPr>
        <p:spPr>
          <a:xfrm>
            <a:off x="7086600" y="6480698"/>
            <a:ext cx="2057400" cy="365125"/>
          </a:xfrm>
          <a:prstGeom prst="rect">
            <a:avLst/>
          </a:prstGeom>
        </p:spPr>
        <p:txBody>
          <a:bodyPr/>
          <a:lstStyle>
            <a:lvl1pPr algn="r">
              <a:defRPr/>
            </a:lvl1pPr>
          </a:lstStyle>
          <a:p>
            <a:fld id="{52259990-D040-4A93-9573-D8805257596F}" type="slidenum">
              <a:rPr lang="ru-RU" smtClean="0">
                <a:solidFill>
                  <a:prstClr val="black"/>
                </a:solidFill>
              </a:rPr>
              <a:pPr/>
              <a:t>‹#›</a:t>
            </a:fld>
            <a:endParaRPr lang="ru-RU" dirty="0">
              <a:solidFill>
                <a:prstClr val="black"/>
              </a:solidFill>
            </a:endParaRPr>
          </a:p>
        </p:txBody>
      </p:sp>
    </p:spTree>
    <p:extLst>
      <p:ext uri="{BB962C8B-B14F-4D97-AF65-F5344CB8AC3E}">
        <p14:creationId xmlns:p14="http://schemas.microsoft.com/office/powerpoint/2010/main" val="4765831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a:xfrm>
            <a:off x="0" y="6480697"/>
            <a:ext cx="2057400" cy="365125"/>
          </a:xfrm>
          <a:prstGeom prst="rect">
            <a:avLst/>
          </a:prstGeom>
        </p:spPr>
        <p:txBody>
          <a:bodyPr/>
          <a:lstStyle/>
          <a:p>
            <a:fld id="{86D25D0D-EF31-4530-9D89-AE3F619918A9}" type="datetime1">
              <a:rPr lang="en-US" smtClean="0">
                <a:solidFill>
                  <a:prstClr val="black"/>
                </a:solidFill>
              </a:rPr>
              <a:pPr/>
              <a:t>6/27/2026</a:t>
            </a:fld>
            <a:endParaRPr lang="ru-RU">
              <a:solidFill>
                <a:prstClr val="black"/>
              </a:solidFill>
            </a:endParaRPr>
          </a:p>
        </p:txBody>
      </p:sp>
      <p:sp>
        <p:nvSpPr>
          <p:cNvPr id="3" name="Нижний колонтитул 2"/>
          <p:cNvSpPr>
            <a:spLocks noGrp="1"/>
          </p:cNvSpPr>
          <p:nvPr>
            <p:ph type="ftr" sz="quarter" idx="11"/>
          </p:nvPr>
        </p:nvSpPr>
        <p:spPr>
          <a:xfrm>
            <a:off x="3028950" y="6356350"/>
            <a:ext cx="3086100" cy="365125"/>
          </a:xfrm>
          <a:prstGeom prst="rect">
            <a:avLst/>
          </a:prstGeom>
        </p:spPr>
        <p:txBody>
          <a:bodyPr/>
          <a:lstStyle/>
          <a:p>
            <a:endParaRPr lang="ru-RU">
              <a:solidFill>
                <a:prstClr val="black"/>
              </a:solidFill>
            </a:endParaRPr>
          </a:p>
        </p:txBody>
      </p:sp>
      <p:sp>
        <p:nvSpPr>
          <p:cNvPr id="5" name="Номер слайда 5">
            <a:extLst>
              <a:ext uri="{FF2B5EF4-FFF2-40B4-BE49-F238E27FC236}">
                <a16:creationId xmlns="" xmlns:a16="http://schemas.microsoft.com/office/drawing/2014/main" id="{C6E3F1F6-F4B3-5413-F4E6-750406273BD0}"/>
              </a:ext>
            </a:extLst>
          </p:cNvPr>
          <p:cNvSpPr>
            <a:spLocks noGrp="1"/>
          </p:cNvSpPr>
          <p:nvPr>
            <p:ph type="sldNum" sz="quarter" idx="12"/>
          </p:nvPr>
        </p:nvSpPr>
        <p:spPr>
          <a:xfrm>
            <a:off x="7086600" y="6480698"/>
            <a:ext cx="2057400" cy="365125"/>
          </a:xfrm>
          <a:prstGeom prst="rect">
            <a:avLst/>
          </a:prstGeom>
        </p:spPr>
        <p:txBody>
          <a:bodyPr/>
          <a:lstStyle>
            <a:lvl1pPr algn="r">
              <a:defRPr/>
            </a:lvl1pPr>
          </a:lstStyle>
          <a:p>
            <a:fld id="{52259990-D040-4A93-9573-D8805257596F}" type="slidenum">
              <a:rPr lang="ru-RU" smtClean="0">
                <a:solidFill>
                  <a:prstClr val="black"/>
                </a:solidFill>
              </a:rPr>
              <a:pPr/>
              <a:t>‹#›</a:t>
            </a:fld>
            <a:endParaRPr lang="ru-RU" dirty="0">
              <a:solidFill>
                <a:prstClr val="black"/>
              </a:solidFill>
            </a:endParaRPr>
          </a:p>
        </p:txBody>
      </p:sp>
    </p:spTree>
    <p:extLst>
      <p:ext uri="{BB962C8B-B14F-4D97-AF65-F5344CB8AC3E}">
        <p14:creationId xmlns:p14="http://schemas.microsoft.com/office/powerpoint/2010/main" val="26140310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30238" y="987424"/>
            <a:ext cx="2949575" cy="1528699"/>
          </a:xfrm>
          <a:prstGeom prst="rect">
            <a:avLst/>
          </a:prstGeo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630238" y="2552700"/>
            <a:ext cx="2949575" cy="33162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a:xfrm>
            <a:off x="0" y="6480697"/>
            <a:ext cx="2057400" cy="365125"/>
          </a:xfrm>
          <a:prstGeom prst="rect">
            <a:avLst/>
          </a:prstGeom>
        </p:spPr>
        <p:txBody>
          <a:bodyPr/>
          <a:lstStyle/>
          <a:p>
            <a:fld id="{EF359388-46AA-4B0F-925D-677914BD9B15}" type="datetime1">
              <a:rPr lang="en-US" smtClean="0">
                <a:solidFill>
                  <a:prstClr val="black"/>
                </a:solidFill>
              </a:rPr>
              <a:pPr/>
              <a:t>6/27/2026</a:t>
            </a:fld>
            <a:endParaRPr lang="ru-RU">
              <a:solidFill>
                <a:prstClr val="black"/>
              </a:solidFill>
            </a:endParaRPr>
          </a:p>
        </p:txBody>
      </p:sp>
      <p:sp>
        <p:nvSpPr>
          <p:cNvPr id="6" name="Нижний колонтитул 5"/>
          <p:cNvSpPr>
            <a:spLocks noGrp="1"/>
          </p:cNvSpPr>
          <p:nvPr>
            <p:ph type="ftr" sz="quarter" idx="11"/>
          </p:nvPr>
        </p:nvSpPr>
        <p:spPr>
          <a:xfrm>
            <a:off x="3028950" y="6356350"/>
            <a:ext cx="3086100" cy="365125"/>
          </a:xfrm>
          <a:prstGeom prst="rect">
            <a:avLst/>
          </a:prstGeom>
        </p:spPr>
        <p:txBody>
          <a:bodyPr/>
          <a:lstStyle/>
          <a:p>
            <a:endParaRPr lang="ru-RU">
              <a:solidFill>
                <a:prstClr val="black"/>
              </a:solidFill>
            </a:endParaRPr>
          </a:p>
        </p:txBody>
      </p:sp>
      <p:sp>
        <p:nvSpPr>
          <p:cNvPr id="8" name="Номер слайда 5">
            <a:extLst>
              <a:ext uri="{FF2B5EF4-FFF2-40B4-BE49-F238E27FC236}">
                <a16:creationId xmlns="" xmlns:a16="http://schemas.microsoft.com/office/drawing/2014/main" id="{5FB1CCC7-B864-78A0-9F73-303C670C6077}"/>
              </a:ext>
            </a:extLst>
          </p:cNvPr>
          <p:cNvSpPr>
            <a:spLocks noGrp="1"/>
          </p:cNvSpPr>
          <p:nvPr>
            <p:ph type="sldNum" sz="quarter" idx="12"/>
          </p:nvPr>
        </p:nvSpPr>
        <p:spPr>
          <a:xfrm>
            <a:off x="7086600" y="6480698"/>
            <a:ext cx="2057400" cy="365125"/>
          </a:xfrm>
          <a:prstGeom prst="rect">
            <a:avLst/>
          </a:prstGeom>
        </p:spPr>
        <p:txBody>
          <a:bodyPr/>
          <a:lstStyle>
            <a:lvl1pPr algn="r">
              <a:defRPr/>
            </a:lvl1pPr>
          </a:lstStyle>
          <a:p>
            <a:fld id="{52259990-D040-4A93-9573-D8805257596F}" type="slidenum">
              <a:rPr lang="ru-RU" smtClean="0">
                <a:solidFill>
                  <a:prstClr val="black"/>
                </a:solidFill>
              </a:rPr>
              <a:pPr/>
              <a:t>‹#›</a:t>
            </a:fld>
            <a:endParaRPr lang="ru-RU" dirty="0">
              <a:solidFill>
                <a:prstClr val="black"/>
              </a:solidFill>
            </a:endParaRPr>
          </a:p>
        </p:txBody>
      </p:sp>
    </p:spTree>
    <p:extLst>
      <p:ext uri="{BB962C8B-B14F-4D97-AF65-F5344CB8AC3E}">
        <p14:creationId xmlns:p14="http://schemas.microsoft.com/office/powerpoint/2010/main" val="5875698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30238" y="987424"/>
            <a:ext cx="2949575" cy="1546987"/>
          </a:xfrm>
          <a:prstGeom prst="rect">
            <a:avLst/>
          </a:prstGeo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630238" y="2552700"/>
            <a:ext cx="2949575" cy="33162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a:xfrm>
            <a:off x="0" y="6469940"/>
            <a:ext cx="2057400" cy="365125"/>
          </a:xfrm>
          <a:prstGeom prst="rect">
            <a:avLst/>
          </a:prstGeom>
        </p:spPr>
        <p:txBody>
          <a:bodyPr/>
          <a:lstStyle/>
          <a:p>
            <a:fld id="{4DD8B233-E4CE-43C8-99C2-AFE9ED71A887}" type="datetime1">
              <a:rPr lang="en-US" smtClean="0">
                <a:solidFill>
                  <a:prstClr val="black"/>
                </a:solidFill>
              </a:rPr>
              <a:pPr/>
              <a:t>6/27/2026</a:t>
            </a:fld>
            <a:endParaRPr lang="ru-RU">
              <a:solidFill>
                <a:prstClr val="black"/>
              </a:solidFill>
            </a:endParaRPr>
          </a:p>
        </p:txBody>
      </p:sp>
      <p:sp>
        <p:nvSpPr>
          <p:cNvPr id="6" name="Нижний колонтитул 5"/>
          <p:cNvSpPr>
            <a:spLocks noGrp="1"/>
          </p:cNvSpPr>
          <p:nvPr>
            <p:ph type="ftr" sz="quarter" idx="11"/>
          </p:nvPr>
        </p:nvSpPr>
        <p:spPr>
          <a:xfrm>
            <a:off x="3028950" y="6356350"/>
            <a:ext cx="3086100" cy="365125"/>
          </a:xfrm>
          <a:prstGeom prst="rect">
            <a:avLst/>
          </a:prstGeom>
        </p:spPr>
        <p:txBody>
          <a:bodyPr/>
          <a:lstStyle/>
          <a:p>
            <a:endParaRPr lang="ru-RU">
              <a:solidFill>
                <a:prstClr val="black"/>
              </a:solidFill>
            </a:endParaRPr>
          </a:p>
        </p:txBody>
      </p:sp>
      <p:sp>
        <p:nvSpPr>
          <p:cNvPr id="8" name="Номер слайда 5">
            <a:extLst>
              <a:ext uri="{FF2B5EF4-FFF2-40B4-BE49-F238E27FC236}">
                <a16:creationId xmlns="" xmlns:a16="http://schemas.microsoft.com/office/drawing/2014/main" id="{230D5446-F2F2-0154-0DE9-748F5C6A5664}"/>
              </a:ext>
            </a:extLst>
          </p:cNvPr>
          <p:cNvSpPr>
            <a:spLocks noGrp="1"/>
          </p:cNvSpPr>
          <p:nvPr>
            <p:ph type="sldNum" sz="quarter" idx="12"/>
          </p:nvPr>
        </p:nvSpPr>
        <p:spPr>
          <a:xfrm>
            <a:off x="7086600" y="6480698"/>
            <a:ext cx="2057400" cy="365125"/>
          </a:xfrm>
          <a:prstGeom prst="rect">
            <a:avLst/>
          </a:prstGeom>
        </p:spPr>
        <p:txBody>
          <a:bodyPr/>
          <a:lstStyle>
            <a:lvl1pPr algn="r">
              <a:defRPr/>
            </a:lvl1pPr>
          </a:lstStyle>
          <a:p>
            <a:fld id="{52259990-D040-4A93-9573-D8805257596F}" type="slidenum">
              <a:rPr lang="ru-RU" smtClean="0">
                <a:solidFill>
                  <a:prstClr val="black"/>
                </a:solidFill>
              </a:rPr>
              <a:pPr/>
              <a:t>‹#›</a:t>
            </a:fld>
            <a:endParaRPr lang="ru-RU" dirty="0">
              <a:solidFill>
                <a:prstClr val="black"/>
              </a:solidFill>
            </a:endParaRPr>
          </a:p>
        </p:txBody>
      </p:sp>
    </p:spTree>
    <p:extLst>
      <p:ext uri="{BB962C8B-B14F-4D97-AF65-F5344CB8AC3E}">
        <p14:creationId xmlns:p14="http://schemas.microsoft.com/office/powerpoint/2010/main" val="24738815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628650" y="1027906"/>
            <a:ext cx="7886700" cy="1325563"/>
          </a:xfrm>
          <a:prstGeom prst="rect">
            <a:avLst/>
          </a:prstGeom>
        </p:spPr>
        <p:txBody>
          <a:bodyPr/>
          <a:lstStyle/>
          <a:p>
            <a:r>
              <a:rPr lang="ru-RU"/>
              <a:t>Образец заголовка</a:t>
            </a:r>
          </a:p>
        </p:txBody>
      </p:sp>
      <p:sp>
        <p:nvSpPr>
          <p:cNvPr id="3" name="Вертикальный текст 2"/>
          <p:cNvSpPr>
            <a:spLocks noGrp="1"/>
          </p:cNvSpPr>
          <p:nvPr>
            <p:ph type="body" orient="vert" idx="1"/>
          </p:nvPr>
        </p:nvSpPr>
        <p:spPr>
          <a:xfrm>
            <a:off x="628650" y="2606039"/>
            <a:ext cx="7886700" cy="3570923"/>
          </a:xfrm>
          <a:prstGeom prst="rect">
            <a:avLst/>
          </a:prstGeo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a:xfrm>
            <a:off x="0" y="6468521"/>
            <a:ext cx="2057400" cy="365125"/>
          </a:xfrm>
          <a:prstGeom prst="rect">
            <a:avLst/>
          </a:prstGeom>
        </p:spPr>
        <p:txBody>
          <a:bodyPr/>
          <a:lstStyle/>
          <a:p>
            <a:fld id="{7F9AF166-A5E1-4829-A893-2E20E1862B05}" type="datetime1">
              <a:rPr lang="en-US" smtClean="0">
                <a:solidFill>
                  <a:prstClr val="black"/>
                </a:solidFill>
              </a:rPr>
              <a:pPr/>
              <a:t>6/27/2026</a:t>
            </a:fld>
            <a:endParaRPr lang="ru-RU">
              <a:solidFill>
                <a:prstClr val="black"/>
              </a:solidFill>
            </a:endParaRPr>
          </a:p>
        </p:txBody>
      </p:sp>
      <p:sp>
        <p:nvSpPr>
          <p:cNvPr id="5" name="Нижний колонтитул 4"/>
          <p:cNvSpPr>
            <a:spLocks noGrp="1"/>
          </p:cNvSpPr>
          <p:nvPr>
            <p:ph type="ftr" sz="quarter" idx="11"/>
          </p:nvPr>
        </p:nvSpPr>
        <p:spPr>
          <a:xfrm>
            <a:off x="3028950" y="6356350"/>
            <a:ext cx="3086100" cy="365125"/>
          </a:xfrm>
          <a:prstGeom prst="rect">
            <a:avLst/>
          </a:prstGeom>
        </p:spPr>
        <p:txBody>
          <a:bodyPr/>
          <a:lstStyle/>
          <a:p>
            <a:endParaRPr lang="ru-RU">
              <a:solidFill>
                <a:prstClr val="black"/>
              </a:solidFill>
            </a:endParaRPr>
          </a:p>
        </p:txBody>
      </p:sp>
      <p:sp>
        <p:nvSpPr>
          <p:cNvPr id="7" name="Номер слайда 5">
            <a:extLst>
              <a:ext uri="{FF2B5EF4-FFF2-40B4-BE49-F238E27FC236}">
                <a16:creationId xmlns="" xmlns:a16="http://schemas.microsoft.com/office/drawing/2014/main" id="{CBE747CD-7B95-E158-1FF1-A9DC911849E0}"/>
              </a:ext>
            </a:extLst>
          </p:cNvPr>
          <p:cNvSpPr>
            <a:spLocks noGrp="1"/>
          </p:cNvSpPr>
          <p:nvPr>
            <p:ph type="sldNum" sz="quarter" idx="12"/>
          </p:nvPr>
        </p:nvSpPr>
        <p:spPr>
          <a:xfrm>
            <a:off x="7086600" y="6480698"/>
            <a:ext cx="2057400" cy="365125"/>
          </a:xfrm>
          <a:prstGeom prst="rect">
            <a:avLst/>
          </a:prstGeom>
        </p:spPr>
        <p:txBody>
          <a:bodyPr/>
          <a:lstStyle>
            <a:lvl1pPr algn="r">
              <a:defRPr/>
            </a:lvl1pPr>
          </a:lstStyle>
          <a:p>
            <a:fld id="{52259990-D040-4A93-9573-D8805257596F}" type="slidenum">
              <a:rPr lang="ru-RU" smtClean="0">
                <a:solidFill>
                  <a:prstClr val="black"/>
                </a:solidFill>
              </a:rPr>
              <a:pPr/>
              <a:t>‹#›</a:t>
            </a:fld>
            <a:endParaRPr lang="ru-RU" dirty="0">
              <a:solidFill>
                <a:prstClr val="black"/>
              </a:solidFill>
            </a:endParaRPr>
          </a:p>
        </p:txBody>
      </p:sp>
    </p:spTree>
    <p:extLst>
      <p:ext uri="{BB962C8B-B14F-4D97-AF65-F5344CB8AC3E}">
        <p14:creationId xmlns:p14="http://schemas.microsoft.com/office/powerpoint/2010/main" val="14341906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543675" y="1152143"/>
            <a:ext cx="1971675" cy="5024820"/>
          </a:xfrm>
          <a:prstGeom prst="rect">
            <a:avLst/>
          </a:prstGeo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628650" y="1152143"/>
            <a:ext cx="5762625" cy="5024819"/>
          </a:xfrm>
          <a:prstGeom prst="rect">
            <a:avLst/>
          </a:prstGeo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a:xfrm>
            <a:off x="0" y="6480698"/>
            <a:ext cx="2057400" cy="365125"/>
          </a:xfrm>
          <a:prstGeom prst="rect">
            <a:avLst/>
          </a:prstGeom>
        </p:spPr>
        <p:txBody>
          <a:bodyPr/>
          <a:lstStyle/>
          <a:p>
            <a:fld id="{6946CF6E-A483-4D0A-997D-D6DFBCCE0472}" type="datetime1">
              <a:rPr lang="en-US" smtClean="0">
                <a:solidFill>
                  <a:prstClr val="black"/>
                </a:solidFill>
              </a:rPr>
              <a:pPr/>
              <a:t>6/27/2026</a:t>
            </a:fld>
            <a:endParaRPr lang="ru-RU">
              <a:solidFill>
                <a:prstClr val="black"/>
              </a:solidFill>
            </a:endParaRPr>
          </a:p>
        </p:txBody>
      </p:sp>
      <p:sp>
        <p:nvSpPr>
          <p:cNvPr id="5" name="Нижний колонтитул 4"/>
          <p:cNvSpPr>
            <a:spLocks noGrp="1"/>
          </p:cNvSpPr>
          <p:nvPr>
            <p:ph type="ftr" sz="quarter" idx="11"/>
          </p:nvPr>
        </p:nvSpPr>
        <p:spPr>
          <a:xfrm>
            <a:off x="3028950" y="6356350"/>
            <a:ext cx="3086100" cy="365125"/>
          </a:xfrm>
          <a:prstGeom prst="rect">
            <a:avLst/>
          </a:prstGeom>
        </p:spPr>
        <p:txBody>
          <a:bodyPr/>
          <a:lstStyle/>
          <a:p>
            <a:endParaRPr lang="ru-RU">
              <a:solidFill>
                <a:prstClr val="black"/>
              </a:solidFill>
            </a:endParaRPr>
          </a:p>
        </p:txBody>
      </p:sp>
      <p:sp>
        <p:nvSpPr>
          <p:cNvPr id="7" name="Номер слайда 5">
            <a:extLst>
              <a:ext uri="{FF2B5EF4-FFF2-40B4-BE49-F238E27FC236}">
                <a16:creationId xmlns="" xmlns:a16="http://schemas.microsoft.com/office/drawing/2014/main" id="{02BFF0C1-3C6E-5090-459F-707F40315332}"/>
              </a:ext>
            </a:extLst>
          </p:cNvPr>
          <p:cNvSpPr>
            <a:spLocks noGrp="1"/>
          </p:cNvSpPr>
          <p:nvPr>
            <p:ph type="sldNum" sz="quarter" idx="12"/>
          </p:nvPr>
        </p:nvSpPr>
        <p:spPr>
          <a:xfrm>
            <a:off x="7086600" y="6480698"/>
            <a:ext cx="2057400" cy="365125"/>
          </a:xfrm>
          <a:prstGeom prst="rect">
            <a:avLst/>
          </a:prstGeom>
        </p:spPr>
        <p:txBody>
          <a:bodyPr/>
          <a:lstStyle>
            <a:lvl1pPr algn="r">
              <a:defRPr/>
            </a:lvl1pPr>
          </a:lstStyle>
          <a:p>
            <a:fld id="{52259990-D040-4A93-9573-D8805257596F}" type="slidenum">
              <a:rPr lang="ru-RU" smtClean="0">
                <a:solidFill>
                  <a:prstClr val="black"/>
                </a:solidFill>
              </a:rPr>
              <a:pPr/>
              <a:t>‹#›</a:t>
            </a:fld>
            <a:endParaRPr lang="ru-RU" dirty="0">
              <a:solidFill>
                <a:prstClr val="black"/>
              </a:solidFill>
            </a:endParaRPr>
          </a:p>
        </p:txBody>
      </p:sp>
    </p:spTree>
    <p:extLst>
      <p:ext uri="{BB962C8B-B14F-4D97-AF65-F5344CB8AC3E}">
        <p14:creationId xmlns:p14="http://schemas.microsoft.com/office/powerpoint/2010/main" val="3026868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Прямоугольник 8"/>
          <p:cNvSpPr/>
          <p:nvPr userDrawn="1"/>
        </p:nvSpPr>
        <p:spPr>
          <a:xfrm>
            <a:off x="1868556" y="48476"/>
            <a:ext cx="5406887" cy="338554"/>
          </a:xfrm>
          <a:prstGeom prst="rect">
            <a:avLst/>
          </a:prstGeom>
        </p:spPr>
        <p:txBody>
          <a:bodyPr wrap="square">
            <a:spAutoFit/>
          </a:bodyPr>
          <a:lstStyle/>
          <a:p>
            <a:pPr algn="l"/>
            <a:r>
              <a:rPr lang="ru-RU" sz="1600" b="1" dirty="0">
                <a:solidFill>
                  <a:srgbClr val="0070C0"/>
                </a:solidFill>
                <a:latin typeface="PT Sans"/>
              </a:rPr>
              <a:t>МИРЭА - Российский технологический университет </a:t>
            </a:r>
          </a:p>
        </p:txBody>
      </p:sp>
      <p:sp>
        <p:nvSpPr>
          <p:cNvPr id="10" name="TextBox 9"/>
          <p:cNvSpPr txBox="1"/>
          <p:nvPr userDrawn="1"/>
        </p:nvSpPr>
        <p:spPr>
          <a:xfrm>
            <a:off x="8158656" y="79253"/>
            <a:ext cx="889929" cy="307777"/>
          </a:xfrm>
          <a:prstGeom prst="rect">
            <a:avLst/>
          </a:prstGeom>
          <a:noFill/>
        </p:spPr>
        <p:txBody>
          <a:bodyPr wrap="square" rtlCol="0">
            <a:spAutoFit/>
          </a:bodyPr>
          <a:lstStyle/>
          <a:p>
            <a:r>
              <a:rPr lang="en-US" sz="1400" b="1" dirty="0">
                <a:solidFill>
                  <a:srgbClr val="0070C0"/>
                </a:solidFill>
                <a:latin typeface="PT Sans"/>
              </a:rPr>
              <a:t>mirea.ru</a:t>
            </a:r>
            <a:endParaRPr lang="ru-RU" sz="1400" b="1" dirty="0">
              <a:solidFill>
                <a:srgbClr val="0070C0"/>
              </a:solidFill>
              <a:latin typeface="PT Sans"/>
            </a:endParaRPr>
          </a:p>
        </p:txBody>
      </p:sp>
      <p:pic>
        <p:nvPicPr>
          <p:cNvPr id="2" name="Рисунок 1"/>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5415" y="56596"/>
            <a:ext cx="870333" cy="962157"/>
          </a:xfrm>
          <a:prstGeom prst="rect">
            <a:avLst/>
          </a:prstGeom>
        </p:spPr>
      </p:pic>
    </p:spTree>
    <p:extLst>
      <p:ext uri="{BB962C8B-B14F-4D97-AF65-F5344CB8AC3E}">
        <p14:creationId xmlns:p14="http://schemas.microsoft.com/office/powerpoint/2010/main" val="584840372"/>
      </p:ext>
    </p:extLst>
  </p:cSld>
  <p:clrMap bg1="lt1" tx1="dk1" bg2="lt2" tx2="dk2" accent1="accent1" accent2="accent2" accent3="accent3" accent4="accent4" accent5="accent5" accent6="accent6" hlink="hlink" folHlink="folHlink"/>
  <p:sldLayoutIdLst>
    <p:sldLayoutId id="2147483664" r:id="rId1"/>
    <p:sldLayoutId id="2147483662" r:id="rId2"/>
    <p:sldLayoutId id="2147483663"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Прямоугольник 8"/>
          <p:cNvSpPr/>
          <p:nvPr userDrawn="1"/>
        </p:nvSpPr>
        <p:spPr>
          <a:xfrm>
            <a:off x="1868556" y="48476"/>
            <a:ext cx="5406887" cy="338554"/>
          </a:xfrm>
          <a:prstGeom prst="rect">
            <a:avLst/>
          </a:prstGeom>
        </p:spPr>
        <p:txBody>
          <a:bodyPr wrap="square">
            <a:spAutoFit/>
          </a:bodyPr>
          <a:lstStyle/>
          <a:p>
            <a:r>
              <a:rPr lang="ru-RU" sz="1600" b="1" dirty="0">
                <a:solidFill>
                  <a:srgbClr val="0070C0"/>
                </a:solidFill>
                <a:latin typeface="PT Sans"/>
              </a:rPr>
              <a:t>МИРЭА - Российский технологический университет </a:t>
            </a:r>
          </a:p>
        </p:txBody>
      </p:sp>
      <p:sp>
        <p:nvSpPr>
          <p:cNvPr id="10" name="TextBox 9"/>
          <p:cNvSpPr txBox="1"/>
          <p:nvPr userDrawn="1"/>
        </p:nvSpPr>
        <p:spPr>
          <a:xfrm>
            <a:off x="8158656" y="79253"/>
            <a:ext cx="889929" cy="307777"/>
          </a:xfrm>
          <a:prstGeom prst="rect">
            <a:avLst/>
          </a:prstGeom>
          <a:noFill/>
        </p:spPr>
        <p:txBody>
          <a:bodyPr wrap="square" rtlCol="0">
            <a:spAutoFit/>
          </a:bodyPr>
          <a:lstStyle/>
          <a:p>
            <a:r>
              <a:rPr lang="en-US" sz="1400" b="1" dirty="0">
                <a:solidFill>
                  <a:srgbClr val="0070C0"/>
                </a:solidFill>
                <a:latin typeface="PT Sans"/>
              </a:rPr>
              <a:t>mirea.ru</a:t>
            </a:r>
            <a:endParaRPr lang="ru-RU" sz="1400" b="1" dirty="0">
              <a:solidFill>
                <a:srgbClr val="0070C0"/>
              </a:solidFill>
              <a:latin typeface="PT Sans"/>
            </a:endParaRPr>
          </a:p>
        </p:txBody>
      </p:sp>
      <p:pic>
        <p:nvPicPr>
          <p:cNvPr id="2" name="Рисунок 1"/>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5415" y="56596"/>
            <a:ext cx="870333" cy="962157"/>
          </a:xfrm>
          <a:prstGeom prst="rect">
            <a:avLst/>
          </a:prstGeom>
        </p:spPr>
      </p:pic>
    </p:spTree>
    <p:extLst>
      <p:ext uri="{BB962C8B-B14F-4D97-AF65-F5344CB8AC3E}">
        <p14:creationId xmlns:p14="http://schemas.microsoft.com/office/powerpoint/2010/main" val="393288464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143000" y="2057399"/>
            <a:ext cx="6858000" cy="2708565"/>
          </a:xfrm>
        </p:spPr>
        <p:txBody>
          <a:bodyPr/>
          <a:lstStyle/>
          <a:p>
            <a:pPr algn="l"/>
            <a:r>
              <a:rPr lang="ru-RU" sz="1800" b="0" dirty="0" smtClean="0">
                <a:latin typeface="Times New Roman" pitchFamily="18" charset="0"/>
                <a:cs typeface="Times New Roman" pitchFamily="18" charset="0"/>
              </a:rPr>
              <a:t>ДИСЦИЛИНА </a:t>
            </a:r>
            <a:r>
              <a:rPr lang="ru-RU" sz="1800" dirty="0">
                <a:latin typeface="Times New Roman" pitchFamily="18" charset="0"/>
                <a:cs typeface="Times New Roman" pitchFamily="18" charset="0"/>
              </a:rPr>
              <a:t>Наземная инфраструктура как сложная техническая система</a:t>
            </a:r>
            <a:r>
              <a:rPr lang="ru-RU" sz="1800" b="0" dirty="0" smtClean="0">
                <a:latin typeface="Times New Roman" pitchFamily="18" charset="0"/>
                <a:cs typeface="Times New Roman" pitchFamily="18" charset="0"/>
              </a:rPr>
              <a:t/>
            </a:r>
            <a:br>
              <a:rPr lang="ru-RU" sz="1800" b="0" dirty="0" smtClean="0">
                <a:latin typeface="Times New Roman" pitchFamily="18" charset="0"/>
                <a:cs typeface="Times New Roman" pitchFamily="18" charset="0"/>
              </a:rPr>
            </a:br>
            <a:r>
              <a:rPr lang="ru-RU" sz="1800" b="0" dirty="0">
                <a:latin typeface="Times New Roman" pitchFamily="18" charset="0"/>
                <a:cs typeface="Times New Roman" pitchFamily="18" charset="0"/>
              </a:rPr>
              <a:t/>
            </a:r>
            <a:br>
              <a:rPr lang="ru-RU" sz="1800" b="0" dirty="0">
                <a:latin typeface="Times New Roman" pitchFamily="18" charset="0"/>
                <a:cs typeface="Times New Roman" pitchFamily="18" charset="0"/>
              </a:rPr>
            </a:br>
            <a:r>
              <a:rPr lang="ru-RU" sz="1800" b="0" dirty="0" smtClean="0">
                <a:latin typeface="Times New Roman" pitchFamily="18" charset="0"/>
                <a:cs typeface="Times New Roman" pitchFamily="18" charset="0"/>
              </a:rPr>
              <a:t>ИНСТИТУТ </a:t>
            </a:r>
            <a:r>
              <a:rPr lang="ru-RU" sz="1800" dirty="0" smtClean="0">
                <a:latin typeface="Times New Roman" pitchFamily="18" charset="0"/>
                <a:cs typeface="Times New Roman" pitchFamily="18" charset="0"/>
              </a:rPr>
              <a:t>ИПТИП</a:t>
            </a:r>
            <a:r>
              <a:rPr lang="ru-RU" sz="1800" b="0" dirty="0" smtClean="0">
                <a:latin typeface="Times New Roman" pitchFamily="18" charset="0"/>
                <a:cs typeface="Times New Roman" pitchFamily="18" charset="0"/>
              </a:rPr>
              <a:t/>
            </a:r>
            <a:br>
              <a:rPr lang="ru-RU" sz="1800" b="0" dirty="0" smtClean="0">
                <a:latin typeface="Times New Roman" pitchFamily="18" charset="0"/>
                <a:cs typeface="Times New Roman" pitchFamily="18" charset="0"/>
              </a:rPr>
            </a:br>
            <a:r>
              <a:rPr lang="ru-RU" sz="1800" b="0" dirty="0">
                <a:latin typeface="Times New Roman" pitchFamily="18" charset="0"/>
                <a:cs typeface="Times New Roman" pitchFamily="18" charset="0"/>
              </a:rPr>
              <a:t/>
            </a:r>
            <a:br>
              <a:rPr lang="ru-RU" sz="1800" b="0" dirty="0">
                <a:latin typeface="Times New Roman" pitchFamily="18" charset="0"/>
                <a:cs typeface="Times New Roman" pitchFamily="18" charset="0"/>
              </a:rPr>
            </a:br>
            <a:r>
              <a:rPr lang="ru-RU" sz="1800" b="0" dirty="0" smtClean="0">
                <a:latin typeface="Times New Roman" pitchFamily="18" charset="0"/>
                <a:cs typeface="Times New Roman" pitchFamily="18" charset="0"/>
              </a:rPr>
              <a:t>КАФЕДРА </a:t>
            </a:r>
            <a:r>
              <a:rPr lang="ru-RU" sz="1800" dirty="0" smtClean="0">
                <a:latin typeface="Times New Roman" pitchFamily="18" charset="0"/>
                <a:cs typeface="Times New Roman" pitchFamily="18" charset="0"/>
              </a:rPr>
              <a:t>индустриального программирования</a:t>
            </a:r>
            <a:r>
              <a:rPr lang="ru-RU" sz="1800" b="0" dirty="0" smtClean="0">
                <a:latin typeface="Times New Roman" pitchFamily="18" charset="0"/>
                <a:cs typeface="Times New Roman" pitchFamily="18" charset="0"/>
              </a:rPr>
              <a:t/>
            </a:r>
            <a:br>
              <a:rPr lang="ru-RU" sz="1800" b="0" dirty="0" smtClean="0">
                <a:latin typeface="Times New Roman" pitchFamily="18" charset="0"/>
                <a:cs typeface="Times New Roman" pitchFamily="18" charset="0"/>
              </a:rPr>
            </a:br>
            <a:r>
              <a:rPr lang="ru-RU" sz="1800" b="0" dirty="0">
                <a:latin typeface="Times New Roman" pitchFamily="18" charset="0"/>
                <a:cs typeface="Times New Roman" pitchFamily="18" charset="0"/>
              </a:rPr>
              <a:t/>
            </a:r>
            <a:br>
              <a:rPr lang="ru-RU" sz="1800" b="0" dirty="0">
                <a:latin typeface="Times New Roman" pitchFamily="18" charset="0"/>
                <a:cs typeface="Times New Roman" pitchFamily="18" charset="0"/>
              </a:rPr>
            </a:br>
            <a:r>
              <a:rPr lang="ru-RU" sz="1800" b="0" dirty="0" smtClean="0">
                <a:latin typeface="Times New Roman" pitchFamily="18" charset="0"/>
                <a:cs typeface="Times New Roman" pitchFamily="18" charset="0"/>
              </a:rPr>
              <a:t>ВИД УЧЕБНОГО МАТЕРИАЛА </a:t>
            </a:r>
            <a:r>
              <a:rPr lang="ru-RU" sz="1800" dirty="0" smtClean="0">
                <a:latin typeface="Times New Roman" pitchFamily="18" charset="0"/>
                <a:cs typeface="Times New Roman" pitchFamily="18" charset="0"/>
              </a:rPr>
              <a:t>Лекция</a:t>
            </a:r>
            <a:r>
              <a:rPr lang="ru-RU" sz="1800" b="0" dirty="0" smtClean="0">
                <a:latin typeface="Times New Roman" pitchFamily="18" charset="0"/>
                <a:cs typeface="Times New Roman" pitchFamily="18" charset="0"/>
              </a:rPr>
              <a:t/>
            </a:r>
            <a:br>
              <a:rPr lang="ru-RU" sz="1800" b="0" dirty="0" smtClean="0">
                <a:latin typeface="Times New Roman" pitchFamily="18" charset="0"/>
                <a:cs typeface="Times New Roman" pitchFamily="18" charset="0"/>
              </a:rPr>
            </a:br>
            <a:r>
              <a:rPr lang="ru-RU" sz="1800" b="0" dirty="0" smtClean="0">
                <a:latin typeface="Times New Roman" pitchFamily="18" charset="0"/>
                <a:cs typeface="Times New Roman" pitchFamily="18" charset="0"/>
              </a:rPr>
              <a:t/>
            </a:r>
            <a:br>
              <a:rPr lang="ru-RU" sz="1800" b="0" dirty="0" smtClean="0">
                <a:latin typeface="Times New Roman" pitchFamily="18" charset="0"/>
                <a:cs typeface="Times New Roman" pitchFamily="18" charset="0"/>
              </a:rPr>
            </a:br>
            <a:r>
              <a:rPr lang="ru-RU" sz="1800" b="0" dirty="0" smtClean="0">
                <a:latin typeface="Times New Roman" pitchFamily="18" charset="0"/>
                <a:cs typeface="Times New Roman" pitchFamily="18" charset="0"/>
              </a:rPr>
              <a:t>ПРЕПОДАВАТЕЛЬ </a:t>
            </a:r>
            <a:r>
              <a:rPr lang="ru-RU" sz="1800" dirty="0" smtClean="0">
                <a:latin typeface="Times New Roman" pitchFamily="18" charset="0"/>
                <a:cs typeface="Times New Roman" pitchFamily="18" charset="0"/>
              </a:rPr>
              <a:t>Ризаева Юлия Николаевна</a:t>
            </a:r>
            <a:r>
              <a:rPr lang="ru-RU" sz="1800" b="0" dirty="0" smtClean="0">
                <a:latin typeface="Times New Roman" pitchFamily="18" charset="0"/>
                <a:cs typeface="Times New Roman" pitchFamily="18" charset="0"/>
              </a:rPr>
              <a:t/>
            </a:r>
            <a:br>
              <a:rPr lang="ru-RU" sz="1800" b="0" dirty="0" smtClean="0">
                <a:latin typeface="Times New Roman" pitchFamily="18" charset="0"/>
                <a:cs typeface="Times New Roman" pitchFamily="18" charset="0"/>
              </a:rPr>
            </a:br>
            <a:r>
              <a:rPr lang="ru-RU" sz="1800" b="0" dirty="0">
                <a:latin typeface="Times New Roman" pitchFamily="18" charset="0"/>
                <a:cs typeface="Times New Roman" pitchFamily="18" charset="0"/>
              </a:rPr>
              <a:t/>
            </a:r>
            <a:br>
              <a:rPr lang="ru-RU" sz="1800" b="0" dirty="0">
                <a:latin typeface="Times New Roman" pitchFamily="18" charset="0"/>
                <a:cs typeface="Times New Roman" pitchFamily="18" charset="0"/>
              </a:rPr>
            </a:br>
            <a:r>
              <a:rPr lang="ru-RU" sz="1800" b="0" dirty="0" smtClean="0">
                <a:latin typeface="Times New Roman" pitchFamily="18" charset="0"/>
                <a:cs typeface="Times New Roman" pitchFamily="18" charset="0"/>
              </a:rPr>
              <a:t>СЕМЕСТР </a:t>
            </a:r>
            <a:r>
              <a:rPr lang="ru-RU" sz="1800" dirty="0" smtClean="0">
                <a:latin typeface="Times New Roman" pitchFamily="18" charset="0"/>
                <a:cs typeface="Times New Roman" pitchFamily="18" charset="0"/>
              </a:rPr>
              <a:t>3, 2026-2027 уч. г.</a:t>
            </a:r>
            <a:r>
              <a:rPr lang="ru-RU" sz="1800" dirty="0">
                <a:latin typeface="Times New Roman" pitchFamily="18" charset="0"/>
                <a:cs typeface="Times New Roman" pitchFamily="18" charset="0"/>
              </a:rPr>
              <a:t/>
            </a:r>
            <a:br>
              <a:rPr lang="ru-RU" sz="1800" dirty="0">
                <a:latin typeface="Times New Roman" pitchFamily="18" charset="0"/>
                <a:cs typeface="Times New Roman" pitchFamily="18" charset="0"/>
              </a:rPr>
            </a:br>
            <a:endParaRPr lang="ru-RU" sz="1800" dirty="0">
              <a:latin typeface="Times New Roman" pitchFamily="18" charset="0"/>
              <a:cs typeface="Times New Roman" pitchFamily="18" charset="0"/>
            </a:endParaRPr>
          </a:p>
        </p:txBody>
      </p:sp>
      <p:sp>
        <p:nvSpPr>
          <p:cNvPr id="4" name="Номер слайда 3"/>
          <p:cNvSpPr>
            <a:spLocks noGrp="1"/>
          </p:cNvSpPr>
          <p:nvPr>
            <p:ph type="sldNum" sz="quarter" idx="12"/>
          </p:nvPr>
        </p:nvSpPr>
        <p:spPr/>
        <p:txBody>
          <a:bodyPr/>
          <a:lstStyle/>
          <a:p>
            <a:fld id="{52259990-D040-4A93-9573-D8805257596F}" type="slidenum">
              <a:rPr lang="ru-RU" smtClean="0"/>
              <a:pPr/>
              <a:t>1</a:t>
            </a:fld>
            <a:endParaRPr lang="ru-RU" dirty="0"/>
          </a:p>
        </p:txBody>
      </p:sp>
      <p:sp>
        <p:nvSpPr>
          <p:cNvPr id="5" name="Прямоугольник 4"/>
          <p:cNvSpPr/>
          <p:nvPr/>
        </p:nvSpPr>
        <p:spPr>
          <a:xfrm>
            <a:off x="2041237" y="855231"/>
            <a:ext cx="5562600" cy="707886"/>
          </a:xfrm>
          <a:prstGeom prst="rect">
            <a:avLst/>
          </a:prstGeom>
        </p:spPr>
        <p:txBody>
          <a:bodyPr wrap="square">
            <a:spAutoFit/>
          </a:bodyPr>
          <a:lstStyle/>
          <a:p>
            <a:pPr algn="ctr"/>
            <a:r>
              <a:rPr lang="ru-RU" sz="2000" b="1" dirty="0">
                <a:solidFill>
                  <a:prstClr val="black"/>
                </a:solidFill>
                <a:latin typeface="Times New Roman" pitchFamily="18" charset="0"/>
                <a:ea typeface="+mj-ea"/>
                <a:cs typeface="Times New Roman" pitchFamily="18" charset="0"/>
              </a:rPr>
              <a:t>Титульный лист материалов по дисциплине</a:t>
            </a:r>
            <a:br>
              <a:rPr lang="ru-RU" sz="2000" b="1" dirty="0">
                <a:solidFill>
                  <a:prstClr val="black"/>
                </a:solidFill>
                <a:latin typeface="Times New Roman" pitchFamily="18" charset="0"/>
                <a:ea typeface="+mj-ea"/>
                <a:cs typeface="Times New Roman" pitchFamily="18" charset="0"/>
              </a:rPr>
            </a:br>
            <a:endParaRPr lang="ru-RU" sz="2000" b="1" dirty="0"/>
          </a:p>
        </p:txBody>
      </p:sp>
    </p:spTree>
    <p:extLst>
      <p:ext uri="{BB962C8B-B14F-4D97-AF65-F5344CB8AC3E}">
        <p14:creationId xmlns:p14="http://schemas.microsoft.com/office/powerpoint/2010/main" val="2263996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Заголовок 9">
            <a:extLst>
              <a:ext uri="{FF2B5EF4-FFF2-40B4-BE49-F238E27FC236}">
                <a16:creationId xmlns="" xmlns:a16="http://schemas.microsoft.com/office/drawing/2014/main" id="{4C6D146A-8A1D-466F-95B0-D4B5B952F6D2}"/>
              </a:ext>
            </a:extLst>
          </p:cNvPr>
          <p:cNvSpPr>
            <a:spLocks noGrp="1"/>
          </p:cNvSpPr>
          <p:nvPr>
            <p:ph type="ctrTitle"/>
          </p:nvPr>
        </p:nvSpPr>
        <p:spPr>
          <a:xfrm>
            <a:off x="857250" y="2624208"/>
            <a:ext cx="7372350" cy="1452563"/>
          </a:xfrm>
        </p:spPr>
        <p:txBody>
          <a:bodyPr/>
          <a:lstStyle/>
          <a:p>
            <a:r>
              <a:rPr lang="ru-RU" sz="4400" b="0" dirty="0">
                <a:latin typeface="Times New Roman" pitchFamily="18" charset="0"/>
                <a:cs typeface="Times New Roman" pitchFamily="18" charset="0"/>
              </a:rPr>
              <a:t>Подсистемы наземной инфраструктуры</a:t>
            </a:r>
          </a:p>
        </p:txBody>
      </p:sp>
      <p:sp>
        <p:nvSpPr>
          <p:cNvPr id="11" name="Подзаголовок 10">
            <a:extLst>
              <a:ext uri="{FF2B5EF4-FFF2-40B4-BE49-F238E27FC236}">
                <a16:creationId xmlns="" xmlns:a16="http://schemas.microsoft.com/office/drawing/2014/main" id="{C1B65F80-40E4-4163-81DA-43F424C0AE80}"/>
              </a:ext>
            </a:extLst>
          </p:cNvPr>
          <p:cNvSpPr>
            <a:spLocks noGrp="1"/>
          </p:cNvSpPr>
          <p:nvPr>
            <p:ph type="subTitle" idx="1"/>
          </p:nvPr>
        </p:nvSpPr>
        <p:spPr/>
        <p:txBody>
          <a:bodyPr/>
          <a:lstStyle/>
          <a:p>
            <a:r>
              <a:rPr lang="ru-RU" dirty="0" smtClean="0">
                <a:latin typeface="Times New Roman" pitchFamily="18" charset="0"/>
                <a:cs typeface="Times New Roman" pitchFamily="18" charset="0"/>
              </a:rPr>
              <a:t>Лекция 6</a:t>
            </a:r>
            <a:endParaRPr lang="ru-RU" dirty="0">
              <a:latin typeface="Times New Roman" pitchFamily="18" charset="0"/>
              <a:cs typeface="Times New Roman" pitchFamily="18" charset="0"/>
            </a:endParaRPr>
          </a:p>
        </p:txBody>
      </p:sp>
      <p:sp>
        <p:nvSpPr>
          <p:cNvPr id="2" name="Номер слайда 1">
            <a:extLst>
              <a:ext uri="{FF2B5EF4-FFF2-40B4-BE49-F238E27FC236}">
                <a16:creationId xmlns="" xmlns:a16="http://schemas.microsoft.com/office/drawing/2014/main" id="{A172C6BE-6279-1472-C916-7648D9F11C7C}"/>
              </a:ext>
            </a:extLst>
          </p:cNvPr>
          <p:cNvSpPr>
            <a:spLocks noGrp="1"/>
          </p:cNvSpPr>
          <p:nvPr>
            <p:ph type="sldNum" sz="quarter" idx="12"/>
          </p:nvPr>
        </p:nvSpPr>
        <p:spPr>
          <a:xfrm>
            <a:off x="6457950" y="6356350"/>
            <a:ext cx="2057400" cy="365125"/>
          </a:xfrm>
          <a:prstGeom prst="rect">
            <a:avLst/>
          </a:prstGeom>
        </p:spPr>
        <p:txBody>
          <a:bodyPr/>
          <a:lstStyle/>
          <a:p>
            <a:fld id="{52259990-D040-4A93-9573-D8805257596F}" type="slidenum">
              <a:rPr lang="ru-RU" smtClean="0"/>
              <a:t>2</a:t>
            </a:fld>
            <a:endParaRPr lang="ru-RU"/>
          </a:p>
        </p:txBody>
      </p:sp>
    </p:spTree>
    <p:extLst>
      <p:ext uri="{BB962C8B-B14F-4D97-AF65-F5344CB8AC3E}">
        <p14:creationId xmlns:p14="http://schemas.microsoft.com/office/powerpoint/2010/main" val="22508785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title"/>
          </p:nvPr>
        </p:nvSpPr>
        <p:spPr>
          <a:xfrm>
            <a:off x="933450" y="528128"/>
            <a:ext cx="7886700" cy="1325563"/>
          </a:xfrm>
        </p:spPr>
        <p:txBody>
          <a:bodyPr/>
          <a:lstStyle/>
          <a:p>
            <a:r>
              <a:rPr lang="ru-RU" dirty="0" smtClean="0">
                <a:latin typeface="Times New Roman" pitchFamily="18" charset="0"/>
                <a:cs typeface="Times New Roman" pitchFamily="18" charset="0"/>
              </a:rPr>
              <a:t>План лекции</a:t>
            </a:r>
            <a:endParaRPr lang="ru-RU" dirty="0">
              <a:latin typeface="Times New Roman" pitchFamily="18" charset="0"/>
              <a:cs typeface="Times New Roman" pitchFamily="18" charset="0"/>
            </a:endParaRPr>
          </a:p>
        </p:txBody>
      </p:sp>
      <p:sp>
        <p:nvSpPr>
          <p:cNvPr id="5" name="Объект 4"/>
          <p:cNvSpPr>
            <a:spLocks noGrp="1"/>
          </p:cNvSpPr>
          <p:nvPr>
            <p:ph idx="1"/>
          </p:nvPr>
        </p:nvSpPr>
        <p:spPr>
          <a:xfrm>
            <a:off x="730250" y="1747889"/>
            <a:ext cx="7886700" cy="4608461"/>
          </a:xfrm>
        </p:spPr>
        <p:txBody>
          <a:bodyPr/>
          <a:lstStyle/>
          <a:p>
            <a:pPr marL="514350" indent="-514350" algn="just">
              <a:lnSpc>
                <a:spcPct val="100000"/>
              </a:lnSpc>
              <a:spcBef>
                <a:spcPts val="0"/>
              </a:spcBef>
              <a:buFont typeface="+mj-lt"/>
              <a:buAutoNum type="arabicPeriod"/>
            </a:pPr>
            <a:r>
              <a:rPr lang="ru-RU" dirty="0">
                <a:latin typeface="Times New Roman"/>
                <a:ea typeface="Times New Roman"/>
              </a:rPr>
              <a:t>Подсистема: мониторинг парковочного пространства </a:t>
            </a:r>
            <a:endParaRPr lang="ru-RU" dirty="0" smtClean="0">
              <a:latin typeface="Times New Roman"/>
              <a:ea typeface="Times New Roman"/>
            </a:endParaRPr>
          </a:p>
          <a:p>
            <a:pPr marL="514350" indent="-514350" algn="just">
              <a:lnSpc>
                <a:spcPct val="100000"/>
              </a:lnSpc>
              <a:spcBef>
                <a:spcPts val="0"/>
              </a:spcBef>
              <a:buFont typeface="+mj-lt"/>
              <a:buAutoNum type="arabicPeriod"/>
            </a:pPr>
            <a:r>
              <a:rPr lang="ru-RU" dirty="0" smtClean="0">
                <a:latin typeface="Times New Roman"/>
                <a:ea typeface="Times New Roman"/>
              </a:rPr>
              <a:t>Подсистема</a:t>
            </a:r>
            <a:r>
              <a:rPr lang="ru-RU" dirty="0">
                <a:latin typeface="Times New Roman"/>
                <a:ea typeface="Times New Roman"/>
              </a:rPr>
              <a:t>: мобильные комплексы ИТС </a:t>
            </a:r>
            <a:endParaRPr lang="ru-RU" dirty="0" smtClean="0">
              <a:latin typeface="Times New Roman"/>
              <a:ea typeface="Times New Roman"/>
            </a:endParaRPr>
          </a:p>
          <a:p>
            <a:pPr marL="514350" indent="-514350" algn="just">
              <a:lnSpc>
                <a:spcPct val="100000"/>
              </a:lnSpc>
              <a:spcBef>
                <a:spcPts val="0"/>
              </a:spcBef>
              <a:buFont typeface="+mj-lt"/>
              <a:buAutoNum type="arabicPeriod"/>
            </a:pPr>
            <a:r>
              <a:rPr lang="ru-RU" dirty="0" smtClean="0">
                <a:latin typeface="Times New Roman"/>
                <a:ea typeface="Times New Roman"/>
              </a:rPr>
              <a:t>Подсистема</a:t>
            </a:r>
            <a:r>
              <a:rPr lang="ru-RU" dirty="0">
                <a:latin typeface="Times New Roman"/>
                <a:ea typeface="Times New Roman"/>
              </a:rPr>
              <a:t>: автоматизированная система управления наружным освещением </a:t>
            </a:r>
            <a:endParaRPr lang="ru-RU" dirty="0" smtClean="0">
              <a:latin typeface="Times New Roman"/>
              <a:ea typeface="Times New Roman"/>
            </a:endParaRPr>
          </a:p>
          <a:p>
            <a:pPr marL="514350" indent="-514350" algn="just">
              <a:lnSpc>
                <a:spcPct val="100000"/>
              </a:lnSpc>
              <a:spcBef>
                <a:spcPts val="0"/>
              </a:spcBef>
              <a:buFont typeface="+mj-lt"/>
              <a:buAutoNum type="arabicPeriod"/>
            </a:pPr>
            <a:r>
              <a:rPr lang="ru-RU" dirty="0" smtClean="0">
                <a:latin typeface="Times New Roman"/>
                <a:ea typeface="Times New Roman"/>
              </a:rPr>
              <a:t>Подсистема</a:t>
            </a:r>
            <a:r>
              <a:rPr lang="ru-RU" dirty="0">
                <a:latin typeface="Times New Roman"/>
                <a:ea typeface="Times New Roman"/>
              </a:rPr>
              <a:t>: </a:t>
            </a:r>
            <a:r>
              <a:rPr lang="ru-RU" dirty="0" err="1">
                <a:latin typeface="Times New Roman"/>
                <a:ea typeface="Times New Roman"/>
              </a:rPr>
              <a:t>фотовидеофиксация</a:t>
            </a:r>
            <a:r>
              <a:rPr lang="ru-RU" dirty="0">
                <a:latin typeface="Times New Roman"/>
                <a:ea typeface="Times New Roman"/>
              </a:rPr>
              <a:t> нарушений ПДД </a:t>
            </a:r>
            <a:endParaRPr lang="ru-RU" dirty="0" smtClean="0">
              <a:latin typeface="Times New Roman"/>
              <a:ea typeface="Times New Roman"/>
            </a:endParaRPr>
          </a:p>
          <a:p>
            <a:pPr marL="514350" indent="-514350" algn="just">
              <a:lnSpc>
                <a:spcPct val="100000"/>
              </a:lnSpc>
              <a:spcBef>
                <a:spcPts val="0"/>
              </a:spcBef>
              <a:buFont typeface="+mj-lt"/>
              <a:buAutoNum type="arabicPeriod"/>
            </a:pPr>
            <a:r>
              <a:rPr lang="ru-RU" dirty="0" smtClean="0">
                <a:latin typeface="Times New Roman"/>
                <a:ea typeface="Times New Roman"/>
              </a:rPr>
              <a:t>Подсистема</a:t>
            </a:r>
            <a:r>
              <a:rPr lang="ru-RU" dirty="0">
                <a:latin typeface="Times New Roman"/>
                <a:ea typeface="Times New Roman"/>
              </a:rPr>
              <a:t>: весогабаритный </a:t>
            </a:r>
            <a:r>
              <a:rPr lang="ru-RU">
                <a:latin typeface="Times New Roman"/>
                <a:ea typeface="Times New Roman"/>
              </a:rPr>
              <a:t>контроль </a:t>
            </a:r>
            <a:endParaRPr lang="ru-RU" smtClean="0">
              <a:latin typeface="Times New Roman"/>
              <a:ea typeface="Times New Roman"/>
            </a:endParaRPr>
          </a:p>
          <a:p>
            <a:pPr marL="514350" indent="-514350" algn="just">
              <a:lnSpc>
                <a:spcPct val="100000"/>
              </a:lnSpc>
              <a:spcBef>
                <a:spcPts val="0"/>
              </a:spcBef>
              <a:buFont typeface="+mj-lt"/>
              <a:buAutoNum type="arabicPeriod"/>
            </a:pPr>
            <a:r>
              <a:rPr lang="ru-RU" smtClean="0">
                <a:latin typeface="Times New Roman"/>
                <a:ea typeface="Times New Roman"/>
              </a:rPr>
              <a:t>Подсистема</a:t>
            </a:r>
            <a:r>
              <a:rPr lang="ru-RU" dirty="0">
                <a:latin typeface="Times New Roman"/>
                <a:ea typeface="Times New Roman"/>
              </a:rPr>
              <a:t>: мониторинг параметров транспортных потоков</a:t>
            </a:r>
          </a:p>
        </p:txBody>
      </p:sp>
      <p:sp>
        <p:nvSpPr>
          <p:cNvPr id="2" name="Номер слайда 1">
            <a:extLst>
              <a:ext uri="{FF2B5EF4-FFF2-40B4-BE49-F238E27FC236}">
                <a16:creationId xmlns="" xmlns:a16="http://schemas.microsoft.com/office/drawing/2014/main" id="{5A4856CC-D20E-42A1-24DD-282B00F7EE4A}"/>
              </a:ext>
            </a:extLst>
          </p:cNvPr>
          <p:cNvSpPr>
            <a:spLocks noGrp="1"/>
          </p:cNvSpPr>
          <p:nvPr>
            <p:ph type="sldNum" sz="quarter" idx="12"/>
          </p:nvPr>
        </p:nvSpPr>
        <p:spPr>
          <a:xfrm>
            <a:off x="6457950" y="6356350"/>
            <a:ext cx="2057400" cy="365125"/>
          </a:xfrm>
          <a:prstGeom prst="rect">
            <a:avLst/>
          </a:prstGeom>
        </p:spPr>
        <p:txBody>
          <a:bodyPr/>
          <a:lstStyle/>
          <a:p>
            <a:fld id="{52259990-D040-4A93-9573-D8805257596F}" type="slidenum">
              <a:rPr lang="ru-RU" smtClean="0"/>
              <a:t>3</a:t>
            </a:fld>
            <a:endParaRPr lang="ru-RU"/>
          </a:p>
        </p:txBody>
      </p:sp>
    </p:spTree>
    <p:extLst>
      <p:ext uri="{BB962C8B-B14F-4D97-AF65-F5344CB8AC3E}">
        <p14:creationId xmlns:p14="http://schemas.microsoft.com/office/powerpoint/2010/main" val="374006565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Номер слайда 3"/>
          <p:cNvSpPr>
            <a:spLocks noGrp="1"/>
          </p:cNvSpPr>
          <p:nvPr>
            <p:ph type="sldNum" sz="quarter" idx="12"/>
          </p:nvPr>
        </p:nvSpPr>
        <p:spPr/>
        <p:txBody>
          <a:bodyPr/>
          <a:lstStyle/>
          <a:p>
            <a:fld id="{52259990-D040-4A93-9573-D8805257596F}" type="slidenum">
              <a:rPr lang="ru-RU" smtClean="0"/>
              <a:pPr/>
              <a:t>4</a:t>
            </a:fld>
            <a:endParaRPr lang="ru-RU" dirty="0"/>
          </a:p>
        </p:txBody>
      </p:sp>
      <p:sp>
        <p:nvSpPr>
          <p:cNvPr id="5" name="Прямоугольник 4"/>
          <p:cNvSpPr/>
          <p:nvPr/>
        </p:nvSpPr>
        <p:spPr>
          <a:xfrm>
            <a:off x="678872" y="2082241"/>
            <a:ext cx="8279823" cy="1323439"/>
          </a:xfrm>
          <a:prstGeom prst="rect">
            <a:avLst/>
          </a:prstGeom>
        </p:spPr>
        <p:txBody>
          <a:bodyPr wrap="square">
            <a:spAutoFit/>
          </a:bodyPr>
          <a:lstStyle/>
          <a:p>
            <a:r>
              <a:rPr lang="ru-RU" sz="4000" dirty="0" smtClean="0">
                <a:latin typeface="Times New Roman" pitchFamily="18" charset="0"/>
                <a:cs typeface="Times New Roman" pitchFamily="18" charset="0"/>
              </a:rPr>
              <a:t>6. Подсистема: мониторинг  парковочного пространства</a:t>
            </a:r>
            <a:endParaRPr lang="ru-RU" sz="4000" dirty="0">
              <a:latin typeface="Times New Roman" pitchFamily="18" charset="0"/>
              <a:cs typeface="Times New Roman" pitchFamily="18" charset="0"/>
            </a:endParaRPr>
          </a:p>
        </p:txBody>
      </p:sp>
    </p:spTree>
    <p:extLst>
      <p:ext uri="{BB962C8B-B14F-4D97-AF65-F5344CB8AC3E}">
        <p14:creationId xmlns:p14="http://schemas.microsoft.com/office/powerpoint/2010/main" val="1969755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85850" y="262510"/>
            <a:ext cx="7886700" cy="707309"/>
          </a:xfrm>
        </p:spPr>
        <p:txBody>
          <a:bodyPr/>
          <a:lstStyle/>
          <a:p>
            <a:r>
              <a:rPr lang="ru-RU" dirty="0" smtClean="0">
                <a:latin typeface="Times New Roman" pitchFamily="18" charset="0"/>
                <a:cs typeface="Times New Roman" pitchFamily="18" charset="0"/>
              </a:rPr>
              <a:t>Назначение подсистемы</a:t>
            </a:r>
            <a:endParaRPr lang="ru-RU" dirty="0">
              <a:latin typeface="Times New Roman" pitchFamily="18" charset="0"/>
              <a:cs typeface="Times New Roman" pitchFamily="18" charset="0"/>
            </a:endParaRPr>
          </a:p>
        </p:txBody>
      </p:sp>
      <p:sp>
        <p:nvSpPr>
          <p:cNvPr id="3" name="Объект 2"/>
          <p:cNvSpPr>
            <a:spLocks noGrp="1"/>
          </p:cNvSpPr>
          <p:nvPr>
            <p:ph idx="1"/>
          </p:nvPr>
        </p:nvSpPr>
        <p:spPr>
          <a:xfrm>
            <a:off x="155575" y="969819"/>
            <a:ext cx="8816975" cy="3713017"/>
          </a:xfrm>
        </p:spPr>
        <p:txBody>
          <a:bodyPr/>
          <a:lstStyle/>
          <a:p>
            <a:pPr marL="0" indent="0" algn="just">
              <a:buNone/>
            </a:pPr>
            <a:r>
              <a:rPr lang="ru-RU" sz="2000" dirty="0">
                <a:latin typeface="Times New Roman" pitchFamily="18" charset="0"/>
                <a:cs typeface="Times New Roman" pitchFamily="18" charset="0"/>
              </a:rPr>
              <a:t>Подсистема предназначена для реализации обеспечения мониторинга парковочного пространства, гармонизации потока при заезде и выезде из парковочного пространства</a:t>
            </a:r>
            <a:r>
              <a:rPr lang="ru-RU" sz="2000" dirty="0" smtClean="0">
                <a:latin typeface="Times New Roman" pitchFamily="18" charset="0"/>
                <a:cs typeface="Times New Roman" pitchFamily="18" charset="0"/>
              </a:rPr>
              <a:t>.</a:t>
            </a:r>
            <a:endParaRPr lang="ru-RU" sz="2000" dirty="0">
              <a:latin typeface="Times New Roman" pitchFamily="18" charset="0"/>
              <a:cs typeface="Times New Roman" pitchFamily="18" charset="0"/>
            </a:endParaRPr>
          </a:p>
          <a:p>
            <a:pPr marL="0" indent="0" algn="just">
              <a:buNone/>
            </a:pPr>
            <a:r>
              <a:rPr lang="ru-RU" sz="2000" b="1" dirty="0" smtClean="0">
                <a:solidFill>
                  <a:srgbClr val="FF0000"/>
                </a:solidFill>
                <a:latin typeface="Times New Roman" pitchFamily="18" charset="0"/>
                <a:cs typeface="Times New Roman" pitchFamily="18" charset="0"/>
              </a:rPr>
              <a:t>«Парковка (парковочное место)» </a:t>
            </a:r>
            <a:r>
              <a:rPr lang="ru-RU" sz="2000" dirty="0" smtClean="0">
                <a:latin typeface="Times New Roman" pitchFamily="18" charset="0"/>
                <a:cs typeface="Times New Roman" pitchFamily="18" charset="0"/>
              </a:rPr>
              <a:t>- специально обозначенное и при необходимости обустроенное и оборудованное  место, являющееся в том числе частью автомобильной  дороги и (или) примыкающее к проезжей части и (или) тротуару, обочине, эстакаде или мосту либо являющееся  частью </a:t>
            </a:r>
            <a:r>
              <a:rPr lang="ru-RU" sz="2000" dirty="0" err="1" smtClean="0">
                <a:latin typeface="Times New Roman" pitchFamily="18" charset="0"/>
                <a:cs typeface="Times New Roman" pitchFamily="18" charset="0"/>
              </a:rPr>
              <a:t>подэстакадной</a:t>
            </a:r>
            <a:r>
              <a:rPr lang="ru-RU" sz="2000" dirty="0" smtClean="0">
                <a:latin typeface="Times New Roman" pitchFamily="18" charset="0"/>
                <a:cs typeface="Times New Roman" pitchFamily="18" charset="0"/>
              </a:rPr>
              <a:t>  или </a:t>
            </a:r>
            <a:r>
              <a:rPr lang="ru-RU" sz="2000" dirty="0" err="1" smtClean="0">
                <a:latin typeface="Times New Roman" pitchFamily="18" charset="0"/>
                <a:cs typeface="Times New Roman" pitchFamily="18" charset="0"/>
              </a:rPr>
              <a:t>подмостовых</a:t>
            </a:r>
            <a:r>
              <a:rPr lang="ru-RU" sz="2000" dirty="0" smtClean="0">
                <a:latin typeface="Times New Roman" pitchFamily="18" charset="0"/>
                <a:cs typeface="Times New Roman" pitchFamily="18" charset="0"/>
              </a:rPr>
              <a:t> пространств, площадей или иных объектов улично-дорожной сети, зданий, строений или сооружений и предназначенное для организованной стоянки транспортных средств на платной основе или без  взимания платы по решению собственника или иного владельца автомобильной  дороги, собственника земельного участка либо собственника соответствующей части здания, строения или сооружения.</a:t>
            </a:r>
          </a:p>
          <a:p>
            <a:pPr marL="0" indent="0" algn="just">
              <a:buNone/>
            </a:pPr>
            <a:endParaRPr lang="ru-RU" sz="2400" dirty="0">
              <a:latin typeface="Times New Roman" pitchFamily="18" charset="0"/>
              <a:cs typeface="Times New Roman" pitchFamily="18" charset="0"/>
            </a:endParaRPr>
          </a:p>
        </p:txBody>
      </p:sp>
      <p:sp>
        <p:nvSpPr>
          <p:cNvPr id="4" name="Номер слайда 3"/>
          <p:cNvSpPr>
            <a:spLocks noGrp="1"/>
          </p:cNvSpPr>
          <p:nvPr>
            <p:ph type="sldNum" sz="quarter" idx="12"/>
          </p:nvPr>
        </p:nvSpPr>
        <p:spPr/>
        <p:txBody>
          <a:bodyPr/>
          <a:lstStyle/>
          <a:p>
            <a:fld id="{52259990-D040-4A93-9573-D8805257596F}" type="slidenum">
              <a:rPr lang="ru-RU" smtClean="0"/>
              <a:pPr/>
              <a:t>5</a:t>
            </a:fld>
            <a:endParaRPr lang="ru-RU" dirty="0"/>
          </a:p>
        </p:txBody>
      </p:sp>
      <p:pic>
        <p:nvPicPr>
          <p:cNvPr id="5122" name="Picture 2" descr="https://avatars.mds.yandex.net/i?id=6e68ad37d7fc386f337d8900f83896d05b82c2af-16239175-images-thumbs&amp;n=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8251" y="4891682"/>
            <a:ext cx="2906374" cy="1937584"/>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155575" y="5925641"/>
            <a:ext cx="1216025" cy="923330"/>
          </a:xfrm>
          <a:prstGeom prst="rect">
            <a:avLst/>
          </a:prstGeom>
        </p:spPr>
        <p:txBody>
          <a:bodyPr wrap="square">
            <a:spAutoFit/>
          </a:bodyPr>
          <a:lstStyle/>
          <a:p>
            <a:r>
              <a:rPr lang="en-US" sz="900" dirty="0"/>
              <a:t>https://avatars.mds.yandex.net/i?id=6e68ad37d7fc386f337d8900f83896d05b82c2af-16239175-images-thumbs&amp;n=13</a:t>
            </a:r>
            <a:endParaRPr lang="ru-RU" sz="900" dirty="0"/>
          </a:p>
        </p:txBody>
      </p:sp>
      <p:sp>
        <p:nvSpPr>
          <p:cNvPr id="7" name="AutoShape 4" descr="https://yandex-images.clstorage.net/9uvbo9336/e44b85QMz/H8qfzOaPQ-gY2b0rj7GOYCpt5nQBuGrh3a-ZWC5VxcemU43JnasgSj1ehQ9N4VxV-Px4NM-4RRPMAzG1vvFvQwub0tHXkkOdYYSVct-RgnQiGJN4RckC8KnGkClTVL321kuJLXkixNuUqkmjwVHpbLmhICnn1BlCfbtR-NvoNmejIvuQ5h9CYOh9GNsvebJkKuhypCXRUtgRq9ydp4X1Jw-GebHh8qAHXCqhl1nVXdg5OZDVStwJfkla8ThDmNqTU7ofAH5zmsgEnaB7f_E60AakznidoT5kOUMwhU-JdX__Gi2JlcLEk7wuVS_FeRWQLXl8uU4olUqVUkVkI2RqKz-6r9xeJxaQ-PlYv6cx_lSiULYIGcGSnAVbvKlzBe1Xx4aZCZGWkANEcl0jnTX5bA0hfBVuvFXWlRrJcCcAijM_zodAcudS4AABKBfPfQr0mhjSyKndfpQdD4QFjzl18y8y1bkxMmADrKIVg_1BRaRVOSClSoQVUhUKuei_eOZnQ9oPzD7zvviMqSDzPyl6TAIcHmRBDQJAab-YYWM1EWvj5nV1gXrsN3wamZ9tuQUYkU3oadYwWSIJwskkX5xqT6POX4Bea1ZomIXEj-8FopDqxPqMWdVyAIEXjDnfjUlDE4bBXZ0GcF_M2tHDeW1Z6LGlVHkWQDWC1X4xtM_8imejypME3k_ubPAd4J-PcYaQlmzSFE2J4lyNo5Q1f5mZXx-WwXVdBoCb8A4ZL81FmaBpUYz5ClCdUhmSATxL3JrfwzajEH7Psuh00RA7j532vOIYkvzd-dp0ke8QaWMl3UfzuqGNDergG-SC2ZuRTRkwsR1kudJwhX7Jolm416Syk1MyM1SKJzLcNB00O__hBshyTNIUUaViBK0r7DV_zXHr485xWT06aDN4ouHDHdW5lLHR_K0-4HXSwcJFFK9seiM_rgM0wqeiuDDRYNf3gZbQNggarH39xvQxm7xxr6V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512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1607" y="4876801"/>
            <a:ext cx="3444594" cy="1937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Прямоугольник 7"/>
          <p:cNvSpPr/>
          <p:nvPr/>
        </p:nvSpPr>
        <p:spPr>
          <a:xfrm>
            <a:off x="7772399" y="4891682"/>
            <a:ext cx="1330036" cy="2000548"/>
          </a:xfrm>
          <a:prstGeom prst="rect">
            <a:avLst/>
          </a:prstGeom>
        </p:spPr>
        <p:txBody>
          <a:bodyPr wrap="square">
            <a:spAutoFit/>
          </a:bodyPr>
          <a:lstStyle/>
          <a:p>
            <a:r>
              <a:rPr lang="en-US" sz="400" dirty="0"/>
              <a:t>https://yandex-images.clstorage.net/9uvbo9336/e44b85QMz/H8qfzOaPQ-gY2b0rj7GOYCpt5nQBuGrh3a-ZWC5VxcemU43JnasgSj1ehQ9N4VxV-Px4NM-4RRPMAzG1vvFvQwub0tHXkkOdYYSVct-RgnQiGJN4RckC8KnGkClTVL321kuJLXkixNuUqkmjwVHpbLmhICnn1BlCfbtR-NvoNmejIvuQ5h9CYOh9GNsvebJkKuhypCXRUtgRq9ydp4X1Jw-GebHh8qAHXCqhl1nVXdg5OZDVStwJfkla8ThDmNqTU7ofAH5zmsgEnaB7f_E60AakznidoT5kOUMwhU-JdX__Gi2JlcLEk7wuVS_FeRWQLXl8uU4olUqVUkVkI2RqKz-6r9xeJxaQ-PlYv6cx_lSiULYIGcGSnAVbvKlzBe1Xx4aZCZGWkANEcl0jnTX5bA0hfBVuvFXWlRrJcCcAijM_zodAcudS4AABKBfPfQr0mhjSyKndfpQdD4QFjzl18y8y1bkxMmADrKIVg_1BRaRVOSClSoQVUhUKuei_eOZnQ9oPzD7zvviMqSDzPyl6TAIcHmRBDQJAab-YYWM1EWvj5nV1gXrsN3wamZ9tuQUYkU3oadYwWSIJwskkX5xqT6POX4Bea1ZomIXEj-8FopDqxPqMWdVyAIEXjDnfjUlDE4bBXZ0GcF_M2tHDeW1Z6LGlVHkWQDWC1X4xtM_8imejypME3k_ubPAd4J-PcYaQlmzSFE2J4lyNo5Q1f5mZXx-WwXVdBoCb8A4ZL81FmaBpUYz5ClCdUhmSATxL3JrfwzajEH7Psuh00RA7j532vOIYkvzd-dp0ke8QaWMl3UfzuqGNDergG-SC2ZuRTRkwsR1kudJwhX7Jolm416Syk1MyM1SKJzLcNB00O__hBshyTNIUUaViBK0r7DV_zXHr485xWT06aDN4ouHDHdW5lLHR_K0-4HXSwcJFFK9seiM_rgM0wqeiuDDRYNf3gZbQNggarH39xvQxm7xxr6V0</a:t>
            </a:r>
            <a:endParaRPr lang="ru-RU" sz="400" dirty="0"/>
          </a:p>
        </p:txBody>
      </p:sp>
    </p:spTree>
    <p:extLst>
      <p:ext uri="{BB962C8B-B14F-4D97-AF65-F5344CB8AC3E}">
        <p14:creationId xmlns:p14="http://schemas.microsoft.com/office/powerpoint/2010/main" val="2717712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lstStyle/>
          <a:p>
            <a:pPr marL="0" indent="0">
              <a:lnSpc>
                <a:spcPct val="100000"/>
              </a:lnSpc>
              <a:spcBef>
                <a:spcPts val="0"/>
              </a:spcBef>
              <a:buNone/>
            </a:pPr>
            <a:r>
              <a:rPr lang="ru-RU" sz="4000" dirty="0" smtClean="0">
                <a:latin typeface="Times New Roman" pitchFamily="18" charset="0"/>
                <a:cs typeface="Times New Roman" pitchFamily="18" charset="0"/>
              </a:rPr>
              <a:t>7. Подсистема</a:t>
            </a:r>
            <a:r>
              <a:rPr lang="ru-RU" sz="4000" dirty="0">
                <a:latin typeface="Times New Roman" pitchFamily="18" charset="0"/>
                <a:cs typeface="Times New Roman" pitchFamily="18" charset="0"/>
              </a:rPr>
              <a:t>: мобильные комплексы ИТС</a:t>
            </a:r>
          </a:p>
        </p:txBody>
      </p:sp>
      <p:sp>
        <p:nvSpPr>
          <p:cNvPr id="4" name="Номер слайда 3"/>
          <p:cNvSpPr>
            <a:spLocks noGrp="1"/>
          </p:cNvSpPr>
          <p:nvPr>
            <p:ph type="sldNum" sz="quarter" idx="12"/>
          </p:nvPr>
        </p:nvSpPr>
        <p:spPr/>
        <p:txBody>
          <a:bodyPr/>
          <a:lstStyle/>
          <a:p>
            <a:fld id="{52259990-D040-4A93-9573-D8805257596F}" type="slidenum">
              <a:rPr lang="ru-RU" smtClean="0"/>
              <a:pPr/>
              <a:t>6</a:t>
            </a:fld>
            <a:endParaRPr lang="ru-RU" dirty="0"/>
          </a:p>
        </p:txBody>
      </p:sp>
    </p:spTree>
    <p:extLst>
      <p:ext uri="{BB962C8B-B14F-4D97-AF65-F5344CB8AC3E}">
        <p14:creationId xmlns:p14="http://schemas.microsoft.com/office/powerpoint/2010/main" val="202944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61159" y="138546"/>
            <a:ext cx="7886700" cy="1325563"/>
          </a:xfrm>
        </p:spPr>
        <p:txBody>
          <a:bodyPr/>
          <a:lstStyle/>
          <a:p>
            <a:r>
              <a:rPr lang="ru-RU" dirty="0" smtClean="0">
                <a:latin typeface="Times New Roman" pitchFamily="18" charset="0"/>
                <a:cs typeface="Times New Roman" pitchFamily="18" charset="0"/>
              </a:rPr>
              <a:t>Назначение мобильных комплексов</a:t>
            </a:r>
            <a:endParaRPr lang="ru-RU" dirty="0">
              <a:latin typeface="Times New Roman" pitchFamily="18" charset="0"/>
              <a:cs typeface="Times New Roman" pitchFamily="18" charset="0"/>
            </a:endParaRPr>
          </a:p>
        </p:txBody>
      </p:sp>
      <p:sp>
        <p:nvSpPr>
          <p:cNvPr id="3" name="Объект 2"/>
          <p:cNvSpPr>
            <a:spLocks noGrp="1"/>
          </p:cNvSpPr>
          <p:nvPr>
            <p:ph idx="1"/>
          </p:nvPr>
        </p:nvSpPr>
        <p:spPr>
          <a:xfrm>
            <a:off x="307975" y="1318127"/>
            <a:ext cx="8655916" cy="2090091"/>
          </a:xfrm>
        </p:spPr>
        <p:txBody>
          <a:bodyPr/>
          <a:lstStyle/>
          <a:p>
            <a:pPr marL="0" indent="0" algn="just">
              <a:lnSpc>
                <a:spcPct val="100000"/>
              </a:lnSpc>
              <a:spcBef>
                <a:spcPts val="0"/>
              </a:spcBef>
              <a:buNone/>
            </a:pPr>
            <a:r>
              <a:rPr lang="ru-RU" sz="2200" b="1" dirty="0">
                <a:solidFill>
                  <a:srgbClr val="FF0000"/>
                </a:solidFill>
                <a:latin typeface="Times New Roman" pitchFamily="18" charset="0"/>
                <a:cs typeface="Times New Roman" pitchFamily="18" charset="0"/>
              </a:rPr>
              <a:t>Мобильные комплексы </a:t>
            </a:r>
            <a:r>
              <a:rPr lang="ru-RU" sz="2200" dirty="0">
                <a:latin typeface="Times New Roman" pitchFamily="18" charset="0"/>
                <a:cs typeface="Times New Roman" pitchFamily="18" charset="0"/>
              </a:rPr>
              <a:t>- комплексы используемые при отсутствии постоянно действующих подсистем ИТС на данном участке автомобильной дороги или сбоя в их работе для периодического кратковременного сбора и способствующих своевременному распространению необходимой</a:t>
            </a:r>
          </a:p>
          <a:p>
            <a:pPr marL="0" indent="0" algn="just">
              <a:lnSpc>
                <a:spcPct val="100000"/>
              </a:lnSpc>
              <a:spcBef>
                <a:spcPts val="0"/>
              </a:spcBef>
              <a:buNone/>
            </a:pPr>
            <a:r>
              <a:rPr lang="ru-RU" sz="2200" dirty="0" smtClean="0">
                <a:latin typeface="Times New Roman" pitchFamily="18" charset="0"/>
                <a:cs typeface="Times New Roman" pitchFamily="18" charset="0"/>
              </a:rPr>
              <a:t>информации</a:t>
            </a:r>
            <a:r>
              <a:rPr lang="ru-RU" sz="2200" dirty="0">
                <a:latin typeface="Times New Roman" pitchFamily="18" charset="0"/>
                <a:cs typeface="Times New Roman" pitchFamily="18" charset="0"/>
              </a:rPr>
              <a:t>.</a:t>
            </a:r>
          </a:p>
          <a:p>
            <a:pPr marL="0" indent="0" algn="just">
              <a:lnSpc>
                <a:spcPct val="100000"/>
              </a:lnSpc>
              <a:spcBef>
                <a:spcPts val="0"/>
              </a:spcBef>
              <a:buNone/>
            </a:pPr>
            <a:endParaRPr lang="ru-RU" sz="2200" dirty="0">
              <a:latin typeface="Times New Roman" pitchFamily="18" charset="0"/>
              <a:cs typeface="Times New Roman" pitchFamily="18" charset="0"/>
            </a:endParaRPr>
          </a:p>
        </p:txBody>
      </p:sp>
      <p:sp>
        <p:nvSpPr>
          <p:cNvPr id="4" name="Номер слайда 3"/>
          <p:cNvSpPr>
            <a:spLocks noGrp="1"/>
          </p:cNvSpPr>
          <p:nvPr>
            <p:ph type="sldNum" sz="quarter" idx="12"/>
          </p:nvPr>
        </p:nvSpPr>
        <p:spPr/>
        <p:txBody>
          <a:bodyPr/>
          <a:lstStyle/>
          <a:p>
            <a:fld id="{52259990-D040-4A93-9573-D8805257596F}" type="slidenum">
              <a:rPr lang="ru-RU" smtClean="0"/>
              <a:pPr/>
              <a:t>7</a:t>
            </a:fld>
            <a:endParaRPr lang="ru-RU" dirty="0"/>
          </a:p>
        </p:txBody>
      </p:sp>
      <p:sp>
        <p:nvSpPr>
          <p:cNvPr id="5" name="AutoShape 2" descr="https://yandex-images.clstorage.net/9uvbo9336/e44b85QMz/H8qfzOaPQ-gY2b0rj7GOYCpt5nQBuGrh3a-ZWXZYtceubs3I4asMX3AOiFY4kUBIsMRoOOb9CR_BQlTw_uwrSxLCj5nXpk-xcayhRt-RgnQiGJN4RckC8KnGkClTVL321kuJLXkixNuUqkmjwVHpbLmhICnn1BlCfbtR-NvoNmejIvuQ5h9CYOh9GNsvebJkKuhypCXRUtgRq9ydp4X1Jw-GebHh8qAHXCqhl1nVXdg5OZDVStwJfkla8ThDmNqTU7ofAH5zmsgEnaB7f_E60AakznidoT5kOUMwhU-JdX__Gi2JlcLEk7wuVS_FeRWQLXl8uU4olUqVUkVkI2RqKz-6r9xeJxaQ-PlYv6cx_lSiULYIGcGSnAVbvKlzBe1Xx4aZCZGWkANEcl0jnTX5bA0hfBVuvFXWlRrJcCcAijM_zodAcudS4AABKBfPfQr0mhjSyKndfpQdD4QFjzl18y8y1bkxMmADrKIVg_1BRaRVOSClSoQVUhUKuei_eOZnQ9oPzD7zvviMqSDzPyl6TAIcHmRBDQJAab-YYWM1EWvj5nV1gXrsN3wamZ9tuQUYkU3oadYwWSIJwskkX5xqT6POX4Bea1ZomIXEj-8FopDqxPqMWdVyAIEXjDnfjUlDE4bBXZ0GcF_M2tHDeW1Z6LGlVHkWQDWC1X4xtM_8imejypME3k_ubPAd4J-PcYaQlmzSFE2J4lyNo5Q1f5mZXx-WwXVdBoCb8A4ZL81FmaBpUYz5ClCdUhmSATxL3JrfwzajEH7Psuh00RA7j532vOIYkvzd-dp0ke8QaWMl3UfzuqGNDergG-SC2ZuRTRkwsR1kudJwhX7Jolm416Syk1MyM1SKJzLcNB00O__hBshyTNIUUaViBK0r7DV_zXHr485xWT06aDN4ouHDHdW5lLHR_K0-4HXSwcJFFK9seiM_rgM0wqeiuDDRYNf3gZbQNggarH39xvQxm7xxr6V0"/>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pic>
        <p:nvPicPr>
          <p:cNvPr id="122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954" y="3408218"/>
            <a:ext cx="3865419" cy="2568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Прямоугольник 5"/>
          <p:cNvSpPr/>
          <p:nvPr/>
        </p:nvSpPr>
        <p:spPr>
          <a:xfrm>
            <a:off x="1" y="6011690"/>
            <a:ext cx="4461164" cy="861774"/>
          </a:xfrm>
          <a:prstGeom prst="rect">
            <a:avLst/>
          </a:prstGeom>
        </p:spPr>
        <p:txBody>
          <a:bodyPr wrap="square">
            <a:spAutoFit/>
          </a:bodyPr>
          <a:lstStyle/>
          <a:p>
            <a:r>
              <a:rPr lang="en-US" sz="500" dirty="0"/>
              <a:t>https://yandex-images.clstorage.net/9uvbo9336/e44b85QMz/H8qfzOaPQ-gY2b0rj7GOYCpt5nQBuGrh3a-ZWXZYtceubs3I4asMX3AOiFY4kUBIsMRoOOb9CR_BQlTw_uwrSxLCj5nXpk-xcayhRt-RgnQiGJN4RckC8KnGkClTVL321kuJLXkixNuUqkmjwVHpbLmhICnn1BlCfbtR-NvoNmejIvuQ5h9CYOh9GNsvebJkKuhypCXRUtgRq9ydp4X1Jw-GebHh8qAHXCqhl1nVXdg5OZDVStwJfkla8ThDmNqTU7ofAH5zmsgEnaB7f_E60AakznidoT5kOUMwhU-JdX__Gi2JlcLEk7wuVS_FeRWQLXl8uU4olUqVUkVkI2RqKz-6r9xeJxaQ-PlYv6cx_lSiULYIGcGSnAVbvKlzBe1Xx4aZCZGWkANEcl0jnTX5bA0hfBVuvFXWlRrJcCcAijM_zodAcudS4AABKBfPfQr0mhjSyKndfpQdD4QFjzl18y8y1bkxMmADrKIVg_1BRaRVOSClSoQVUhUKuei_eOZnQ9oPzD7zvviMqSDzPyl6TAIcHmRBDQJAab-YYWM1EWvj5nV1gXrsN3wamZ9tuQUYkU3oadYwWSIJwskkX5xqT6POX4Bea1ZomIXEj-8FopDqxPqMWdVyAIEXjDnfjUlDE4bBXZ0GcF_M2tHDeW1Z6LGlVHkWQDWC1X4xtM_8imejypME3k_ubPAd4J-PcYaQlmzSFE2J4lyNo5Q1f5mZXx-WwXVdBoCb8A4ZL81FmaBpUYz5ClCdUhmSATxL3JrfwzajEH7Psuh00RA7j532vOIYkvzd-dp0ke8QaWMl3UfzuqGNDergG-SC2ZuRTRkwsR1kudJwhX7Jolm416Syk1MyM1SKJzLcNB00O__hBshyTNIUUaViBK0r7DV_zXHr485xWT06aDN4ouHDHdW5lLHR_K0-4HXSwcJFFK9seiM_rgM0wqeiuDDRYNf3gZbQNggarH39xvQxm7xxr6V0</a:t>
            </a:r>
            <a:endParaRPr lang="ru-RU" sz="500" dirty="0"/>
          </a:p>
        </p:txBody>
      </p:sp>
      <p:pic>
        <p:nvPicPr>
          <p:cNvPr id="12293" name="Picture 5" descr="https://avatars.mds.yandex.net/i?id=7c5545ea3474b770c52730fdcbce8379df01d690-4401365-images-thumbs&amp;n=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61164" y="3405360"/>
            <a:ext cx="4572000" cy="2571751"/>
          </a:xfrm>
          <a:prstGeom prst="rect">
            <a:avLst/>
          </a:prstGeom>
          <a:noFill/>
          <a:extLst>
            <a:ext uri="{909E8E84-426E-40DD-AFC4-6F175D3DCCD1}">
              <a14:hiddenFill xmlns:a14="http://schemas.microsoft.com/office/drawing/2010/main">
                <a:solidFill>
                  <a:srgbClr val="FFFFFF"/>
                </a:solidFill>
              </a14:hiddenFill>
            </a:ext>
          </a:extLst>
        </p:spPr>
      </p:pic>
      <p:sp>
        <p:nvSpPr>
          <p:cNvPr id="7" name="Прямоугольник 6"/>
          <p:cNvSpPr/>
          <p:nvPr/>
        </p:nvSpPr>
        <p:spPr>
          <a:xfrm>
            <a:off x="4461164" y="6019033"/>
            <a:ext cx="4572000" cy="461665"/>
          </a:xfrm>
          <a:prstGeom prst="rect">
            <a:avLst/>
          </a:prstGeom>
        </p:spPr>
        <p:txBody>
          <a:bodyPr>
            <a:spAutoFit/>
          </a:bodyPr>
          <a:lstStyle/>
          <a:p>
            <a:r>
              <a:rPr lang="en-US" sz="1200" dirty="0"/>
              <a:t>https://avatars.mds.yandex.net/i?id=7c5545ea3474b770c52730fdcbce8379df01d690-4401365-images-thumbs&amp;n=13</a:t>
            </a:r>
            <a:endParaRPr lang="ru-RU" sz="1200" dirty="0"/>
          </a:p>
        </p:txBody>
      </p:sp>
    </p:spTree>
    <p:extLst>
      <p:ext uri="{BB962C8B-B14F-4D97-AF65-F5344CB8AC3E}">
        <p14:creationId xmlns:p14="http://schemas.microsoft.com/office/powerpoint/2010/main" val="1333147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02722" y="220947"/>
            <a:ext cx="7886700" cy="693454"/>
          </a:xfrm>
        </p:spPr>
        <p:txBody>
          <a:bodyPr/>
          <a:lstStyle/>
          <a:p>
            <a:r>
              <a:rPr lang="ru-RU" sz="3600" dirty="0">
                <a:latin typeface="Times New Roman" pitchFamily="18" charset="0"/>
                <a:cs typeface="Times New Roman" pitchFamily="18" charset="0"/>
              </a:rPr>
              <a:t>Назначение мобильных комплексов</a:t>
            </a:r>
          </a:p>
        </p:txBody>
      </p:sp>
      <p:sp>
        <p:nvSpPr>
          <p:cNvPr id="3" name="Объект 2"/>
          <p:cNvSpPr>
            <a:spLocks noGrp="1"/>
          </p:cNvSpPr>
          <p:nvPr>
            <p:ph idx="1"/>
          </p:nvPr>
        </p:nvSpPr>
        <p:spPr>
          <a:xfrm>
            <a:off x="600941" y="897564"/>
            <a:ext cx="8168986" cy="1277602"/>
          </a:xfrm>
        </p:spPr>
        <p:txBody>
          <a:bodyPr/>
          <a:lstStyle/>
          <a:p>
            <a:pPr marL="0" indent="0">
              <a:buNone/>
            </a:pPr>
            <a:r>
              <a:rPr lang="ru-RU" dirty="0">
                <a:latin typeface="Times New Roman" pitchFamily="18" charset="0"/>
                <a:cs typeface="Times New Roman" pitchFamily="18" charset="0"/>
              </a:rPr>
              <a:t>По конструктивным особенностям, связанным со степенью мобильности, технические средства подразделяют на три группы:</a:t>
            </a:r>
          </a:p>
          <a:p>
            <a:pPr marL="0" indent="0">
              <a:buNone/>
            </a:pPr>
            <a:endParaRPr lang="ru-RU" dirty="0">
              <a:latin typeface="Times New Roman" pitchFamily="18" charset="0"/>
              <a:cs typeface="Times New Roman" pitchFamily="18" charset="0"/>
            </a:endParaRPr>
          </a:p>
        </p:txBody>
      </p:sp>
      <p:sp>
        <p:nvSpPr>
          <p:cNvPr id="4" name="Номер слайда 3"/>
          <p:cNvSpPr>
            <a:spLocks noGrp="1"/>
          </p:cNvSpPr>
          <p:nvPr>
            <p:ph type="sldNum" sz="quarter" idx="12"/>
          </p:nvPr>
        </p:nvSpPr>
        <p:spPr/>
        <p:txBody>
          <a:bodyPr/>
          <a:lstStyle/>
          <a:p>
            <a:fld id="{52259990-D040-4A93-9573-D8805257596F}" type="slidenum">
              <a:rPr lang="ru-RU" smtClean="0"/>
              <a:pPr/>
              <a:t>8</a:t>
            </a:fld>
            <a:endParaRPr lang="ru-RU" dirty="0"/>
          </a:p>
        </p:txBody>
      </p:sp>
      <p:graphicFrame>
        <p:nvGraphicFramePr>
          <p:cNvPr id="5" name="Схема 4"/>
          <p:cNvGraphicFramePr/>
          <p:nvPr>
            <p:extLst>
              <p:ext uri="{D42A27DB-BD31-4B8C-83A1-F6EECF244321}">
                <p14:modId xmlns:p14="http://schemas.microsoft.com/office/powerpoint/2010/main" val="1307495111"/>
              </p:ext>
            </p:extLst>
          </p:nvPr>
        </p:nvGraphicFramePr>
        <p:xfrm>
          <a:off x="0" y="2269836"/>
          <a:ext cx="9144000" cy="43249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77293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lstStyle/>
          <a:p>
            <a:pPr marL="0" indent="0">
              <a:buNone/>
            </a:pPr>
            <a:r>
              <a:rPr lang="ru-RU" sz="3600" dirty="0" smtClean="0">
                <a:latin typeface="Times New Roman" pitchFamily="18" charset="0"/>
                <a:cs typeface="Times New Roman" pitchFamily="18" charset="0"/>
              </a:rPr>
              <a:t>8. Подсистема: автоматизированная система управления наружным освещением</a:t>
            </a:r>
            <a:endParaRPr lang="ru-RU" sz="3600" dirty="0">
              <a:latin typeface="Times New Roman" pitchFamily="18" charset="0"/>
              <a:cs typeface="Times New Roman" pitchFamily="18" charset="0"/>
            </a:endParaRPr>
          </a:p>
        </p:txBody>
      </p:sp>
      <p:sp>
        <p:nvSpPr>
          <p:cNvPr id="4" name="Номер слайда 3"/>
          <p:cNvSpPr>
            <a:spLocks noGrp="1"/>
          </p:cNvSpPr>
          <p:nvPr>
            <p:ph type="sldNum" sz="quarter" idx="12"/>
          </p:nvPr>
        </p:nvSpPr>
        <p:spPr/>
        <p:txBody>
          <a:bodyPr/>
          <a:lstStyle/>
          <a:p>
            <a:fld id="{52259990-D040-4A93-9573-D8805257596F}" type="slidenum">
              <a:rPr lang="ru-RU" smtClean="0"/>
              <a:pPr/>
              <a:t>9</a:t>
            </a:fld>
            <a:endParaRPr lang="ru-RU" dirty="0"/>
          </a:p>
        </p:txBody>
      </p:sp>
    </p:spTree>
    <p:extLst>
      <p:ext uri="{BB962C8B-B14F-4D97-AF65-F5344CB8AC3E}">
        <p14:creationId xmlns:p14="http://schemas.microsoft.com/office/powerpoint/2010/main" val="3728220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88868" y="234802"/>
            <a:ext cx="7886700" cy="638036"/>
          </a:xfrm>
        </p:spPr>
        <p:txBody>
          <a:bodyPr/>
          <a:lstStyle/>
          <a:p>
            <a:r>
              <a:rPr lang="ru-RU" dirty="0" smtClean="0">
                <a:latin typeface="Times New Roman" pitchFamily="18" charset="0"/>
                <a:cs typeface="Times New Roman" pitchFamily="18" charset="0"/>
              </a:rPr>
              <a:t>Термин АСУНО</a:t>
            </a:r>
            <a:endParaRPr lang="ru-RU" dirty="0">
              <a:latin typeface="Times New Roman" pitchFamily="18" charset="0"/>
              <a:cs typeface="Times New Roman" pitchFamily="18" charset="0"/>
            </a:endParaRPr>
          </a:p>
        </p:txBody>
      </p:sp>
      <p:sp>
        <p:nvSpPr>
          <p:cNvPr id="4" name="Номер слайда 3"/>
          <p:cNvSpPr>
            <a:spLocks noGrp="1"/>
          </p:cNvSpPr>
          <p:nvPr>
            <p:ph type="sldNum" sz="quarter" idx="12"/>
          </p:nvPr>
        </p:nvSpPr>
        <p:spPr/>
        <p:txBody>
          <a:bodyPr/>
          <a:lstStyle/>
          <a:p>
            <a:fld id="{52259990-D040-4A93-9573-D8805257596F}" type="slidenum">
              <a:rPr lang="ru-RU" smtClean="0"/>
              <a:pPr/>
              <a:t>10</a:t>
            </a:fld>
            <a:endParaRPr lang="ru-RU" dirty="0"/>
          </a:p>
        </p:txBody>
      </p:sp>
      <p:sp>
        <p:nvSpPr>
          <p:cNvPr id="5" name="Прямоугольник 4"/>
          <p:cNvSpPr/>
          <p:nvPr/>
        </p:nvSpPr>
        <p:spPr>
          <a:xfrm>
            <a:off x="360217" y="875796"/>
            <a:ext cx="8354291" cy="2554545"/>
          </a:xfrm>
          <a:prstGeom prst="rect">
            <a:avLst/>
          </a:prstGeom>
        </p:spPr>
        <p:txBody>
          <a:bodyPr wrap="square">
            <a:spAutoFit/>
          </a:bodyPr>
          <a:lstStyle/>
          <a:p>
            <a:pPr algn="just"/>
            <a:r>
              <a:rPr lang="ru-RU" sz="2000" b="1" dirty="0">
                <a:latin typeface="Times New Roman" pitchFamily="18" charset="0"/>
                <a:cs typeface="Times New Roman" pitchFamily="18" charset="0"/>
              </a:rPr>
              <a:t>Автоматизированная система управления наружным освещением (АСУНО) </a:t>
            </a:r>
            <a:r>
              <a:rPr lang="ru-RU" sz="2000" dirty="0">
                <a:latin typeface="Times New Roman" pitchFamily="18" charset="0"/>
                <a:cs typeface="Times New Roman" pitchFamily="18" charset="0"/>
              </a:rPr>
              <a:t>- подсистема ИТС</a:t>
            </a:r>
            <a:r>
              <a:rPr lang="ru-RU" sz="2000" dirty="0" smtClean="0">
                <a:latin typeface="Times New Roman" pitchFamily="18" charset="0"/>
                <a:cs typeface="Times New Roman" pitchFamily="18" charset="0"/>
              </a:rPr>
              <a:t>, предназначенная </a:t>
            </a:r>
            <a:r>
              <a:rPr lang="ru-RU" sz="2000" dirty="0">
                <a:latin typeface="Times New Roman" pitchFamily="18" charset="0"/>
                <a:cs typeface="Times New Roman" pitchFamily="18" charset="0"/>
              </a:rPr>
              <a:t>для управления режимами работы осветительного и электротехнического оборудования, программно-техническими средствами, линиями электроснабжения и связи, входящими в инфраструктуру сети наружного освещения участка (участков) автомобильной дороги, а также для мониторинга технологических параметров и диагностики состояния этих инфраструктурных элементов.</a:t>
            </a:r>
          </a:p>
        </p:txBody>
      </p:sp>
      <p:pic>
        <p:nvPicPr>
          <p:cNvPr id="19458" name="Picture 2" descr="https://avatars.mds.yandex.net/i?id=b0b536dc4e781a6806cd4e9828e9a24ec80d968b-16418812-images-thumbs&amp;n=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37" y="3430341"/>
            <a:ext cx="4467225" cy="3048001"/>
          </a:xfrm>
          <a:prstGeom prst="rect">
            <a:avLst/>
          </a:prstGeom>
          <a:noFill/>
          <a:extLst>
            <a:ext uri="{909E8E84-426E-40DD-AFC4-6F175D3DCCD1}">
              <a14:hiddenFill xmlns:a14="http://schemas.microsoft.com/office/drawing/2010/main">
                <a:solidFill>
                  <a:srgbClr val="FFFFFF"/>
                </a:solidFill>
              </a14:hiddenFill>
            </a:ext>
          </a:extLst>
        </p:spPr>
      </p:pic>
      <p:sp>
        <p:nvSpPr>
          <p:cNvPr id="7" name="Прямоугольник 6"/>
          <p:cNvSpPr/>
          <p:nvPr/>
        </p:nvSpPr>
        <p:spPr>
          <a:xfrm>
            <a:off x="70137" y="6414935"/>
            <a:ext cx="4467225" cy="430887"/>
          </a:xfrm>
          <a:prstGeom prst="rect">
            <a:avLst/>
          </a:prstGeom>
        </p:spPr>
        <p:txBody>
          <a:bodyPr wrap="square">
            <a:spAutoFit/>
          </a:bodyPr>
          <a:lstStyle/>
          <a:p>
            <a:r>
              <a:rPr lang="en-US" sz="1050" dirty="0"/>
              <a:t>https://avatars.mds.yandex.net/i?id=b0b536dc4e781a6806cd4e9828e9a24ec80d968b-16418812-images-thumbs&amp;n=13</a:t>
            </a:r>
            <a:endParaRPr lang="ru-RU" sz="1050" dirty="0"/>
          </a:p>
        </p:txBody>
      </p:sp>
      <p:pic>
        <p:nvPicPr>
          <p:cNvPr id="19460" name="Picture 4" descr="https://avatars.mds.yandex.net/i?id=415d9975dfaa740eaf032ced4d96e72ea714dfbd-5905964-images-thumbs&amp;n=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3432697"/>
            <a:ext cx="4473357" cy="2982239"/>
          </a:xfrm>
          <a:prstGeom prst="rect">
            <a:avLst/>
          </a:prstGeom>
          <a:noFill/>
          <a:extLst>
            <a:ext uri="{909E8E84-426E-40DD-AFC4-6F175D3DCCD1}">
              <a14:hiddenFill xmlns:a14="http://schemas.microsoft.com/office/drawing/2010/main">
                <a:solidFill>
                  <a:srgbClr val="FFFFFF"/>
                </a:solidFill>
              </a14:hiddenFill>
            </a:ext>
          </a:extLst>
        </p:spPr>
      </p:pic>
      <p:sp>
        <p:nvSpPr>
          <p:cNvPr id="8" name="Прямоугольник 7"/>
          <p:cNvSpPr/>
          <p:nvPr/>
        </p:nvSpPr>
        <p:spPr>
          <a:xfrm>
            <a:off x="4572000" y="6427113"/>
            <a:ext cx="4572000" cy="430887"/>
          </a:xfrm>
          <a:prstGeom prst="rect">
            <a:avLst/>
          </a:prstGeom>
        </p:spPr>
        <p:txBody>
          <a:bodyPr>
            <a:spAutoFit/>
          </a:bodyPr>
          <a:lstStyle/>
          <a:p>
            <a:r>
              <a:rPr lang="en-US" sz="1050" dirty="0"/>
              <a:t>https://avatars.mds.yandex.net/i?id=415d9975dfaa740eaf032ced4d96e72ea714dfbd-5905964-images-thumbs&amp;n=13</a:t>
            </a:r>
            <a:endParaRPr lang="ru-RU" sz="1050" dirty="0"/>
          </a:p>
        </p:txBody>
      </p:sp>
    </p:spTree>
    <p:extLst>
      <p:ext uri="{BB962C8B-B14F-4D97-AF65-F5344CB8AC3E}">
        <p14:creationId xmlns:p14="http://schemas.microsoft.com/office/powerpoint/2010/main" val="4008567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628650" y="1844870"/>
            <a:ext cx="7886700" cy="3653219"/>
          </a:xfrm>
        </p:spPr>
        <p:txBody>
          <a:bodyPr/>
          <a:lstStyle/>
          <a:p>
            <a:pPr marL="0" indent="0">
              <a:buNone/>
            </a:pPr>
            <a:r>
              <a:rPr lang="ru-RU" sz="3600" dirty="0" smtClean="0">
                <a:latin typeface="Times New Roman" pitchFamily="18" charset="0"/>
                <a:cs typeface="Times New Roman" pitchFamily="18" charset="0"/>
              </a:rPr>
              <a:t>9. Подсистема</a:t>
            </a:r>
            <a:r>
              <a:rPr lang="ru-RU" sz="3600" dirty="0">
                <a:latin typeface="Times New Roman" pitchFamily="18" charset="0"/>
                <a:cs typeface="Times New Roman" pitchFamily="18" charset="0"/>
              </a:rPr>
              <a:t>: </a:t>
            </a:r>
            <a:r>
              <a:rPr lang="ru-RU" sz="3600" dirty="0" err="1">
                <a:latin typeface="Times New Roman" pitchFamily="18" charset="0"/>
                <a:cs typeface="Times New Roman" pitchFamily="18" charset="0"/>
              </a:rPr>
              <a:t>фотовидеофиксация</a:t>
            </a:r>
            <a:r>
              <a:rPr lang="ru-RU" sz="3600" dirty="0">
                <a:latin typeface="Times New Roman" pitchFamily="18" charset="0"/>
                <a:cs typeface="Times New Roman" pitchFamily="18" charset="0"/>
              </a:rPr>
              <a:t> нарушений ПДД</a:t>
            </a:r>
          </a:p>
          <a:p>
            <a:endParaRPr lang="ru-RU" sz="3600" dirty="0"/>
          </a:p>
        </p:txBody>
      </p:sp>
      <p:sp>
        <p:nvSpPr>
          <p:cNvPr id="4" name="Номер слайда 3"/>
          <p:cNvSpPr>
            <a:spLocks noGrp="1"/>
          </p:cNvSpPr>
          <p:nvPr>
            <p:ph type="sldNum" sz="quarter" idx="12"/>
          </p:nvPr>
        </p:nvSpPr>
        <p:spPr/>
        <p:txBody>
          <a:bodyPr/>
          <a:lstStyle/>
          <a:p>
            <a:fld id="{52259990-D040-4A93-9573-D8805257596F}" type="slidenum">
              <a:rPr lang="ru-RU" smtClean="0"/>
              <a:pPr/>
              <a:t>11</a:t>
            </a:fld>
            <a:endParaRPr lang="ru-RU" dirty="0"/>
          </a:p>
        </p:txBody>
      </p:sp>
    </p:spTree>
    <p:extLst>
      <p:ext uri="{BB962C8B-B14F-4D97-AF65-F5344CB8AC3E}">
        <p14:creationId xmlns:p14="http://schemas.microsoft.com/office/powerpoint/2010/main" val="15960155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02723" y="373347"/>
            <a:ext cx="7886700" cy="693454"/>
          </a:xfrm>
        </p:spPr>
        <p:txBody>
          <a:bodyPr/>
          <a:lstStyle/>
          <a:p>
            <a:r>
              <a:rPr lang="ru-RU" dirty="0" smtClean="0">
                <a:latin typeface="Times New Roman" pitchFamily="18" charset="0"/>
                <a:cs typeface="Times New Roman" pitchFamily="18" charset="0"/>
              </a:rPr>
              <a:t>Цели создания системы</a:t>
            </a:r>
            <a:endParaRPr lang="ru-RU" dirty="0">
              <a:latin typeface="Times New Roman" pitchFamily="18" charset="0"/>
              <a:cs typeface="Times New Roman" pitchFamily="18" charset="0"/>
            </a:endParaRPr>
          </a:p>
        </p:txBody>
      </p:sp>
      <p:sp>
        <p:nvSpPr>
          <p:cNvPr id="3" name="Объект 2"/>
          <p:cNvSpPr>
            <a:spLocks noGrp="1"/>
          </p:cNvSpPr>
          <p:nvPr>
            <p:ph idx="1"/>
          </p:nvPr>
        </p:nvSpPr>
        <p:spPr>
          <a:xfrm>
            <a:off x="374073" y="1110581"/>
            <a:ext cx="8395854" cy="1757310"/>
          </a:xfrm>
        </p:spPr>
        <p:txBody>
          <a:bodyPr/>
          <a:lstStyle/>
          <a:p>
            <a:pPr marL="0" indent="0" algn="just">
              <a:buNone/>
            </a:pPr>
            <a:r>
              <a:rPr lang="ru-RU" sz="2400" dirty="0">
                <a:latin typeface="Times New Roman" pitchFamily="18" charset="0"/>
                <a:cs typeface="Times New Roman" pitchFamily="18" charset="0"/>
              </a:rPr>
              <a:t>Подсистема предназначена для повышения эффективности системы управления транспортными потоками и снижения общей аварийности на автомобильных дорогах. Основой подсистемы является автоматический режим </a:t>
            </a:r>
            <a:r>
              <a:rPr lang="ru-RU" sz="2400" dirty="0" err="1">
                <a:latin typeface="Times New Roman" pitchFamily="18" charset="0"/>
                <a:cs typeface="Times New Roman" pitchFamily="18" charset="0"/>
              </a:rPr>
              <a:t>фотовидеофиксации</a:t>
            </a:r>
            <a:r>
              <a:rPr lang="ru-RU" sz="2400" dirty="0">
                <a:latin typeface="Times New Roman" pitchFamily="18" charset="0"/>
                <a:cs typeface="Times New Roman" pitchFamily="18" charset="0"/>
              </a:rPr>
              <a:t> нарушений ПДД.</a:t>
            </a:r>
          </a:p>
          <a:p>
            <a:pPr marL="0" indent="0" algn="just">
              <a:buNone/>
            </a:pPr>
            <a:endParaRPr lang="ru-RU" sz="2400" dirty="0">
              <a:latin typeface="Times New Roman" pitchFamily="18" charset="0"/>
              <a:cs typeface="Times New Roman" pitchFamily="18" charset="0"/>
            </a:endParaRPr>
          </a:p>
        </p:txBody>
      </p:sp>
      <p:sp>
        <p:nvSpPr>
          <p:cNvPr id="4" name="Номер слайда 3"/>
          <p:cNvSpPr>
            <a:spLocks noGrp="1"/>
          </p:cNvSpPr>
          <p:nvPr>
            <p:ph type="sldNum" sz="quarter" idx="12"/>
          </p:nvPr>
        </p:nvSpPr>
        <p:spPr/>
        <p:txBody>
          <a:bodyPr/>
          <a:lstStyle/>
          <a:p>
            <a:fld id="{52259990-D040-4A93-9573-D8805257596F}" type="slidenum">
              <a:rPr lang="ru-RU" smtClean="0"/>
              <a:pPr/>
              <a:t>12</a:t>
            </a:fld>
            <a:endParaRPr lang="ru-RU" dirty="0"/>
          </a:p>
        </p:txBody>
      </p:sp>
      <p:pic>
        <p:nvPicPr>
          <p:cNvPr id="25602" name="Picture 2" descr="https://avatars.mds.yandex.net/i?id=04e493e1cd4f89b188377913c7e391a3c7ffe041-5663194-images-thumbs&amp;n=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084" y="3279051"/>
            <a:ext cx="5817658" cy="3357275"/>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6483927" y="6075206"/>
            <a:ext cx="2286000" cy="553998"/>
          </a:xfrm>
          <a:prstGeom prst="rect">
            <a:avLst/>
          </a:prstGeom>
        </p:spPr>
        <p:txBody>
          <a:bodyPr wrap="square">
            <a:spAutoFit/>
          </a:bodyPr>
          <a:lstStyle/>
          <a:p>
            <a:r>
              <a:rPr lang="en-US" sz="1000" dirty="0"/>
              <a:t>https://avatars.mds.yandex.net/i?id=04e493e1cd4f89b188377913c7e391a3c7ffe041-5663194-images-thumbs&amp;n=13</a:t>
            </a:r>
            <a:endParaRPr lang="ru-RU" sz="1000" dirty="0"/>
          </a:p>
        </p:txBody>
      </p:sp>
    </p:spTree>
    <p:extLst>
      <p:ext uri="{BB962C8B-B14F-4D97-AF65-F5344CB8AC3E}">
        <p14:creationId xmlns:p14="http://schemas.microsoft.com/office/powerpoint/2010/main" val="440897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47305" y="495802"/>
            <a:ext cx="7886700" cy="695690"/>
          </a:xfrm>
        </p:spPr>
        <p:txBody>
          <a:bodyPr/>
          <a:lstStyle/>
          <a:p>
            <a:r>
              <a:rPr lang="ru-RU" dirty="0">
                <a:latin typeface="Times New Roman" pitchFamily="18" charset="0"/>
                <a:cs typeface="Times New Roman" pitchFamily="18" charset="0"/>
              </a:rPr>
              <a:t>Цели создания системы</a:t>
            </a:r>
            <a:endParaRPr lang="ru-RU" dirty="0"/>
          </a:p>
        </p:txBody>
      </p:sp>
      <p:sp>
        <p:nvSpPr>
          <p:cNvPr id="3" name="Объект 2"/>
          <p:cNvSpPr>
            <a:spLocks noGrp="1"/>
          </p:cNvSpPr>
          <p:nvPr>
            <p:ph idx="1"/>
          </p:nvPr>
        </p:nvSpPr>
        <p:spPr>
          <a:xfrm>
            <a:off x="282285" y="1304544"/>
            <a:ext cx="8551719" cy="2671712"/>
          </a:xfrm>
        </p:spPr>
        <p:txBody>
          <a:bodyPr/>
          <a:lstStyle/>
          <a:p>
            <a:pPr marL="0" indent="0" algn="just">
              <a:buNone/>
            </a:pPr>
            <a:r>
              <a:rPr lang="ru-RU" sz="2400" dirty="0">
                <a:latin typeface="Times New Roman" pitchFamily="18" charset="0"/>
                <a:cs typeface="Times New Roman" pitchFamily="18" charset="0"/>
              </a:rPr>
              <a:t>Автоматический режим </a:t>
            </a:r>
            <a:r>
              <a:rPr lang="ru-RU" sz="2400" dirty="0" err="1">
                <a:latin typeface="Times New Roman" pitchFamily="18" charset="0"/>
                <a:cs typeface="Times New Roman" pitchFamily="18" charset="0"/>
              </a:rPr>
              <a:t>фотовидеофиксации</a:t>
            </a:r>
            <a:r>
              <a:rPr lang="ru-RU" sz="2400" dirty="0">
                <a:latin typeface="Times New Roman" pitchFamily="18" charset="0"/>
                <a:cs typeface="Times New Roman" pitchFamily="18" charset="0"/>
              </a:rPr>
              <a:t>:</a:t>
            </a:r>
          </a:p>
          <a:p>
            <a:pPr marL="0" indent="0" algn="just">
              <a:buNone/>
            </a:pPr>
            <a:r>
              <a:rPr lang="ru-RU" sz="2400" dirty="0">
                <a:latin typeface="Times New Roman" pitchFamily="18" charset="0"/>
                <a:cs typeface="Times New Roman" pitchFamily="18" charset="0"/>
              </a:rPr>
              <a:t>Режим работы специальных технических средств, обеспечивающий выявление фиксируемого события без участия человека (оператора), формирование и хранение необходимой и достаточной доказательной базы для вынесения постановлений по делам об административных правонарушениях</a:t>
            </a:r>
            <a:r>
              <a:rPr lang="ru-RU" sz="2400" dirty="0" smtClean="0">
                <a:latin typeface="Times New Roman" pitchFamily="18" charset="0"/>
                <a:cs typeface="Times New Roman" pitchFamily="18" charset="0"/>
              </a:rPr>
              <a:t>. (ГОСТ </a:t>
            </a:r>
            <a:r>
              <a:rPr lang="ru-RU" sz="2400" dirty="0">
                <a:latin typeface="Times New Roman" pitchFamily="18" charset="0"/>
                <a:cs typeface="Times New Roman" pitchFamily="18" charset="0"/>
              </a:rPr>
              <a:t>Р </a:t>
            </a:r>
            <a:r>
              <a:rPr lang="ru-RU" sz="2400" dirty="0" smtClean="0">
                <a:latin typeface="Times New Roman" pitchFamily="18" charset="0"/>
                <a:cs typeface="Times New Roman" pitchFamily="18" charset="0"/>
              </a:rPr>
              <a:t>57144-2016)</a:t>
            </a:r>
            <a:endParaRPr lang="ru-RU" sz="2400" dirty="0">
              <a:latin typeface="Times New Roman" pitchFamily="18" charset="0"/>
              <a:cs typeface="Times New Roman" pitchFamily="18" charset="0"/>
            </a:endParaRPr>
          </a:p>
          <a:p>
            <a:pPr marL="0" indent="0" algn="just">
              <a:buNone/>
            </a:pPr>
            <a:endParaRPr lang="ru-RU" sz="2400" dirty="0">
              <a:latin typeface="Times New Roman" pitchFamily="18" charset="0"/>
              <a:cs typeface="Times New Roman" pitchFamily="18" charset="0"/>
            </a:endParaRPr>
          </a:p>
        </p:txBody>
      </p:sp>
      <p:sp>
        <p:nvSpPr>
          <p:cNvPr id="4" name="Номер слайда 3"/>
          <p:cNvSpPr>
            <a:spLocks noGrp="1"/>
          </p:cNvSpPr>
          <p:nvPr>
            <p:ph type="sldNum" sz="quarter" idx="12"/>
          </p:nvPr>
        </p:nvSpPr>
        <p:spPr/>
        <p:txBody>
          <a:bodyPr/>
          <a:lstStyle/>
          <a:p>
            <a:fld id="{52259990-D040-4A93-9573-D8805257596F}" type="slidenum">
              <a:rPr lang="ru-RU" smtClean="0"/>
              <a:pPr/>
              <a:t>13</a:t>
            </a:fld>
            <a:endParaRPr lang="ru-RU" dirty="0"/>
          </a:p>
        </p:txBody>
      </p:sp>
      <p:pic>
        <p:nvPicPr>
          <p:cNvPr id="26626" name="Picture 2" descr="https://avatars.mds.yandex.net/i?id=7f23c5b7313fa77db062fbaa8f92cea51a1a7a1e-5569949-images-thumbs&amp;n=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2005" y="3816873"/>
            <a:ext cx="4572000" cy="3028950"/>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351556" y="6389949"/>
            <a:ext cx="3763242" cy="430887"/>
          </a:xfrm>
          <a:prstGeom prst="rect">
            <a:avLst/>
          </a:prstGeom>
        </p:spPr>
        <p:txBody>
          <a:bodyPr wrap="square">
            <a:spAutoFit/>
          </a:bodyPr>
          <a:lstStyle/>
          <a:p>
            <a:r>
              <a:rPr lang="en-US" sz="1050" dirty="0"/>
              <a:t>https://avatars.mds.yandex.net/i?id=7f23c5b7313fa77db062fbaa8f92cea51a1a7a1e-5569949-images-thumbs&amp;n=13</a:t>
            </a:r>
            <a:endParaRPr lang="ru-RU" sz="1050" dirty="0"/>
          </a:p>
        </p:txBody>
      </p:sp>
    </p:spTree>
    <p:extLst>
      <p:ext uri="{BB962C8B-B14F-4D97-AF65-F5344CB8AC3E}">
        <p14:creationId xmlns:p14="http://schemas.microsoft.com/office/powerpoint/2010/main" val="18005740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628650" y="2209707"/>
            <a:ext cx="7886700" cy="3653219"/>
          </a:xfrm>
        </p:spPr>
        <p:txBody>
          <a:bodyPr/>
          <a:lstStyle/>
          <a:p>
            <a:pPr marL="0" indent="0" algn="just">
              <a:lnSpc>
                <a:spcPct val="100000"/>
              </a:lnSpc>
              <a:spcBef>
                <a:spcPts val="0"/>
              </a:spcBef>
              <a:buNone/>
            </a:pPr>
            <a:r>
              <a:rPr lang="ru-RU" sz="4000" dirty="0" smtClean="0">
                <a:latin typeface="Times New Roman" pitchFamily="18" charset="0"/>
                <a:cs typeface="Times New Roman" pitchFamily="18" charset="0"/>
              </a:rPr>
              <a:t>10. Подсистема</a:t>
            </a:r>
            <a:r>
              <a:rPr lang="ru-RU" sz="4000" dirty="0">
                <a:latin typeface="Times New Roman" pitchFamily="18" charset="0"/>
                <a:cs typeface="Times New Roman" pitchFamily="18" charset="0"/>
              </a:rPr>
              <a:t>: весогабаритный контроль</a:t>
            </a:r>
          </a:p>
        </p:txBody>
      </p:sp>
      <p:sp>
        <p:nvSpPr>
          <p:cNvPr id="4" name="Номер слайда 3"/>
          <p:cNvSpPr>
            <a:spLocks noGrp="1"/>
          </p:cNvSpPr>
          <p:nvPr>
            <p:ph type="sldNum" sz="quarter" idx="12"/>
          </p:nvPr>
        </p:nvSpPr>
        <p:spPr/>
        <p:txBody>
          <a:bodyPr/>
          <a:lstStyle/>
          <a:p>
            <a:fld id="{52259990-D040-4A93-9573-D8805257596F}" type="slidenum">
              <a:rPr lang="ru-RU" smtClean="0"/>
              <a:pPr/>
              <a:t>14</a:t>
            </a:fld>
            <a:endParaRPr lang="ru-RU" dirty="0"/>
          </a:p>
        </p:txBody>
      </p:sp>
    </p:spTree>
    <p:extLst>
      <p:ext uri="{BB962C8B-B14F-4D97-AF65-F5344CB8AC3E}">
        <p14:creationId xmlns:p14="http://schemas.microsoft.com/office/powerpoint/2010/main" val="32657992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35050" y="235750"/>
            <a:ext cx="7886700" cy="613996"/>
          </a:xfrm>
        </p:spPr>
        <p:txBody>
          <a:bodyPr/>
          <a:lstStyle/>
          <a:p>
            <a:r>
              <a:rPr lang="ru-RU" dirty="0" smtClean="0">
                <a:latin typeface="Times New Roman" panose="02020603050405020304" pitchFamily="18" charset="0"/>
                <a:cs typeface="Times New Roman" panose="02020603050405020304" pitchFamily="18" charset="0"/>
              </a:rPr>
              <a:t>Цели создания системы</a:t>
            </a:r>
            <a:endParaRPr lang="ru-RU"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397164" y="1084469"/>
            <a:ext cx="8524585" cy="1972768"/>
          </a:xfrm>
        </p:spPr>
        <p:txBody>
          <a:bodyPr/>
          <a:lstStyle/>
          <a:p>
            <a:pPr marL="0" indent="0" algn="just">
              <a:buNone/>
            </a:pPr>
            <a:r>
              <a:rPr lang="ru-RU" sz="2400" dirty="0" smtClean="0">
                <a:latin typeface="Times New Roman" panose="02020603050405020304" pitchFamily="18" charset="0"/>
                <a:cs typeface="Times New Roman" panose="02020603050405020304" pitchFamily="18" charset="0"/>
              </a:rPr>
              <a:t>Подсистема предназначена для обеспечения в автоматическом режиме весогабаритного контроля транспортных средств. </a:t>
            </a:r>
          </a:p>
          <a:p>
            <a:pPr marL="0" indent="0" algn="just">
              <a:buNone/>
            </a:pPr>
            <a:r>
              <a:rPr lang="ru-RU" sz="2400" dirty="0" smtClean="0">
                <a:latin typeface="Times New Roman" panose="02020603050405020304" pitchFamily="18" charset="0"/>
                <a:cs typeface="Times New Roman" panose="02020603050405020304" pitchFamily="18" charset="0"/>
              </a:rPr>
              <a:t>Весогабаритный контроль на автомобильных дорогах РФ осуществляется в пунктах весового и габаритного контроля транспортных средств (пункты весогабаритного контроля), в целях обеспечения сохранности автомобильных дорог.</a:t>
            </a:r>
          </a:p>
        </p:txBody>
      </p:sp>
      <p:sp>
        <p:nvSpPr>
          <p:cNvPr id="4" name="Номер слайда 3"/>
          <p:cNvSpPr>
            <a:spLocks noGrp="1"/>
          </p:cNvSpPr>
          <p:nvPr>
            <p:ph type="sldNum" sz="quarter" idx="12"/>
          </p:nvPr>
        </p:nvSpPr>
        <p:spPr/>
        <p:txBody>
          <a:bodyPr/>
          <a:lstStyle/>
          <a:p>
            <a:fld id="{52259990-D040-4A93-9573-D8805257596F}" type="slidenum">
              <a:rPr lang="ru-RU" smtClean="0"/>
              <a:pPr/>
              <a:t>15</a:t>
            </a:fld>
            <a:endParaRPr lang="ru-RU" dirty="0"/>
          </a:p>
        </p:txBody>
      </p:sp>
      <p:pic>
        <p:nvPicPr>
          <p:cNvPr id="1026" name="Picture 2" descr="https://avatars.mds.yandex.net/i?id=3f43904ca3a1df87e27f5fb2eeabec674ec84172-8497122-images-thumbs&amp;n=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559" y="3886118"/>
            <a:ext cx="4572000" cy="2324101"/>
          </a:xfrm>
          <a:prstGeom prst="rect">
            <a:avLst/>
          </a:prstGeom>
          <a:noFill/>
          <a:extLst>
            <a:ext uri="{909E8E84-426E-40DD-AFC4-6F175D3DCCD1}">
              <a14:hiddenFill xmlns:a14="http://schemas.microsoft.com/office/drawing/2010/main">
                <a:solidFill>
                  <a:srgbClr val="FFFFFF"/>
                </a:solidFill>
              </a14:hiddenFill>
            </a:ext>
          </a:extLst>
        </p:spPr>
      </p:pic>
      <p:sp>
        <p:nvSpPr>
          <p:cNvPr id="5" name="Прямоугольник 4"/>
          <p:cNvSpPr/>
          <p:nvPr/>
        </p:nvSpPr>
        <p:spPr>
          <a:xfrm>
            <a:off x="110559" y="6414936"/>
            <a:ext cx="4572000" cy="430887"/>
          </a:xfrm>
          <a:prstGeom prst="rect">
            <a:avLst/>
          </a:prstGeom>
        </p:spPr>
        <p:txBody>
          <a:bodyPr>
            <a:spAutoFit/>
          </a:bodyPr>
          <a:lstStyle/>
          <a:p>
            <a:r>
              <a:rPr lang="en-US" sz="1050" dirty="0"/>
              <a:t>https://avatars.mds.yandex.net/i?id=3f43904ca3a1df87e27f5fb2eeabec674ec84172-8497122-images-thumbs&amp;n=13</a:t>
            </a:r>
            <a:endParaRPr lang="ru-RU" sz="1050" dirty="0"/>
          </a:p>
        </p:txBody>
      </p:sp>
      <p:pic>
        <p:nvPicPr>
          <p:cNvPr id="1028" name="Picture 4" descr="https://avatars.mds.yandex.net/i?id=2bce6836a8feb7d0a2f2a20691d3303d4251939d-5504090-images-thumbs&amp;n=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4245" y="3886118"/>
            <a:ext cx="4241703" cy="2324100"/>
          </a:xfrm>
          <a:prstGeom prst="rect">
            <a:avLst/>
          </a:prstGeom>
          <a:noFill/>
          <a:extLst>
            <a:ext uri="{909E8E84-426E-40DD-AFC4-6F175D3DCCD1}">
              <a14:hiddenFill xmlns:a14="http://schemas.microsoft.com/office/drawing/2010/main">
                <a:solidFill>
                  <a:srgbClr val="FFFFFF"/>
                </a:solidFill>
              </a14:hiddenFill>
            </a:ext>
          </a:extLst>
        </p:spPr>
      </p:pic>
      <p:sp>
        <p:nvSpPr>
          <p:cNvPr id="6" name="Прямоугольник 5"/>
          <p:cNvSpPr/>
          <p:nvPr/>
        </p:nvSpPr>
        <p:spPr>
          <a:xfrm>
            <a:off x="4800600" y="6437110"/>
            <a:ext cx="4343400" cy="461665"/>
          </a:xfrm>
          <a:prstGeom prst="rect">
            <a:avLst/>
          </a:prstGeom>
        </p:spPr>
        <p:txBody>
          <a:bodyPr wrap="square">
            <a:spAutoFit/>
          </a:bodyPr>
          <a:lstStyle/>
          <a:p>
            <a:r>
              <a:rPr lang="en-US" sz="800" dirty="0"/>
              <a:t>https://yandex.ru/images/search?pos=12&amp;from=tabbar&amp;img_url=https%3A%2F%2Fpravdapfo.ru%2Fsites%2Fdefault%2Ffiles%2Fves_bashinform.png&amp;text=</a:t>
            </a:r>
            <a:r>
              <a:rPr lang="ru-RU" sz="800" dirty="0" err="1"/>
              <a:t>весогабаритный+контроль+на+дороге</a:t>
            </a:r>
            <a:r>
              <a:rPr lang="ru-RU" sz="800" dirty="0"/>
              <a:t>&amp;</a:t>
            </a:r>
            <a:r>
              <a:rPr lang="en-US" sz="800" dirty="0" err="1"/>
              <a:t>rpt</a:t>
            </a:r>
            <a:r>
              <a:rPr lang="en-US" sz="800" dirty="0"/>
              <a:t>=</a:t>
            </a:r>
            <a:r>
              <a:rPr lang="en-US" sz="800" dirty="0" err="1"/>
              <a:t>simage&amp;lr</a:t>
            </a:r>
            <a:r>
              <a:rPr lang="en-US" sz="800" dirty="0"/>
              <a:t>=10715</a:t>
            </a:r>
            <a:endParaRPr lang="ru-RU" sz="800" dirty="0"/>
          </a:p>
        </p:txBody>
      </p:sp>
    </p:spTree>
    <p:extLst>
      <p:ext uri="{BB962C8B-B14F-4D97-AF65-F5344CB8AC3E}">
        <p14:creationId xmlns:p14="http://schemas.microsoft.com/office/powerpoint/2010/main" val="35881187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p:txBody>
          <a:bodyPr/>
          <a:lstStyle/>
          <a:p>
            <a:pPr marL="0" indent="0">
              <a:buNone/>
            </a:pPr>
            <a:r>
              <a:rPr lang="ru-RU" sz="3600" dirty="0" smtClean="0">
                <a:latin typeface="Times New Roman" pitchFamily="18" charset="0"/>
                <a:cs typeface="Times New Roman" pitchFamily="18" charset="0"/>
              </a:rPr>
              <a:t>11. Подсистема: мониторинг параметров транспортных потоков</a:t>
            </a:r>
            <a:endParaRPr lang="ru-RU" sz="3600" dirty="0">
              <a:latin typeface="Times New Roman" pitchFamily="18" charset="0"/>
              <a:cs typeface="Times New Roman" pitchFamily="18" charset="0"/>
            </a:endParaRPr>
          </a:p>
        </p:txBody>
      </p:sp>
      <p:sp>
        <p:nvSpPr>
          <p:cNvPr id="4" name="Номер слайда 3"/>
          <p:cNvSpPr>
            <a:spLocks noGrp="1"/>
          </p:cNvSpPr>
          <p:nvPr>
            <p:ph type="sldNum" sz="quarter" idx="12"/>
          </p:nvPr>
        </p:nvSpPr>
        <p:spPr/>
        <p:txBody>
          <a:bodyPr/>
          <a:lstStyle/>
          <a:p>
            <a:fld id="{52259990-D040-4A93-9573-D8805257596F}" type="slidenum">
              <a:rPr lang="ru-RU" smtClean="0"/>
              <a:pPr/>
              <a:t>16</a:t>
            </a:fld>
            <a:endParaRPr lang="ru-RU" dirty="0"/>
          </a:p>
        </p:txBody>
      </p:sp>
    </p:spTree>
    <p:extLst>
      <p:ext uri="{BB962C8B-B14F-4D97-AF65-F5344CB8AC3E}">
        <p14:creationId xmlns:p14="http://schemas.microsoft.com/office/powerpoint/2010/main" val="3931505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969844" y="264164"/>
            <a:ext cx="7886700" cy="718475"/>
          </a:xfrm>
        </p:spPr>
        <p:txBody>
          <a:bodyPr/>
          <a:lstStyle/>
          <a:p>
            <a:r>
              <a:rPr lang="ru-RU" dirty="0" smtClean="0">
                <a:latin typeface="Times New Roman" pitchFamily="18" charset="0"/>
                <a:cs typeface="Times New Roman" pitchFamily="18" charset="0"/>
              </a:rPr>
              <a:t>Назначение подсистемы</a:t>
            </a:r>
            <a:endParaRPr lang="ru-RU" dirty="0">
              <a:latin typeface="Times New Roman" pitchFamily="18" charset="0"/>
              <a:cs typeface="Times New Roman" pitchFamily="18" charset="0"/>
            </a:endParaRPr>
          </a:p>
        </p:txBody>
      </p:sp>
      <p:sp>
        <p:nvSpPr>
          <p:cNvPr id="4" name="Номер слайда 3"/>
          <p:cNvSpPr>
            <a:spLocks noGrp="1"/>
          </p:cNvSpPr>
          <p:nvPr>
            <p:ph type="sldNum" sz="quarter" idx="12"/>
          </p:nvPr>
        </p:nvSpPr>
        <p:spPr/>
        <p:txBody>
          <a:bodyPr/>
          <a:lstStyle/>
          <a:p>
            <a:fld id="{52259990-D040-4A93-9573-D8805257596F}" type="slidenum">
              <a:rPr lang="ru-RU" smtClean="0"/>
              <a:pPr/>
              <a:t>17</a:t>
            </a:fld>
            <a:endParaRPr lang="ru-RU" dirty="0"/>
          </a:p>
        </p:txBody>
      </p:sp>
      <p:graphicFrame>
        <p:nvGraphicFramePr>
          <p:cNvPr id="5" name="Таблица 4"/>
          <p:cNvGraphicFramePr>
            <a:graphicFrameLocks noGrp="1"/>
          </p:cNvGraphicFramePr>
          <p:nvPr>
            <p:extLst>
              <p:ext uri="{D42A27DB-BD31-4B8C-83A1-F6EECF244321}">
                <p14:modId xmlns:p14="http://schemas.microsoft.com/office/powerpoint/2010/main" val="720973699"/>
              </p:ext>
            </p:extLst>
          </p:nvPr>
        </p:nvGraphicFramePr>
        <p:xfrm>
          <a:off x="327546" y="1154373"/>
          <a:ext cx="8528998" cy="5212080"/>
        </p:xfrm>
        <a:graphic>
          <a:graphicData uri="http://schemas.openxmlformats.org/drawingml/2006/table">
            <a:tbl>
              <a:tblPr firstRow="1" bandRow="1">
                <a:tableStyleId>{5C22544A-7EE6-4342-B048-85BDC9FD1C3A}</a:tableStyleId>
              </a:tblPr>
              <a:tblGrid>
                <a:gridCol w="504967"/>
                <a:gridCol w="8024031"/>
              </a:tblGrid>
              <a:tr h="370840">
                <a:tc>
                  <a:txBody>
                    <a:bodyPr/>
                    <a:lstStyle/>
                    <a:p>
                      <a:r>
                        <a:rPr lang="ru-RU" sz="2400" dirty="0" smtClean="0">
                          <a:latin typeface="Times New Roman" pitchFamily="18" charset="0"/>
                          <a:cs typeface="Times New Roman" pitchFamily="18" charset="0"/>
                        </a:rPr>
                        <a:t>№</a:t>
                      </a:r>
                      <a:endParaRPr lang="ru-RU" sz="2400" dirty="0">
                        <a:latin typeface="Times New Roman" pitchFamily="18" charset="0"/>
                        <a:cs typeface="Times New Roman" pitchFamily="18" charset="0"/>
                      </a:endParaRPr>
                    </a:p>
                  </a:txBody>
                  <a:tcPr/>
                </a:tc>
                <a:tc>
                  <a:txBody>
                    <a:bodyPr/>
                    <a:lstStyle/>
                    <a:p>
                      <a:r>
                        <a:rPr lang="ru-RU" sz="2400" dirty="0" smtClean="0">
                          <a:latin typeface="Times New Roman" pitchFamily="18" charset="0"/>
                          <a:cs typeface="Times New Roman" pitchFamily="18" charset="0"/>
                        </a:rPr>
                        <a:t>Подсистема предназначена для реализации</a:t>
                      </a:r>
                      <a:endParaRPr lang="ru-RU" sz="2400" dirty="0">
                        <a:latin typeface="Times New Roman" pitchFamily="18" charset="0"/>
                        <a:cs typeface="Times New Roman" pitchFamily="18" charset="0"/>
                      </a:endParaRPr>
                    </a:p>
                  </a:txBody>
                  <a:tcPr/>
                </a:tc>
              </a:tr>
              <a:tr h="370840">
                <a:tc>
                  <a:txBody>
                    <a:bodyPr/>
                    <a:lstStyle/>
                    <a:p>
                      <a:r>
                        <a:rPr lang="ru-RU" sz="2400" dirty="0" smtClean="0">
                          <a:latin typeface="Times New Roman" pitchFamily="18" charset="0"/>
                          <a:cs typeface="Times New Roman" pitchFamily="18" charset="0"/>
                        </a:rPr>
                        <a:t>1</a:t>
                      </a:r>
                      <a:endParaRPr lang="ru-RU" sz="2400" dirty="0">
                        <a:latin typeface="Times New Roman" pitchFamily="18" charset="0"/>
                        <a:cs typeface="Times New Roman" pitchFamily="18" charset="0"/>
                      </a:endParaRPr>
                    </a:p>
                  </a:txBody>
                  <a:tcPr/>
                </a:tc>
                <a:tc>
                  <a:txBody>
                    <a:bodyPr/>
                    <a:lstStyle/>
                    <a:p>
                      <a:r>
                        <a:rPr lang="ru-RU" sz="2400" dirty="0" smtClean="0">
                          <a:latin typeface="Times New Roman" pitchFamily="18" charset="0"/>
                          <a:cs typeface="Times New Roman" pitchFamily="18" charset="0"/>
                        </a:rPr>
                        <a:t>мониторинга эффективности функционирования автомобильной дороги</a:t>
                      </a:r>
                      <a:endParaRPr lang="ru-RU" sz="2400" dirty="0">
                        <a:latin typeface="Times New Roman" pitchFamily="18" charset="0"/>
                        <a:cs typeface="Times New Roman" pitchFamily="18" charset="0"/>
                      </a:endParaRPr>
                    </a:p>
                  </a:txBody>
                  <a:tcPr/>
                </a:tc>
              </a:tr>
              <a:tr h="370840">
                <a:tc>
                  <a:txBody>
                    <a:bodyPr/>
                    <a:lstStyle/>
                    <a:p>
                      <a:r>
                        <a:rPr lang="ru-RU" sz="2400" dirty="0" smtClean="0">
                          <a:latin typeface="Times New Roman" pitchFamily="18" charset="0"/>
                          <a:cs typeface="Times New Roman" pitchFamily="18" charset="0"/>
                        </a:rPr>
                        <a:t>2</a:t>
                      </a:r>
                      <a:endParaRPr lang="ru-RU" sz="2400" dirty="0">
                        <a:latin typeface="Times New Roman" pitchFamily="18" charset="0"/>
                        <a:cs typeface="Times New Roman" pitchFamily="18" charset="0"/>
                      </a:endParaRPr>
                    </a:p>
                  </a:txBody>
                  <a:tcPr/>
                </a:tc>
                <a:tc>
                  <a:txBody>
                    <a:bodyPr/>
                    <a:lstStyle/>
                    <a:p>
                      <a:r>
                        <a:rPr lang="ru-RU" sz="2400" dirty="0" smtClean="0">
                          <a:latin typeface="Times New Roman" pitchFamily="18" charset="0"/>
                          <a:cs typeface="Times New Roman" pitchFamily="18" charset="0"/>
                        </a:rPr>
                        <a:t>автоматического сбора, накопления, передачи и обработки статистической информации функционирования технических средств подсистемы</a:t>
                      </a:r>
                      <a:endParaRPr lang="ru-RU" sz="2400" dirty="0">
                        <a:latin typeface="Times New Roman" pitchFamily="18" charset="0"/>
                        <a:cs typeface="Times New Roman" pitchFamily="18" charset="0"/>
                      </a:endParaRPr>
                    </a:p>
                  </a:txBody>
                  <a:tcPr/>
                </a:tc>
              </a:tr>
              <a:tr h="370840">
                <a:tc>
                  <a:txBody>
                    <a:bodyPr/>
                    <a:lstStyle/>
                    <a:p>
                      <a:r>
                        <a:rPr lang="ru-RU" sz="2400" dirty="0" smtClean="0">
                          <a:latin typeface="Times New Roman" pitchFamily="18" charset="0"/>
                          <a:cs typeface="Times New Roman" pitchFamily="18" charset="0"/>
                        </a:rPr>
                        <a:t>3</a:t>
                      </a:r>
                      <a:endParaRPr lang="ru-RU" sz="2400" dirty="0">
                        <a:latin typeface="Times New Roman" pitchFamily="18" charset="0"/>
                        <a:cs typeface="Times New Roman" pitchFamily="18" charset="0"/>
                      </a:endParaRPr>
                    </a:p>
                  </a:txBody>
                  <a:tcPr/>
                </a:tc>
                <a:tc>
                  <a:txBody>
                    <a:bodyPr/>
                    <a:lstStyle/>
                    <a:p>
                      <a:r>
                        <a:rPr lang="ru-RU" sz="2400" dirty="0" smtClean="0">
                          <a:latin typeface="Times New Roman" pitchFamily="18" charset="0"/>
                          <a:cs typeface="Times New Roman" pitchFamily="18" charset="0"/>
                        </a:rPr>
                        <a:t>обеспечение функционирования Единой динамической транспортной модели автомобильной дороги в целях решения прикладных задач в реальном масштабе времен и перспективе</a:t>
                      </a:r>
                      <a:endParaRPr lang="ru-RU" sz="2400" dirty="0">
                        <a:latin typeface="Times New Roman" pitchFamily="18" charset="0"/>
                        <a:cs typeface="Times New Roman" pitchFamily="18" charset="0"/>
                      </a:endParaRPr>
                    </a:p>
                  </a:txBody>
                  <a:tcPr/>
                </a:tc>
              </a:tr>
              <a:tr h="370840">
                <a:tc>
                  <a:txBody>
                    <a:bodyPr/>
                    <a:lstStyle/>
                    <a:p>
                      <a:r>
                        <a:rPr lang="ru-RU" sz="2400" dirty="0" smtClean="0">
                          <a:latin typeface="Times New Roman" pitchFamily="18" charset="0"/>
                          <a:cs typeface="Times New Roman" pitchFamily="18" charset="0"/>
                        </a:rPr>
                        <a:t>4</a:t>
                      </a:r>
                      <a:endParaRPr lang="ru-RU" sz="2400" dirty="0">
                        <a:latin typeface="Times New Roman" pitchFamily="18" charset="0"/>
                        <a:cs typeface="Times New Roman" pitchFamily="18" charset="0"/>
                      </a:endParaRPr>
                    </a:p>
                  </a:txBody>
                  <a:tcPr/>
                </a:tc>
                <a:tc>
                  <a:txBody>
                    <a:bodyPr/>
                    <a:lstStyle/>
                    <a:p>
                      <a:r>
                        <a:rPr lang="ru-RU" sz="2400" dirty="0" smtClean="0">
                          <a:latin typeface="Times New Roman" pitchFamily="18" charset="0"/>
                          <a:cs typeface="Times New Roman" pitchFamily="18" charset="0"/>
                        </a:rPr>
                        <a:t>при установке на платных участках автомобильных дорог - обеспечение функционирования системы информационной поддержки при контроле выручки</a:t>
                      </a:r>
                      <a:endParaRPr lang="ru-RU" sz="2400" dirty="0">
                        <a:latin typeface="Times New Roman" pitchFamily="18" charset="0"/>
                        <a:cs typeface="Times New Roman" pitchFamily="18" charset="0"/>
                      </a:endParaRPr>
                    </a:p>
                  </a:txBody>
                  <a:tcPr/>
                </a:tc>
              </a:tr>
            </a:tbl>
          </a:graphicData>
        </a:graphic>
      </p:graphicFrame>
    </p:spTree>
    <p:extLst>
      <p:ext uri="{BB962C8B-B14F-4D97-AF65-F5344CB8AC3E}">
        <p14:creationId xmlns:p14="http://schemas.microsoft.com/office/powerpoint/2010/main" val="3582164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 xmlns:a16="http://schemas.microsoft.com/office/drawing/2014/main" id="{E5BE26A0-0BD0-4F5C-8BB0-20379574712C}"/>
              </a:ext>
            </a:extLst>
          </p:cNvPr>
          <p:cNvSpPr>
            <a:spLocks noGrp="1"/>
          </p:cNvSpPr>
          <p:nvPr>
            <p:ph type="title"/>
          </p:nvPr>
        </p:nvSpPr>
        <p:spPr>
          <a:xfrm>
            <a:off x="623888" y="832284"/>
            <a:ext cx="7886700" cy="2852737"/>
          </a:xfrm>
        </p:spPr>
        <p:txBody>
          <a:bodyPr/>
          <a:lstStyle/>
          <a:p>
            <a:r>
              <a:rPr lang="ru-RU" dirty="0">
                <a:latin typeface="Times New Roman" pitchFamily="18" charset="0"/>
                <a:cs typeface="Times New Roman" pitchFamily="18" charset="0"/>
              </a:rPr>
              <a:t>Спасибо за внимание!</a:t>
            </a:r>
          </a:p>
        </p:txBody>
      </p:sp>
    </p:spTree>
    <p:extLst>
      <p:ext uri="{BB962C8B-B14F-4D97-AF65-F5344CB8AC3E}">
        <p14:creationId xmlns:p14="http://schemas.microsoft.com/office/powerpoint/2010/main" val="2159761912"/>
      </p:ext>
    </p:extLst>
  </p:cSld>
  <p:clrMapOvr>
    <a:masterClrMapping/>
  </p:clrMapOvr>
</p:sld>
</file>

<file path=ppt/theme/theme1.xml><?xml version="1.0" encoding="utf-8"?>
<a:theme xmlns:a="http://schemas.openxmlformats.org/drawingml/2006/main" name="Специальное оформление">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Специальное оформление">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5980</TotalTime>
  <Words>612</Words>
  <Application>Microsoft Office PowerPoint</Application>
  <PresentationFormat>Экран (4:3)</PresentationFormat>
  <Paragraphs>77</Paragraphs>
  <Slides>18</Slides>
  <Notes>0</Notes>
  <HiddenSlides>0</HiddenSlides>
  <MMClips>0</MMClips>
  <ScaleCrop>false</ScaleCrop>
  <HeadingPairs>
    <vt:vector size="4" baseType="variant">
      <vt:variant>
        <vt:lpstr>Тема</vt:lpstr>
      </vt:variant>
      <vt:variant>
        <vt:i4>2</vt:i4>
      </vt:variant>
      <vt:variant>
        <vt:lpstr>Заголовки слайдов</vt:lpstr>
      </vt:variant>
      <vt:variant>
        <vt:i4>18</vt:i4>
      </vt:variant>
    </vt:vector>
  </HeadingPairs>
  <TitlesOfParts>
    <vt:vector size="20" baseType="lpstr">
      <vt:lpstr>Специальное оформление</vt:lpstr>
      <vt:lpstr>1_Специальное оформление</vt:lpstr>
      <vt:lpstr>ДИСЦИЛИНА Наземная инфраструктура как сложная техническая система  ИНСТИТУТ ИПТИП  КАФЕДРА индустриального программирования  ВИД УЧЕБНОГО МАТЕРИАЛА Лекция  ПРЕПОДАВАТЕЛЬ Ризаева Юлия Николаевна  СЕМЕСТР 3, 2026-2027 уч. г. </vt:lpstr>
      <vt:lpstr>Подсистемы наземной инфраструктуры</vt:lpstr>
      <vt:lpstr>План лекции</vt:lpstr>
      <vt:lpstr>Презентация PowerPoint</vt:lpstr>
      <vt:lpstr>Назначение подсистемы</vt:lpstr>
      <vt:lpstr>Презентация PowerPoint</vt:lpstr>
      <vt:lpstr>Назначение мобильных комплексов</vt:lpstr>
      <vt:lpstr>Назначение мобильных комплексов</vt:lpstr>
      <vt:lpstr>Презентация PowerPoint</vt:lpstr>
      <vt:lpstr>Термин АСУНО</vt:lpstr>
      <vt:lpstr>Презентация PowerPoint</vt:lpstr>
      <vt:lpstr>Цели создания системы</vt:lpstr>
      <vt:lpstr>Цели создания системы</vt:lpstr>
      <vt:lpstr>Презентация PowerPoint</vt:lpstr>
      <vt:lpstr>Цели создания системы</vt:lpstr>
      <vt:lpstr>Презентация PowerPoint</vt:lpstr>
      <vt:lpstr>Назначение подсистемы</vt:lpstr>
      <vt:lpstr>Спасибо за внимание!</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Я</dc:creator>
  <cp:lastModifiedBy>Аня</cp:lastModifiedBy>
  <cp:revision>343</cp:revision>
  <dcterms:created xsi:type="dcterms:W3CDTF">2015-07-29T11:14:37Z</dcterms:created>
  <dcterms:modified xsi:type="dcterms:W3CDTF">2026-06-26T22:14:10Z</dcterms:modified>
</cp:coreProperties>
</file>