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13"/>
  </p:notesMasterIdLst>
  <p:sldIdLst>
    <p:sldId id="325" r:id="rId3"/>
    <p:sldId id="293" r:id="rId4"/>
    <p:sldId id="294" r:id="rId5"/>
    <p:sldId id="326" r:id="rId6"/>
    <p:sldId id="327" r:id="rId7"/>
    <p:sldId id="328" r:id="rId8"/>
    <p:sldId id="329" r:id="rId9"/>
    <p:sldId id="330" r:id="rId10"/>
    <p:sldId id="331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576748-44FF-400A-9FF9-DAEA6FA9C98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2AECE88-D54E-435A-9380-C31A9E47F162}">
      <dgm:prSet phldrT="[Текст]"/>
      <dgm:spPr/>
      <dgm:t>
        <a:bodyPr/>
        <a:lstStyle/>
        <a:p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масштабы территории,</a:t>
          </a:r>
          <a:endParaRPr lang="ru-RU" dirty="0"/>
        </a:p>
      </dgm:t>
    </dgm:pt>
    <dgm:pt modelId="{67168D02-FBB4-4372-B176-686BDDDD5F07}" type="parTrans" cxnId="{358BEF79-D4CE-4B63-BDB1-3817DEEC2C92}">
      <dgm:prSet/>
      <dgm:spPr/>
      <dgm:t>
        <a:bodyPr/>
        <a:lstStyle/>
        <a:p>
          <a:endParaRPr lang="ru-RU"/>
        </a:p>
      </dgm:t>
    </dgm:pt>
    <dgm:pt modelId="{77096E45-F834-4D66-B615-65D30FA205F9}" type="sibTrans" cxnId="{358BEF79-D4CE-4B63-BDB1-3817DEEC2C92}">
      <dgm:prSet/>
      <dgm:spPr/>
      <dgm:t>
        <a:bodyPr/>
        <a:lstStyle/>
        <a:p>
          <a:endParaRPr lang="ru-RU"/>
        </a:p>
      </dgm:t>
    </dgm:pt>
    <dgm:pt modelId="{6CA5A636-FBB2-410D-8BC4-12ADACC0A020}">
      <dgm:prSet phldrT="[Текст]"/>
      <dgm:spPr/>
      <dgm:t>
        <a:bodyPr/>
        <a:lstStyle/>
        <a:p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площадь самого объекта, </a:t>
          </a:r>
          <a:endParaRPr lang="ru-RU" dirty="0"/>
        </a:p>
      </dgm:t>
    </dgm:pt>
    <dgm:pt modelId="{4A491E66-109B-405F-81BE-409A439D0031}" type="parTrans" cxnId="{91ED4412-444D-4D09-AF34-74B0255840F8}">
      <dgm:prSet/>
      <dgm:spPr/>
      <dgm:t>
        <a:bodyPr/>
        <a:lstStyle/>
        <a:p>
          <a:endParaRPr lang="ru-RU"/>
        </a:p>
      </dgm:t>
    </dgm:pt>
    <dgm:pt modelId="{71C5C987-8DA9-48EF-A08D-271B1310C6F6}" type="sibTrans" cxnId="{91ED4412-444D-4D09-AF34-74B0255840F8}">
      <dgm:prSet/>
      <dgm:spPr/>
      <dgm:t>
        <a:bodyPr/>
        <a:lstStyle/>
        <a:p>
          <a:endParaRPr lang="ru-RU"/>
        </a:p>
      </dgm:t>
    </dgm:pt>
    <dgm:pt modelId="{C49DB44F-5B6C-442F-B57A-768876ABE3DF}">
      <dgm:prSet phldrT="[Текст]"/>
      <dgm:spPr/>
      <dgm:t>
        <a:bodyPr/>
        <a:lstStyle/>
        <a:p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размеры системы, </a:t>
          </a:r>
          <a:endParaRPr lang="ru-RU" dirty="0"/>
        </a:p>
      </dgm:t>
    </dgm:pt>
    <dgm:pt modelId="{9BCA05CB-2DD2-4FF0-A33D-8BFD6B1621A8}" type="parTrans" cxnId="{54EA3279-8CC0-40F2-BFAF-7391E84B9AA6}">
      <dgm:prSet/>
      <dgm:spPr/>
      <dgm:t>
        <a:bodyPr/>
        <a:lstStyle/>
        <a:p>
          <a:endParaRPr lang="ru-RU"/>
        </a:p>
      </dgm:t>
    </dgm:pt>
    <dgm:pt modelId="{C9286681-FB7D-4BFA-8AD5-CDBDE321D5A6}" type="sibTrans" cxnId="{54EA3279-8CC0-40F2-BFAF-7391E84B9AA6}">
      <dgm:prSet/>
      <dgm:spPr/>
      <dgm:t>
        <a:bodyPr/>
        <a:lstStyle/>
        <a:p>
          <a:endParaRPr lang="ru-RU"/>
        </a:p>
      </dgm:t>
    </dgm:pt>
    <dgm:pt modelId="{9AC08420-8E34-41B7-B878-A6947A353810}">
      <dgm:prSet phldrT="[Текст]"/>
      <dgm:spPr/>
      <dgm:t>
        <a:bodyPr/>
        <a:lstStyle/>
        <a:p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наличие коммуникаций, линий электропитания, </a:t>
          </a:r>
          <a:endParaRPr lang="ru-RU" dirty="0"/>
        </a:p>
      </dgm:t>
    </dgm:pt>
    <dgm:pt modelId="{7F4EB5CA-D64F-4C34-B24D-8780673EF59D}" type="parTrans" cxnId="{1F96A12E-E58D-4AE8-99DC-34B769B31848}">
      <dgm:prSet/>
      <dgm:spPr/>
      <dgm:t>
        <a:bodyPr/>
        <a:lstStyle/>
        <a:p>
          <a:endParaRPr lang="ru-RU"/>
        </a:p>
      </dgm:t>
    </dgm:pt>
    <dgm:pt modelId="{0BFF0E49-CD97-4BB7-A6A4-28EEA4EA0109}" type="sibTrans" cxnId="{1F96A12E-E58D-4AE8-99DC-34B769B31848}">
      <dgm:prSet/>
      <dgm:spPr/>
      <dgm:t>
        <a:bodyPr/>
        <a:lstStyle/>
        <a:p>
          <a:endParaRPr lang="ru-RU"/>
        </a:p>
      </dgm:t>
    </dgm:pt>
    <dgm:pt modelId="{08081DAA-2C8E-4B4A-9146-19B84CAD49E4}">
      <dgm:prSet phldrT="[Текст]"/>
      <dgm:spPr/>
      <dgm:t>
        <a:bodyPr/>
        <a:lstStyle/>
        <a:p>
          <a:r>
            <a:rPr lang="ru-RU" smtClean="0">
              <a:latin typeface="Times New Roman" panose="02020603050405020304" pitchFamily="18" charset="0"/>
              <a:cs typeface="Times New Roman" panose="02020603050405020304" pitchFamily="18" charset="0"/>
            </a:rPr>
            <a:t>необходимые </a:t>
          </a:r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объемы архивирования видеоинформации</a:t>
          </a:r>
          <a:endParaRPr lang="ru-RU" dirty="0"/>
        </a:p>
      </dgm:t>
    </dgm:pt>
    <dgm:pt modelId="{7C7356B4-24FC-4CAC-AFA0-3D34248CF974}" type="parTrans" cxnId="{E2A9EFAE-E108-4C23-8AA4-DA878912B98F}">
      <dgm:prSet/>
      <dgm:spPr/>
      <dgm:t>
        <a:bodyPr/>
        <a:lstStyle/>
        <a:p>
          <a:endParaRPr lang="ru-RU"/>
        </a:p>
      </dgm:t>
    </dgm:pt>
    <dgm:pt modelId="{4E8B690C-1C2F-46B3-AAE6-5D539F94E5C8}" type="sibTrans" cxnId="{E2A9EFAE-E108-4C23-8AA4-DA878912B98F}">
      <dgm:prSet/>
      <dgm:spPr/>
      <dgm:t>
        <a:bodyPr/>
        <a:lstStyle/>
        <a:p>
          <a:endParaRPr lang="ru-RU"/>
        </a:p>
      </dgm:t>
    </dgm:pt>
    <dgm:pt modelId="{CFEC80A9-E9AD-4984-A51B-C52F058809DA}" type="pres">
      <dgm:prSet presAssocID="{C0576748-44FF-400A-9FF9-DAEA6FA9C98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9F6CE6B-97B7-42F9-9658-A11CEDC4858B}" type="pres">
      <dgm:prSet presAssocID="{02AECE88-D54E-435A-9380-C31A9E47F162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705A07E-744D-4C8F-99ED-804D3A5A3AB2}" type="pres">
      <dgm:prSet presAssocID="{77096E45-F834-4D66-B615-65D30FA205F9}" presName="sibTrans" presStyleCnt="0"/>
      <dgm:spPr/>
    </dgm:pt>
    <dgm:pt modelId="{208DC2CA-BD0B-4BA8-9220-66FBF972BBF3}" type="pres">
      <dgm:prSet presAssocID="{6CA5A636-FBB2-410D-8BC4-12ADACC0A020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5EE89E5-EBA4-46D0-86DA-66F85008E248}" type="pres">
      <dgm:prSet presAssocID="{71C5C987-8DA9-48EF-A08D-271B1310C6F6}" presName="sibTrans" presStyleCnt="0"/>
      <dgm:spPr/>
    </dgm:pt>
    <dgm:pt modelId="{9CE8FDA3-A7AC-459F-BF22-D809023ED016}" type="pres">
      <dgm:prSet presAssocID="{C49DB44F-5B6C-442F-B57A-768876ABE3DF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F4A1437-7F59-4495-B1FB-DA88601A7991}" type="pres">
      <dgm:prSet presAssocID="{C9286681-FB7D-4BFA-8AD5-CDBDE321D5A6}" presName="sibTrans" presStyleCnt="0"/>
      <dgm:spPr/>
    </dgm:pt>
    <dgm:pt modelId="{0B538D8D-966B-42CD-A617-EEEF042D0409}" type="pres">
      <dgm:prSet presAssocID="{9AC08420-8E34-41B7-B878-A6947A353810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8C5B3D2-E96F-4F73-9EDE-62097AE41179}" type="pres">
      <dgm:prSet presAssocID="{0BFF0E49-CD97-4BB7-A6A4-28EEA4EA0109}" presName="sibTrans" presStyleCnt="0"/>
      <dgm:spPr/>
    </dgm:pt>
    <dgm:pt modelId="{578EDE20-D384-475E-B57E-2BE09BA7DD88}" type="pres">
      <dgm:prSet presAssocID="{08081DAA-2C8E-4B4A-9146-19B84CAD49E4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8065C08-5FD1-435B-82BD-928388535421}" type="presOf" srcId="{02AECE88-D54E-435A-9380-C31A9E47F162}" destId="{79F6CE6B-97B7-42F9-9658-A11CEDC4858B}" srcOrd="0" destOrd="0" presId="urn:microsoft.com/office/officeart/2005/8/layout/default"/>
    <dgm:cxn modelId="{54EA3279-8CC0-40F2-BFAF-7391E84B9AA6}" srcId="{C0576748-44FF-400A-9FF9-DAEA6FA9C988}" destId="{C49DB44F-5B6C-442F-B57A-768876ABE3DF}" srcOrd="2" destOrd="0" parTransId="{9BCA05CB-2DD2-4FF0-A33D-8BFD6B1621A8}" sibTransId="{C9286681-FB7D-4BFA-8AD5-CDBDE321D5A6}"/>
    <dgm:cxn modelId="{91ED4412-444D-4D09-AF34-74B0255840F8}" srcId="{C0576748-44FF-400A-9FF9-DAEA6FA9C988}" destId="{6CA5A636-FBB2-410D-8BC4-12ADACC0A020}" srcOrd="1" destOrd="0" parTransId="{4A491E66-109B-405F-81BE-409A439D0031}" sibTransId="{71C5C987-8DA9-48EF-A08D-271B1310C6F6}"/>
    <dgm:cxn modelId="{E2A9EFAE-E108-4C23-8AA4-DA878912B98F}" srcId="{C0576748-44FF-400A-9FF9-DAEA6FA9C988}" destId="{08081DAA-2C8E-4B4A-9146-19B84CAD49E4}" srcOrd="4" destOrd="0" parTransId="{7C7356B4-24FC-4CAC-AFA0-3D34248CF974}" sibTransId="{4E8B690C-1C2F-46B3-AAE6-5D539F94E5C8}"/>
    <dgm:cxn modelId="{358BEF79-D4CE-4B63-BDB1-3817DEEC2C92}" srcId="{C0576748-44FF-400A-9FF9-DAEA6FA9C988}" destId="{02AECE88-D54E-435A-9380-C31A9E47F162}" srcOrd="0" destOrd="0" parTransId="{67168D02-FBB4-4372-B176-686BDDDD5F07}" sibTransId="{77096E45-F834-4D66-B615-65D30FA205F9}"/>
    <dgm:cxn modelId="{DA4C3C54-8A9B-4B48-8C3B-C58575CE566E}" type="presOf" srcId="{C0576748-44FF-400A-9FF9-DAEA6FA9C988}" destId="{CFEC80A9-E9AD-4984-A51B-C52F058809DA}" srcOrd="0" destOrd="0" presId="urn:microsoft.com/office/officeart/2005/8/layout/default"/>
    <dgm:cxn modelId="{4B120E6A-FFE4-44CB-901D-69602BC65041}" type="presOf" srcId="{6CA5A636-FBB2-410D-8BC4-12ADACC0A020}" destId="{208DC2CA-BD0B-4BA8-9220-66FBF972BBF3}" srcOrd="0" destOrd="0" presId="urn:microsoft.com/office/officeart/2005/8/layout/default"/>
    <dgm:cxn modelId="{1F96A12E-E58D-4AE8-99DC-34B769B31848}" srcId="{C0576748-44FF-400A-9FF9-DAEA6FA9C988}" destId="{9AC08420-8E34-41B7-B878-A6947A353810}" srcOrd="3" destOrd="0" parTransId="{7F4EB5CA-D64F-4C34-B24D-8780673EF59D}" sibTransId="{0BFF0E49-CD97-4BB7-A6A4-28EEA4EA0109}"/>
    <dgm:cxn modelId="{B1C2C2FE-E1A9-4B38-9B8C-2209C5869E69}" type="presOf" srcId="{C49DB44F-5B6C-442F-B57A-768876ABE3DF}" destId="{9CE8FDA3-A7AC-459F-BF22-D809023ED016}" srcOrd="0" destOrd="0" presId="urn:microsoft.com/office/officeart/2005/8/layout/default"/>
    <dgm:cxn modelId="{221F4CBF-4976-4A3F-9B95-825F5F3BC5A1}" type="presOf" srcId="{08081DAA-2C8E-4B4A-9146-19B84CAD49E4}" destId="{578EDE20-D384-475E-B57E-2BE09BA7DD88}" srcOrd="0" destOrd="0" presId="urn:microsoft.com/office/officeart/2005/8/layout/default"/>
    <dgm:cxn modelId="{002F2F25-A384-47CE-A217-FDCCD09EEB69}" type="presOf" srcId="{9AC08420-8E34-41B7-B878-A6947A353810}" destId="{0B538D8D-966B-42CD-A617-EEEF042D0409}" srcOrd="0" destOrd="0" presId="urn:microsoft.com/office/officeart/2005/8/layout/default"/>
    <dgm:cxn modelId="{7D46A495-E73E-49CF-BECA-D68817855825}" type="presParOf" srcId="{CFEC80A9-E9AD-4984-A51B-C52F058809DA}" destId="{79F6CE6B-97B7-42F9-9658-A11CEDC4858B}" srcOrd="0" destOrd="0" presId="urn:microsoft.com/office/officeart/2005/8/layout/default"/>
    <dgm:cxn modelId="{3A7F10D8-739D-4AEB-ADF7-AE932EF0EEE3}" type="presParOf" srcId="{CFEC80A9-E9AD-4984-A51B-C52F058809DA}" destId="{8705A07E-744D-4C8F-99ED-804D3A5A3AB2}" srcOrd="1" destOrd="0" presId="urn:microsoft.com/office/officeart/2005/8/layout/default"/>
    <dgm:cxn modelId="{140B5AA0-3607-4E33-9E60-4797B3F59A2C}" type="presParOf" srcId="{CFEC80A9-E9AD-4984-A51B-C52F058809DA}" destId="{208DC2CA-BD0B-4BA8-9220-66FBF972BBF3}" srcOrd="2" destOrd="0" presId="urn:microsoft.com/office/officeart/2005/8/layout/default"/>
    <dgm:cxn modelId="{880DDF1B-2986-4229-A19E-4B3A3C6B87A8}" type="presParOf" srcId="{CFEC80A9-E9AD-4984-A51B-C52F058809DA}" destId="{05EE89E5-EBA4-46D0-86DA-66F85008E248}" srcOrd="3" destOrd="0" presId="urn:microsoft.com/office/officeart/2005/8/layout/default"/>
    <dgm:cxn modelId="{24741A38-4F7C-4C3E-B8AC-6FA6BC22E9B4}" type="presParOf" srcId="{CFEC80A9-E9AD-4984-A51B-C52F058809DA}" destId="{9CE8FDA3-A7AC-459F-BF22-D809023ED016}" srcOrd="4" destOrd="0" presId="urn:microsoft.com/office/officeart/2005/8/layout/default"/>
    <dgm:cxn modelId="{B0DC7839-4538-413B-9FB9-B62FF73E7E6E}" type="presParOf" srcId="{CFEC80A9-E9AD-4984-A51B-C52F058809DA}" destId="{1F4A1437-7F59-4495-B1FB-DA88601A7991}" srcOrd="5" destOrd="0" presId="urn:microsoft.com/office/officeart/2005/8/layout/default"/>
    <dgm:cxn modelId="{8EFC8C88-4BC4-4499-998F-0A0E875F9C7F}" type="presParOf" srcId="{CFEC80A9-E9AD-4984-A51B-C52F058809DA}" destId="{0B538D8D-966B-42CD-A617-EEEF042D0409}" srcOrd="6" destOrd="0" presId="urn:microsoft.com/office/officeart/2005/8/layout/default"/>
    <dgm:cxn modelId="{0D76F991-F43B-4BD0-B4C1-950B74EFD773}" type="presParOf" srcId="{CFEC80A9-E9AD-4984-A51B-C52F058809DA}" destId="{F8C5B3D2-E96F-4F73-9EDE-62097AE41179}" srcOrd="7" destOrd="0" presId="urn:microsoft.com/office/officeart/2005/8/layout/default"/>
    <dgm:cxn modelId="{EAAABABC-8DDE-4B75-AE55-CB919BCA5225}" type="presParOf" srcId="{CFEC80A9-E9AD-4984-A51B-C52F058809DA}" destId="{578EDE20-D384-475E-B57E-2BE09BA7DD8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94CF96-1F19-490A-8C87-587717DDEDF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298E17E-25D4-48FF-BCC7-739670406860}">
      <dgm:prSet phldrT="[Текст]"/>
      <dgm:spPr/>
      <dgm:t>
        <a:bodyPr/>
        <a:lstStyle/>
        <a:p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Транспортной обстановке на маршруте для визуального определения дорожной ситуации  с целью своевременного вызова спецтехники, аварийно-спасательных служб, для контроля уборки на дороге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20CC61-8C02-401A-B329-781F4702DAC6}" type="parTrans" cxnId="{058CFC50-65FF-4E97-94E4-A8E728D7F552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60DE3B-30A5-49F7-81DC-393CEB142E8E}" type="sibTrans" cxnId="{058CFC50-65FF-4E97-94E4-A8E728D7F552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1753228-B28D-48C3-AC6E-C914E661CB08}">
      <dgm:prSet phldrT="[Текст]"/>
      <dgm:spPr/>
      <dgm:t>
        <a:bodyPr/>
        <a:lstStyle/>
        <a:p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Заторах, ДТП, наличия свободных парковочных мест и другой необходимой информацией и состоянии элементов дорожной инфраструктуры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F52140-7FCC-4E84-8F7C-A9E7C38541D1}" type="parTrans" cxnId="{F54F9C76-542A-4BDC-86B1-B86745102256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AA1A90-F4F8-47BC-AF17-82D5FA8C1757}" type="sibTrans" cxnId="{F54F9C76-542A-4BDC-86B1-B86745102256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1DCA02-88CD-4C26-B137-C29B31AADFFC}">
      <dgm:prSet phldrT="[Текст]"/>
      <dgm:spPr/>
      <dgm:t>
        <a:bodyPr/>
        <a:lstStyle/>
        <a:p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Метеорологической обстановки на маршруте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A0A64F-FE96-4024-8D99-DD0FD7739729}" type="parTrans" cxnId="{0ECBA655-96A0-4C99-8D39-B002D305D9AD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E30FFC-5AF5-4A6E-AC8E-FE323C35F011}" type="sibTrans" cxnId="{0ECBA655-96A0-4C99-8D39-B002D305D9AD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AAE627-958C-41DC-B967-CE08741C61C2}">
      <dgm:prSet phldrT="[Текст]"/>
      <dgm:spPr/>
      <dgm:t>
        <a:bodyPr/>
        <a:lstStyle/>
        <a:p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Функционировании системы взимания платы (СВП) в зоне непосредственных подъездов (выездов) к пунктам взимания платы или рубежам взимания платы 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B020E-5D31-48FC-8490-4EDE3A344A17}" type="parTrans" cxnId="{9121C38A-D016-48B6-87E3-04140225AA6C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ED81F2-A6E4-4E64-9E59-D644FEFC36C7}" type="sibTrans" cxnId="{9121C38A-D016-48B6-87E3-04140225AA6C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1FE3AD-EB14-4B3E-A152-00A7DF1EF430}" type="pres">
      <dgm:prSet presAssocID="{6A94CF96-1F19-490A-8C87-587717DDEDF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5AE3A6E-46B4-4937-900D-19CE5909F5E5}" type="pres">
      <dgm:prSet presAssocID="{A298E17E-25D4-48FF-BCC7-739670406860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21DFD0F-3ECF-4B7A-A0E4-260AA5934358}" type="pres">
      <dgm:prSet presAssocID="{F560DE3B-30A5-49F7-81DC-393CEB142E8E}" presName="sibTrans" presStyleCnt="0"/>
      <dgm:spPr/>
    </dgm:pt>
    <dgm:pt modelId="{8D6B7AA6-6CD8-4989-B22D-E4DF7E17E9F8}" type="pres">
      <dgm:prSet presAssocID="{A1753228-B28D-48C3-AC6E-C914E661CB08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92014F4-BADA-440A-BEBC-6A41B1B8AA3B}" type="pres">
      <dgm:prSet presAssocID="{0BAA1A90-F4F8-47BC-AF17-82D5FA8C1757}" presName="sibTrans" presStyleCnt="0"/>
      <dgm:spPr/>
    </dgm:pt>
    <dgm:pt modelId="{43A796B7-B109-4444-831A-52C11F5A3650}" type="pres">
      <dgm:prSet presAssocID="{401DCA02-88CD-4C26-B137-C29B31AADFFC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48EC6CE-B22D-4EBB-9E7A-583C00CF7B21}" type="pres">
      <dgm:prSet presAssocID="{F1E30FFC-5AF5-4A6E-AC8E-FE323C35F011}" presName="sibTrans" presStyleCnt="0"/>
      <dgm:spPr/>
    </dgm:pt>
    <dgm:pt modelId="{4A27B487-8567-4B19-ADC9-3FFB6A9BE4C0}" type="pres">
      <dgm:prSet presAssocID="{45AAE627-958C-41DC-B967-CE08741C61C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C740C78-2748-48DB-8F04-42551650BF22}" type="presOf" srcId="{A1753228-B28D-48C3-AC6E-C914E661CB08}" destId="{8D6B7AA6-6CD8-4989-B22D-E4DF7E17E9F8}" srcOrd="0" destOrd="0" presId="urn:microsoft.com/office/officeart/2005/8/layout/default"/>
    <dgm:cxn modelId="{2734C97E-4686-4897-984C-A70EA26A10CB}" type="presOf" srcId="{6A94CF96-1F19-490A-8C87-587717DDEDF2}" destId="{E71FE3AD-EB14-4B3E-A152-00A7DF1EF430}" srcOrd="0" destOrd="0" presId="urn:microsoft.com/office/officeart/2005/8/layout/default"/>
    <dgm:cxn modelId="{058CFC50-65FF-4E97-94E4-A8E728D7F552}" srcId="{6A94CF96-1F19-490A-8C87-587717DDEDF2}" destId="{A298E17E-25D4-48FF-BCC7-739670406860}" srcOrd="0" destOrd="0" parTransId="{EA20CC61-8C02-401A-B329-781F4702DAC6}" sibTransId="{F560DE3B-30A5-49F7-81DC-393CEB142E8E}"/>
    <dgm:cxn modelId="{9121C38A-D016-48B6-87E3-04140225AA6C}" srcId="{6A94CF96-1F19-490A-8C87-587717DDEDF2}" destId="{45AAE627-958C-41DC-B967-CE08741C61C2}" srcOrd="3" destOrd="0" parTransId="{326B020E-5D31-48FC-8490-4EDE3A344A17}" sibTransId="{D6ED81F2-A6E4-4E64-9E59-D644FEFC36C7}"/>
    <dgm:cxn modelId="{F54F9C76-542A-4BDC-86B1-B86745102256}" srcId="{6A94CF96-1F19-490A-8C87-587717DDEDF2}" destId="{A1753228-B28D-48C3-AC6E-C914E661CB08}" srcOrd="1" destOrd="0" parTransId="{EDF52140-7FCC-4E84-8F7C-A9E7C38541D1}" sibTransId="{0BAA1A90-F4F8-47BC-AF17-82D5FA8C1757}"/>
    <dgm:cxn modelId="{5CCAB17D-0DAC-4E9A-8F51-3B053BC04CB4}" type="presOf" srcId="{A298E17E-25D4-48FF-BCC7-739670406860}" destId="{75AE3A6E-46B4-4937-900D-19CE5909F5E5}" srcOrd="0" destOrd="0" presId="urn:microsoft.com/office/officeart/2005/8/layout/default"/>
    <dgm:cxn modelId="{5501552E-B8D3-4397-B557-508152E120F4}" type="presOf" srcId="{401DCA02-88CD-4C26-B137-C29B31AADFFC}" destId="{43A796B7-B109-4444-831A-52C11F5A3650}" srcOrd="0" destOrd="0" presId="urn:microsoft.com/office/officeart/2005/8/layout/default"/>
    <dgm:cxn modelId="{0ECBA655-96A0-4C99-8D39-B002D305D9AD}" srcId="{6A94CF96-1F19-490A-8C87-587717DDEDF2}" destId="{401DCA02-88CD-4C26-B137-C29B31AADFFC}" srcOrd="2" destOrd="0" parTransId="{4CA0A64F-FE96-4024-8D99-DD0FD7739729}" sibTransId="{F1E30FFC-5AF5-4A6E-AC8E-FE323C35F011}"/>
    <dgm:cxn modelId="{3329A308-3DB2-44CD-9D46-EA3E2589DBD3}" type="presOf" srcId="{45AAE627-958C-41DC-B967-CE08741C61C2}" destId="{4A27B487-8567-4B19-ADC9-3FFB6A9BE4C0}" srcOrd="0" destOrd="0" presId="urn:microsoft.com/office/officeart/2005/8/layout/default"/>
    <dgm:cxn modelId="{303CE9C7-A0A2-4CFF-B44C-C8C84A2C286E}" type="presParOf" srcId="{E71FE3AD-EB14-4B3E-A152-00A7DF1EF430}" destId="{75AE3A6E-46B4-4937-900D-19CE5909F5E5}" srcOrd="0" destOrd="0" presId="urn:microsoft.com/office/officeart/2005/8/layout/default"/>
    <dgm:cxn modelId="{4D952CBB-7F2E-4C0D-84DC-4844F60ED8D5}" type="presParOf" srcId="{E71FE3AD-EB14-4B3E-A152-00A7DF1EF430}" destId="{521DFD0F-3ECF-4B7A-A0E4-260AA5934358}" srcOrd="1" destOrd="0" presId="urn:microsoft.com/office/officeart/2005/8/layout/default"/>
    <dgm:cxn modelId="{02E9DDEB-B937-479E-A011-E75B7758A930}" type="presParOf" srcId="{E71FE3AD-EB14-4B3E-A152-00A7DF1EF430}" destId="{8D6B7AA6-6CD8-4989-B22D-E4DF7E17E9F8}" srcOrd="2" destOrd="0" presId="urn:microsoft.com/office/officeart/2005/8/layout/default"/>
    <dgm:cxn modelId="{5568EA36-EE47-4828-A48C-4158AC99E413}" type="presParOf" srcId="{E71FE3AD-EB14-4B3E-A152-00A7DF1EF430}" destId="{992014F4-BADA-440A-BEBC-6A41B1B8AA3B}" srcOrd="3" destOrd="0" presId="urn:microsoft.com/office/officeart/2005/8/layout/default"/>
    <dgm:cxn modelId="{695D6008-6B9C-4D3D-87E8-B8CA21CC817E}" type="presParOf" srcId="{E71FE3AD-EB14-4B3E-A152-00A7DF1EF430}" destId="{43A796B7-B109-4444-831A-52C11F5A3650}" srcOrd="4" destOrd="0" presId="urn:microsoft.com/office/officeart/2005/8/layout/default"/>
    <dgm:cxn modelId="{A4727CB0-AAC8-468E-B3F5-923829754A47}" type="presParOf" srcId="{E71FE3AD-EB14-4B3E-A152-00A7DF1EF430}" destId="{C48EC6CE-B22D-4EBB-9E7A-583C00CF7B21}" srcOrd="5" destOrd="0" presId="urn:microsoft.com/office/officeart/2005/8/layout/default"/>
    <dgm:cxn modelId="{563BAA87-CD6A-4706-B40F-9E1829FA4C6B}" type="presParOf" srcId="{E71FE3AD-EB14-4B3E-A152-00A7DF1EF430}" destId="{4A27B487-8567-4B19-ADC9-3FFB6A9BE4C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7384D8-EBD9-4E99-AFFB-CB5B9B194D9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B3B30EF-96AE-456B-9DE0-ABE6FA224FED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Своевременность и качество предоставляемой информации</a:t>
          </a:r>
          <a:endParaRPr lang="ru-RU" dirty="0"/>
        </a:p>
      </dgm:t>
    </dgm:pt>
    <dgm:pt modelId="{DDE4EEBA-6F1A-48A6-9AE8-C799F1F50808}" type="parTrans" cxnId="{DA980C4D-9710-4960-BEE2-CBDA25414D14}">
      <dgm:prSet/>
      <dgm:spPr/>
      <dgm:t>
        <a:bodyPr/>
        <a:lstStyle/>
        <a:p>
          <a:endParaRPr lang="ru-RU"/>
        </a:p>
      </dgm:t>
    </dgm:pt>
    <dgm:pt modelId="{462B2117-A051-4666-A1E0-7875D3DE07CF}" type="sibTrans" cxnId="{DA980C4D-9710-4960-BEE2-CBDA25414D14}">
      <dgm:prSet/>
      <dgm:spPr/>
      <dgm:t>
        <a:bodyPr/>
        <a:lstStyle/>
        <a:p>
          <a:endParaRPr lang="ru-RU"/>
        </a:p>
      </dgm:t>
    </dgm:pt>
    <dgm:pt modelId="{88A9C2C7-3D10-4569-A5DC-BC265D045A15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Полнота охвата подсистемой информирования всего пространства автомобильной дороги</a:t>
          </a:r>
          <a:endParaRPr lang="ru-RU" dirty="0" smtClean="0">
            <a:latin typeface="Times New Roman" pitchFamily="18" charset="0"/>
            <a:cs typeface="Times New Roman" pitchFamily="18" charset="0"/>
          </a:endParaRPr>
        </a:p>
      </dgm:t>
    </dgm:pt>
    <dgm:pt modelId="{91743CF6-D93E-4748-AF90-34D16534DB85}" type="parTrans" cxnId="{655A0FD9-636B-4359-9ACE-A643689C84CC}">
      <dgm:prSet/>
      <dgm:spPr/>
      <dgm:t>
        <a:bodyPr/>
        <a:lstStyle/>
        <a:p>
          <a:endParaRPr lang="ru-RU"/>
        </a:p>
      </dgm:t>
    </dgm:pt>
    <dgm:pt modelId="{B0D2F930-7308-46BD-B298-1A0A06ECD3D7}" type="sibTrans" cxnId="{655A0FD9-636B-4359-9ACE-A643689C84CC}">
      <dgm:prSet/>
      <dgm:spPr/>
      <dgm:t>
        <a:bodyPr/>
        <a:lstStyle/>
        <a:p>
          <a:endParaRPr lang="ru-RU"/>
        </a:p>
      </dgm:t>
    </dgm:pt>
    <dgm:pt modelId="{52270942-4BC4-44C9-BC6D-D008C7E17191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Степень интеграции подсистемы информирования участников дорожного движения с другими подсистемами ИТС и внешними информационными системами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FC3C5F52-0175-4AE9-8726-DE35076C7E0C}" type="parTrans" cxnId="{6F4A0D05-D247-4926-894E-CD520568B2B8}">
      <dgm:prSet/>
      <dgm:spPr/>
      <dgm:t>
        <a:bodyPr/>
        <a:lstStyle/>
        <a:p>
          <a:endParaRPr lang="ru-RU"/>
        </a:p>
      </dgm:t>
    </dgm:pt>
    <dgm:pt modelId="{E29888D7-298D-4AAC-9E5D-528DE72583E5}" type="sibTrans" cxnId="{6F4A0D05-D247-4926-894E-CD520568B2B8}">
      <dgm:prSet/>
      <dgm:spPr/>
      <dgm:t>
        <a:bodyPr/>
        <a:lstStyle/>
        <a:p>
          <a:endParaRPr lang="ru-RU"/>
        </a:p>
      </dgm:t>
    </dgm:pt>
    <dgm:pt modelId="{B50BB5C3-C442-41AF-AF57-2E0A9CDED6A2}" type="pres">
      <dgm:prSet presAssocID="{347384D8-EBD9-4E99-AFFB-CB5B9B194D9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8917C21-3ED6-4DF2-88E8-46910AF44D3E}" type="pres">
      <dgm:prSet presAssocID="{1B3B30EF-96AE-456B-9DE0-ABE6FA224FED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3B6A80B-3E45-4A3E-A5E6-C01071CF7A40}" type="pres">
      <dgm:prSet presAssocID="{462B2117-A051-4666-A1E0-7875D3DE07CF}" presName="sibTrans" presStyleCnt="0"/>
      <dgm:spPr/>
    </dgm:pt>
    <dgm:pt modelId="{481A240C-423F-4378-A06A-B00EBA223C0C}" type="pres">
      <dgm:prSet presAssocID="{88A9C2C7-3D10-4569-A5DC-BC265D045A15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4E15D5B-4969-412B-A8AA-4B1B209C9869}" type="pres">
      <dgm:prSet presAssocID="{B0D2F930-7308-46BD-B298-1A0A06ECD3D7}" presName="sibTrans" presStyleCnt="0"/>
      <dgm:spPr/>
    </dgm:pt>
    <dgm:pt modelId="{B3C51BF2-40E1-4EE0-B80E-EA8F063ADFA0}" type="pres">
      <dgm:prSet presAssocID="{52270942-4BC4-44C9-BC6D-D008C7E17191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450F7AB-DBC6-4C57-8D5A-D38C953C5CF3}" type="presOf" srcId="{1B3B30EF-96AE-456B-9DE0-ABE6FA224FED}" destId="{F8917C21-3ED6-4DF2-88E8-46910AF44D3E}" srcOrd="0" destOrd="0" presId="urn:microsoft.com/office/officeart/2005/8/layout/default"/>
    <dgm:cxn modelId="{83EA4B04-4CBC-4DE0-BF46-6AA18A0DE098}" type="presOf" srcId="{88A9C2C7-3D10-4569-A5DC-BC265D045A15}" destId="{481A240C-423F-4378-A06A-B00EBA223C0C}" srcOrd="0" destOrd="0" presId="urn:microsoft.com/office/officeart/2005/8/layout/default"/>
    <dgm:cxn modelId="{6F4A0D05-D247-4926-894E-CD520568B2B8}" srcId="{347384D8-EBD9-4E99-AFFB-CB5B9B194D9B}" destId="{52270942-4BC4-44C9-BC6D-D008C7E17191}" srcOrd="2" destOrd="0" parTransId="{FC3C5F52-0175-4AE9-8726-DE35076C7E0C}" sibTransId="{E29888D7-298D-4AAC-9E5D-528DE72583E5}"/>
    <dgm:cxn modelId="{DA980C4D-9710-4960-BEE2-CBDA25414D14}" srcId="{347384D8-EBD9-4E99-AFFB-CB5B9B194D9B}" destId="{1B3B30EF-96AE-456B-9DE0-ABE6FA224FED}" srcOrd="0" destOrd="0" parTransId="{DDE4EEBA-6F1A-48A6-9AE8-C799F1F50808}" sibTransId="{462B2117-A051-4666-A1E0-7875D3DE07CF}"/>
    <dgm:cxn modelId="{C9A6CD1E-03BD-441C-B518-CA37C3F5B8D9}" type="presOf" srcId="{347384D8-EBD9-4E99-AFFB-CB5B9B194D9B}" destId="{B50BB5C3-C442-41AF-AF57-2E0A9CDED6A2}" srcOrd="0" destOrd="0" presId="urn:microsoft.com/office/officeart/2005/8/layout/default"/>
    <dgm:cxn modelId="{655A0FD9-636B-4359-9ACE-A643689C84CC}" srcId="{347384D8-EBD9-4E99-AFFB-CB5B9B194D9B}" destId="{88A9C2C7-3D10-4569-A5DC-BC265D045A15}" srcOrd="1" destOrd="0" parTransId="{91743CF6-D93E-4748-AF90-34D16534DB85}" sibTransId="{B0D2F930-7308-46BD-B298-1A0A06ECD3D7}"/>
    <dgm:cxn modelId="{706B92F4-6E3E-445E-97C8-766CFD1E98D8}" type="presOf" srcId="{52270942-4BC4-44C9-BC6D-D008C7E17191}" destId="{B3C51BF2-40E1-4EE0-B80E-EA8F063ADFA0}" srcOrd="0" destOrd="0" presId="urn:microsoft.com/office/officeart/2005/8/layout/default"/>
    <dgm:cxn modelId="{323EFC97-7CF1-432D-82A9-2AAEC6C20EAF}" type="presParOf" srcId="{B50BB5C3-C442-41AF-AF57-2E0A9CDED6A2}" destId="{F8917C21-3ED6-4DF2-88E8-46910AF44D3E}" srcOrd="0" destOrd="0" presId="urn:microsoft.com/office/officeart/2005/8/layout/default"/>
    <dgm:cxn modelId="{E33F1676-4C2A-461A-B5B6-CC9ECEA4332F}" type="presParOf" srcId="{B50BB5C3-C442-41AF-AF57-2E0A9CDED6A2}" destId="{B3B6A80B-3E45-4A3E-A5E6-C01071CF7A40}" srcOrd="1" destOrd="0" presId="urn:microsoft.com/office/officeart/2005/8/layout/default"/>
    <dgm:cxn modelId="{C875867C-D08A-44ED-82B7-E74ADF305A23}" type="presParOf" srcId="{B50BB5C3-C442-41AF-AF57-2E0A9CDED6A2}" destId="{481A240C-423F-4378-A06A-B00EBA223C0C}" srcOrd="2" destOrd="0" presId="urn:microsoft.com/office/officeart/2005/8/layout/default"/>
    <dgm:cxn modelId="{358E4ECF-E51D-40C9-953F-2E59C1FDDC78}" type="presParOf" srcId="{B50BB5C3-C442-41AF-AF57-2E0A9CDED6A2}" destId="{54E15D5B-4969-412B-A8AA-4B1B209C9869}" srcOrd="3" destOrd="0" presId="urn:microsoft.com/office/officeart/2005/8/layout/default"/>
    <dgm:cxn modelId="{783D697A-19D9-4371-8D15-88F77DF0CA34}" type="presParOf" srcId="{B50BB5C3-C442-41AF-AF57-2E0A9CDED6A2}" destId="{B3C51BF2-40E1-4EE0-B80E-EA8F063ADFA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F6CE6B-97B7-42F9-9658-A11CEDC4858B}">
      <dsp:nvSpPr>
        <dsp:cNvPr id="0" name=""/>
        <dsp:cNvSpPr/>
      </dsp:nvSpPr>
      <dsp:spPr>
        <a:xfrm>
          <a:off x="710018" y="1153"/>
          <a:ext cx="1463253" cy="8779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масштабы территории,</a:t>
          </a:r>
          <a:endParaRPr lang="ru-RU" sz="1300" kern="1200" dirty="0"/>
        </a:p>
      </dsp:txBody>
      <dsp:txXfrm>
        <a:off x="710018" y="1153"/>
        <a:ext cx="1463253" cy="877952"/>
      </dsp:txXfrm>
    </dsp:sp>
    <dsp:sp modelId="{208DC2CA-BD0B-4BA8-9220-66FBF972BBF3}">
      <dsp:nvSpPr>
        <dsp:cNvPr id="0" name=""/>
        <dsp:cNvSpPr/>
      </dsp:nvSpPr>
      <dsp:spPr>
        <a:xfrm>
          <a:off x="2319597" y="1153"/>
          <a:ext cx="1463253" cy="8779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площадь самого объекта, </a:t>
          </a:r>
          <a:endParaRPr lang="ru-RU" sz="1300" kern="1200" dirty="0"/>
        </a:p>
      </dsp:txBody>
      <dsp:txXfrm>
        <a:off x="2319597" y="1153"/>
        <a:ext cx="1463253" cy="877952"/>
      </dsp:txXfrm>
    </dsp:sp>
    <dsp:sp modelId="{9CE8FDA3-A7AC-459F-BF22-D809023ED016}">
      <dsp:nvSpPr>
        <dsp:cNvPr id="0" name=""/>
        <dsp:cNvSpPr/>
      </dsp:nvSpPr>
      <dsp:spPr>
        <a:xfrm>
          <a:off x="710018" y="1025430"/>
          <a:ext cx="1463253" cy="8779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размеры системы, </a:t>
          </a:r>
          <a:endParaRPr lang="ru-RU" sz="1300" kern="1200" dirty="0"/>
        </a:p>
      </dsp:txBody>
      <dsp:txXfrm>
        <a:off x="710018" y="1025430"/>
        <a:ext cx="1463253" cy="877952"/>
      </dsp:txXfrm>
    </dsp:sp>
    <dsp:sp modelId="{0B538D8D-966B-42CD-A617-EEEF042D0409}">
      <dsp:nvSpPr>
        <dsp:cNvPr id="0" name=""/>
        <dsp:cNvSpPr/>
      </dsp:nvSpPr>
      <dsp:spPr>
        <a:xfrm>
          <a:off x="2319597" y="1025430"/>
          <a:ext cx="1463253" cy="8779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наличие коммуникаций, линий электропитания, </a:t>
          </a:r>
          <a:endParaRPr lang="ru-RU" sz="1300" kern="1200" dirty="0"/>
        </a:p>
      </dsp:txBody>
      <dsp:txXfrm>
        <a:off x="2319597" y="1025430"/>
        <a:ext cx="1463253" cy="877952"/>
      </dsp:txXfrm>
    </dsp:sp>
    <dsp:sp modelId="{578EDE20-D384-475E-B57E-2BE09BA7DD88}">
      <dsp:nvSpPr>
        <dsp:cNvPr id="0" name=""/>
        <dsp:cNvSpPr/>
      </dsp:nvSpPr>
      <dsp:spPr>
        <a:xfrm>
          <a:off x="1514807" y="2049708"/>
          <a:ext cx="1463253" cy="8779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необходимые </a:t>
          </a:r>
          <a:r>
            <a:rPr lang="ru-RU" sz="13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объемы архивирования видеоинформации</a:t>
          </a:r>
          <a:endParaRPr lang="ru-RU" sz="1300" kern="1200" dirty="0"/>
        </a:p>
      </dsp:txBody>
      <dsp:txXfrm>
        <a:off x="1514807" y="2049708"/>
        <a:ext cx="1463253" cy="8779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AE3A6E-46B4-4937-900D-19CE5909F5E5}">
      <dsp:nvSpPr>
        <dsp:cNvPr id="0" name=""/>
        <dsp:cNvSpPr/>
      </dsp:nvSpPr>
      <dsp:spPr>
        <a:xfrm>
          <a:off x="429431" y="2271"/>
          <a:ext cx="3823440" cy="22940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Транспортной обстановке на маршруте для визуального определения дорожной ситуации  с целью своевременного вызова спецтехники, аварийно-спасательных служб, для контроля уборки на дороге</a:t>
          </a:r>
          <a:endParaRPr lang="ru-RU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9431" y="2271"/>
        <a:ext cx="3823440" cy="2294064"/>
      </dsp:txXfrm>
    </dsp:sp>
    <dsp:sp modelId="{8D6B7AA6-6CD8-4989-B22D-E4DF7E17E9F8}">
      <dsp:nvSpPr>
        <dsp:cNvPr id="0" name=""/>
        <dsp:cNvSpPr/>
      </dsp:nvSpPr>
      <dsp:spPr>
        <a:xfrm>
          <a:off x="4635216" y="2271"/>
          <a:ext cx="3823440" cy="22940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Заторах, ДТП, наличия свободных парковочных мест и другой необходимой информацией и состоянии элементов дорожной инфраструктуры</a:t>
          </a:r>
          <a:endParaRPr lang="ru-RU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35216" y="2271"/>
        <a:ext cx="3823440" cy="2294064"/>
      </dsp:txXfrm>
    </dsp:sp>
    <dsp:sp modelId="{43A796B7-B109-4444-831A-52C11F5A3650}">
      <dsp:nvSpPr>
        <dsp:cNvPr id="0" name=""/>
        <dsp:cNvSpPr/>
      </dsp:nvSpPr>
      <dsp:spPr>
        <a:xfrm>
          <a:off x="429431" y="2678680"/>
          <a:ext cx="3823440" cy="22940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Метеорологической обстановки на маршруте</a:t>
          </a:r>
          <a:endParaRPr lang="ru-RU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9431" y="2678680"/>
        <a:ext cx="3823440" cy="2294064"/>
      </dsp:txXfrm>
    </dsp:sp>
    <dsp:sp modelId="{4A27B487-8567-4B19-ADC9-3FFB6A9BE4C0}">
      <dsp:nvSpPr>
        <dsp:cNvPr id="0" name=""/>
        <dsp:cNvSpPr/>
      </dsp:nvSpPr>
      <dsp:spPr>
        <a:xfrm>
          <a:off x="4635216" y="2678680"/>
          <a:ext cx="3823440" cy="22940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Функционировании системы взимания платы (СВП) в зоне непосредственных подъездов (выездов) к пунктам взимания платы или рубежам взимания платы </a:t>
          </a:r>
          <a:endParaRPr lang="ru-RU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35216" y="2678680"/>
        <a:ext cx="3823440" cy="22940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917C21-3ED6-4DF2-88E8-46910AF44D3E}">
      <dsp:nvSpPr>
        <dsp:cNvPr id="0" name=""/>
        <dsp:cNvSpPr/>
      </dsp:nvSpPr>
      <dsp:spPr>
        <a:xfrm>
          <a:off x="6879" y="45"/>
          <a:ext cx="2747667" cy="1648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Своевременность и качество предоставляемой информации</a:t>
          </a:r>
          <a:endParaRPr lang="ru-RU" sz="1500" kern="1200" dirty="0"/>
        </a:p>
      </dsp:txBody>
      <dsp:txXfrm>
        <a:off x="6879" y="45"/>
        <a:ext cx="2747667" cy="1648600"/>
      </dsp:txXfrm>
    </dsp:sp>
    <dsp:sp modelId="{481A240C-423F-4378-A06A-B00EBA223C0C}">
      <dsp:nvSpPr>
        <dsp:cNvPr id="0" name=""/>
        <dsp:cNvSpPr/>
      </dsp:nvSpPr>
      <dsp:spPr>
        <a:xfrm>
          <a:off x="3029314" y="45"/>
          <a:ext cx="2747667" cy="1648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smtClean="0">
              <a:latin typeface="Times New Roman" pitchFamily="18" charset="0"/>
              <a:cs typeface="Times New Roman" pitchFamily="18" charset="0"/>
            </a:rPr>
            <a:t>Полнота охвата подсистемой информирования всего пространства автомобильной дороги</a:t>
          </a:r>
          <a:endParaRPr lang="ru-RU" sz="1500" kern="1200" dirty="0" smtClean="0">
            <a:latin typeface="Times New Roman" pitchFamily="18" charset="0"/>
            <a:cs typeface="Times New Roman" pitchFamily="18" charset="0"/>
          </a:endParaRPr>
        </a:p>
      </dsp:txBody>
      <dsp:txXfrm>
        <a:off x="3029314" y="45"/>
        <a:ext cx="2747667" cy="1648600"/>
      </dsp:txXfrm>
    </dsp:sp>
    <dsp:sp modelId="{B3C51BF2-40E1-4EE0-B80E-EA8F063ADFA0}">
      <dsp:nvSpPr>
        <dsp:cNvPr id="0" name=""/>
        <dsp:cNvSpPr/>
      </dsp:nvSpPr>
      <dsp:spPr>
        <a:xfrm>
          <a:off x="6051748" y="45"/>
          <a:ext cx="2747667" cy="1648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smtClean="0">
              <a:latin typeface="Times New Roman" pitchFamily="18" charset="0"/>
              <a:cs typeface="Times New Roman" pitchFamily="18" charset="0"/>
            </a:rPr>
            <a:t>Степень интеграции подсистемы информирования участников дорожного движения с другими подсистемами ИТС и внешними информационными системами</a:t>
          </a:r>
          <a:endParaRPr lang="ru-RU" sz="1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051748" y="45"/>
        <a:ext cx="2747667" cy="1648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6/27/2026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6/27/2026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6/27/2026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2057399"/>
            <a:ext cx="6858000" cy="2708565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Наземная инфраструктура как сложная техническая система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3, 2026-2027 уч. г.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=""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624208"/>
            <a:ext cx="7372350" cy="1452563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Подсистемы наземной инфраструктуры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4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528128"/>
            <a:ext cx="7886700" cy="13255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730250" y="1747889"/>
            <a:ext cx="7886700" cy="3653219"/>
          </a:xfrm>
        </p:spPr>
        <p:txBody>
          <a:bodyPr/>
          <a:lstStyle/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Times New Roman"/>
                <a:ea typeface="Times New Roman"/>
              </a:rPr>
              <a:t>Подсистема: видеонаблюдение </a:t>
            </a:r>
            <a:endParaRPr lang="ru-RU" dirty="0" smtClean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Подсистема</a:t>
            </a:r>
            <a:r>
              <a:rPr lang="ru-RU" dirty="0">
                <a:latin typeface="Times New Roman"/>
                <a:ea typeface="Times New Roman"/>
              </a:rPr>
              <a:t>: информирование участников дорожного движения (на базе ДИТ и ЗПИ</a:t>
            </a:r>
            <a:r>
              <a:rPr lang="ru-RU">
                <a:latin typeface="Times New Roman"/>
                <a:ea typeface="Times New Roman"/>
              </a:rPr>
              <a:t>) </a:t>
            </a:r>
            <a:endParaRPr lang="ru-RU" dirty="0" smtClean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 smtClean="0">
                <a:latin typeface="Times New Roman"/>
                <a:ea typeface="Times New Roman"/>
              </a:rPr>
              <a:t>1. Подсистема: видеонаблюдение</a:t>
            </a:r>
            <a:endParaRPr lang="ru-RU" dirty="0">
              <a:latin typeface="Times New Roman"/>
              <a:ea typeface="Times New Roman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0462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1792" y="218637"/>
            <a:ext cx="7886700" cy="669580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видеонаблюдения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474783" y="1025683"/>
            <a:ext cx="85637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Видеонаблюдение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наиболее полноценный и адекватный  человеческому восприятию источник информации.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системы видеонаблюдения начинается с уточнения ряда важных факторов, которые позволяют оценить развитие системы в рамках наращивания численности серверов и видеокамер, возможность интегрирования видеонаблюдения с другими системами.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360984" y="277730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Результатом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проведения этих работ станет компромиссное решение,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учитывающее: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3735013426"/>
              </p:ext>
            </p:extLst>
          </p:nvPr>
        </p:nvGraphicFramePr>
        <p:xfrm>
          <a:off x="4545622" y="3747053"/>
          <a:ext cx="4492869" cy="292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66" name="Picture 6" descr="https://avatars.mds.yandex.net/i?id=fc0e153094583601b40c5df9786d16dc7d460d51-4841096-images-thumbs&amp;n=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29" y="3432697"/>
            <a:ext cx="45720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321829" y="6475812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https://avatars.mds.yandex.net/i?id=fc0e153094583601b40c5df9786d16dc7d460d51-4841096-images-thumbs&amp;n=13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1406286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2226" y="234685"/>
            <a:ext cx="7886700" cy="750053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 подсистемы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712177" y="993531"/>
            <a:ext cx="78954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предоставления актуальной информации на конкретных участках и в целом на автомобильных дорогах о:</a:t>
            </a:r>
          </a:p>
        </p:txBody>
      </p:sp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1652212666"/>
              </p:ext>
            </p:extLst>
          </p:nvPr>
        </p:nvGraphicFramePr>
        <p:xfrm>
          <a:off x="110836" y="1870807"/>
          <a:ext cx="8888089" cy="49750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5323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288216"/>
            <a:ext cx="7886700" cy="3653219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Подсистема: информирование участников дорожного движения (на базе ДИТ и ЗПИ)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3606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7" y="373347"/>
            <a:ext cx="7886700" cy="735018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Термины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9313" y="1150166"/>
            <a:ext cx="8490857" cy="2798380"/>
          </a:xfrm>
        </p:spPr>
        <p:txBody>
          <a:bodyPr/>
          <a:lstStyle/>
          <a:p>
            <a:pPr marL="0" indent="457200" algn="just"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Динамическое информационное табло (ДИТ)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устройство визуального отображения информации, являющееся элементом дорожной инфраструктуры и предназначенное для отображения неизменной и изменяющейся во времени информации в системах косвенного управления транспортными потоками (ГОСТ Р 56351-2015)</a:t>
            </a:r>
          </a:p>
          <a:p>
            <a:pPr marL="0" indent="457200" algn="just"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Знак переменной информации (ЗПИ)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техническое средство организации дорожного движения, предназначенное для отображения дорожных знаков, за исключением знаков индивидуального проектирования (ГОСТ 32865-2014)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4533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7" y="373347"/>
            <a:ext cx="7886700" cy="541053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Назначение подсистемы информирования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565" y="970058"/>
            <a:ext cx="9033164" cy="1385216"/>
          </a:xfrm>
        </p:spPr>
        <p:txBody>
          <a:bodyPr/>
          <a:lstStyle/>
          <a:p>
            <a:pPr marL="0" indent="457200" algn="just"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Предназначена для предоставления участникам дорожного движения полной актуальной информации о транспортной и метеорологической обстановке, о возможных путях движения по ходу маршрута.</a:t>
            </a:r>
          </a:p>
          <a:p>
            <a:pPr marL="0" indent="457200" algn="ctr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Технико-экономические показатели подсистемы информирования: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016758195"/>
              </p:ext>
            </p:extLst>
          </p:nvPr>
        </p:nvGraphicFramePr>
        <p:xfrm>
          <a:off x="124691" y="2334490"/>
          <a:ext cx="8806296" cy="1648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5428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5978</TotalTime>
  <Words>353</Words>
  <Application>Microsoft Office PowerPoint</Application>
  <PresentationFormat>Экран (4:3)</PresentationFormat>
  <Paragraphs>45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Специальное оформление</vt:lpstr>
      <vt:lpstr>1_Специальное оформление</vt:lpstr>
      <vt:lpstr>ДИСЦИЛИНА Наземная инфраструктура как сложная техническая система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Подсистемы наземной инфраструктуры</vt:lpstr>
      <vt:lpstr>План лекции</vt:lpstr>
      <vt:lpstr>Презентация PowerPoint</vt:lpstr>
      <vt:lpstr>Система видеонаблюдения</vt:lpstr>
      <vt:lpstr>Назначение подсистемы</vt:lpstr>
      <vt:lpstr>Презентация PowerPoint</vt:lpstr>
      <vt:lpstr>Термины</vt:lpstr>
      <vt:lpstr>Назначение подсистемы информирования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343</cp:revision>
  <dcterms:created xsi:type="dcterms:W3CDTF">2015-07-29T11:14:37Z</dcterms:created>
  <dcterms:modified xsi:type="dcterms:W3CDTF">2026-06-26T22:09:10Z</dcterms:modified>
</cp:coreProperties>
</file>